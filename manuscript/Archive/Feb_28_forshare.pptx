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310" r:id="rId4"/>
    <p:sldId id="271" r:id="rId5"/>
    <p:sldId id="311" r:id="rId6"/>
    <p:sldId id="312" r:id="rId7"/>
    <p:sldId id="314" r:id="rId8"/>
    <p:sldId id="283" r:id="rId9"/>
    <p:sldId id="301" r:id="rId10"/>
    <p:sldId id="275" r:id="rId11"/>
    <p:sldId id="273" r:id="rId12"/>
    <p:sldId id="306" r:id="rId13"/>
    <p:sldId id="313" r:id="rId14"/>
    <p:sldId id="274" r:id="rId15"/>
    <p:sldId id="309" r:id="rId16"/>
    <p:sldId id="308" r:id="rId17"/>
    <p:sldId id="316" r:id="rId18"/>
    <p:sldId id="302" r:id="rId19"/>
    <p:sldId id="265" r:id="rId20"/>
    <p:sldId id="295" r:id="rId21"/>
    <p:sldId id="266" r:id="rId22"/>
    <p:sldId id="290" r:id="rId23"/>
    <p:sldId id="292" r:id="rId24"/>
    <p:sldId id="29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47"/>
    <p:restoredTop sz="94666"/>
  </p:normalViewPr>
  <p:slideViewPr>
    <p:cSldViewPr snapToGrid="0">
      <p:cViewPr varScale="1">
        <p:scale>
          <a:sx n="124" d="100"/>
          <a:sy n="124" d="100"/>
        </p:scale>
        <p:origin x="18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503BC1DD-4F9B-E240-BDED-4A1692A72211}"/>
    <pc:docChg chg="undo custSel addSld delSld modSld sldOrd">
      <pc:chgData name="Zhang, Franky" userId="6ce4719b-7f4a-4549-8832-a74568dd27a3" providerId="ADAL" clId="{503BC1DD-4F9B-E240-BDED-4A1692A72211}" dt="2025-02-28T03:04:10.567" v="5051" actId="114"/>
      <pc:docMkLst>
        <pc:docMk/>
      </pc:docMkLst>
      <pc:sldChg chg="addSp delSp modSp mod ord">
        <pc:chgData name="Zhang, Franky" userId="6ce4719b-7f4a-4549-8832-a74568dd27a3" providerId="ADAL" clId="{503BC1DD-4F9B-E240-BDED-4A1692A72211}" dt="2025-02-27T21:52:57.464" v="3597" actId="1076"/>
        <pc:sldMkLst>
          <pc:docMk/>
          <pc:sldMk cId="3360281781" sldId="271"/>
        </pc:sldMkLst>
        <pc:spChg chg="mod">
          <ac:chgData name="Zhang, Franky" userId="6ce4719b-7f4a-4549-8832-a74568dd27a3" providerId="ADAL" clId="{503BC1DD-4F9B-E240-BDED-4A1692A72211}" dt="2025-02-27T20:16:44.441" v="2599" actId="207"/>
          <ac:spMkLst>
            <pc:docMk/>
            <pc:sldMk cId="3360281781" sldId="271"/>
            <ac:spMk id="2" creationId="{60C6E897-3F86-C872-FC2E-9AC8A20C1F14}"/>
          </ac:spMkLst>
        </pc:spChg>
        <pc:spChg chg="mod">
          <ac:chgData name="Zhang, Franky" userId="6ce4719b-7f4a-4549-8832-a74568dd27a3" providerId="ADAL" clId="{503BC1DD-4F9B-E240-BDED-4A1692A72211}" dt="2025-02-27T16:40:58.531" v="474" actId="20577"/>
          <ac:spMkLst>
            <pc:docMk/>
            <pc:sldMk cId="3360281781" sldId="271"/>
            <ac:spMk id="5" creationId="{DD8FC503-B6F2-E908-288E-D4051A57A1EB}"/>
          </ac:spMkLst>
        </pc:spChg>
        <pc:picChg chg="add mod">
          <ac:chgData name="Zhang, Franky" userId="6ce4719b-7f4a-4549-8832-a74568dd27a3" providerId="ADAL" clId="{503BC1DD-4F9B-E240-BDED-4A1692A72211}" dt="2025-02-27T21:52:57.464" v="3597" actId="1076"/>
          <ac:picMkLst>
            <pc:docMk/>
            <pc:sldMk cId="3360281781" sldId="271"/>
            <ac:picMk id="20" creationId="{F3C1FAC8-716A-73AD-EFF5-FBD96A14979C}"/>
          </ac:picMkLst>
        </pc:picChg>
      </pc:sldChg>
      <pc:sldChg chg="mod modShow">
        <pc:chgData name="Zhang, Franky" userId="6ce4719b-7f4a-4549-8832-a74568dd27a3" providerId="ADAL" clId="{503BC1DD-4F9B-E240-BDED-4A1692A72211}" dt="2025-02-27T22:17:52.900" v="3990" actId="729"/>
        <pc:sldMkLst>
          <pc:docMk/>
          <pc:sldMk cId="134862469" sldId="274"/>
        </pc:sldMkLst>
      </pc:sldChg>
      <pc:sldChg chg="modSp mod">
        <pc:chgData name="Zhang, Franky" userId="6ce4719b-7f4a-4549-8832-a74568dd27a3" providerId="ADAL" clId="{503BC1DD-4F9B-E240-BDED-4A1692A72211}" dt="2025-02-27T17:51:47.404" v="2308" actId="1076"/>
        <pc:sldMkLst>
          <pc:docMk/>
          <pc:sldMk cId="3677840197" sldId="275"/>
        </pc:sldMkLst>
        <pc:spChg chg="mod">
          <ac:chgData name="Zhang, Franky" userId="6ce4719b-7f4a-4549-8832-a74568dd27a3" providerId="ADAL" clId="{503BC1DD-4F9B-E240-BDED-4A1692A72211}" dt="2025-02-27T17:51:47.404" v="2308" actId="1076"/>
          <ac:spMkLst>
            <pc:docMk/>
            <pc:sldMk cId="3677840197" sldId="275"/>
            <ac:spMk id="4" creationId="{18820BEF-CAFD-E7CF-00DB-0252E7D418D1}"/>
          </ac:spMkLst>
        </pc:spChg>
      </pc:sldChg>
      <pc:sldChg chg="del">
        <pc:chgData name="Zhang, Franky" userId="6ce4719b-7f4a-4549-8832-a74568dd27a3" providerId="ADAL" clId="{503BC1DD-4F9B-E240-BDED-4A1692A72211}" dt="2025-02-27T15:29:51.720" v="1" actId="2696"/>
        <pc:sldMkLst>
          <pc:docMk/>
          <pc:sldMk cId="1433029649" sldId="278"/>
        </pc:sldMkLst>
      </pc:sldChg>
      <pc:sldChg chg="del">
        <pc:chgData name="Zhang, Franky" userId="6ce4719b-7f4a-4549-8832-a74568dd27a3" providerId="ADAL" clId="{503BC1DD-4F9B-E240-BDED-4A1692A72211}" dt="2025-02-27T17:12:58.777" v="1358" actId="2696"/>
        <pc:sldMkLst>
          <pc:docMk/>
          <pc:sldMk cId="3423547274" sldId="282"/>
        </pc:sldMkLst>
      </pc:sldChg>
      <pc:sldChg chg="modSp mod">
        <pc:chgData name="Zhang, Franky" userId="6ce4719b-7f4a-4549-8832-a74568dd27a3" providerId="ADAL" clId="{503BC1DD-4F9B-E240-BDED-4A1692A72211}" dt="2025-02-27T17:13:41.168" v="1366" actId="14100"/>
        <pc:sldMkLst>
          <pc:docMk/>
          <pc:sldMk cId="2764460739" sldId="283"/>
        </pc:sldMkLst>
        <pc:spChg chg="mod">
          <ac:chgData name="Zhang, Franky" userId="6ce4719b-7f4a-4549-8832-a74568dd27a3" providerId="ADAL" clId="{503BC1DD-4F9B-E240-BDED-4A1692A72211}" dt="2025-02-27T17:13:19.833" v="1364" actId="14100"/>
          <ac:spMkLst>
            <pc:docMk/>
            <pc:sldMk cId="2764460739" sldId="283"/>
            <ac:spMk id="10" creationId="{A16A6DC0-DAF5-130F-9160-2AA31131DD70}"/>
          </ac:spMkLst>
        </pc:spChg>
        <pc:spChg chg="mod">
          <ac:chgData name="Zhang, Franky" userId="6ce4719b-7f4a-4549-8832-a74568dd27a3" providerId="ADAL" clId="{503BC1DD-4F9B-E240-BDED-4A1692A72211}" dt="2025-02-27T17:13:41.168" v="1366" actId="14100"/>
          <ac:spMkLst>
            <pc:docMk/>
            <pc:sldMk cId="2764460739" sldId="283"/>
            <ac:spMk id="15" creationId="{00FD968E-BD0B-A20C-9603-92AA8A52CD42}"/>
          </ac:spMkLst>
        </pc:spChg>
        <pc:picChg chg="mod">
          <ac:chgData name="Zhang, Franky" userId="6ce4719b-7f4a-4549-8832-a74568dd27a3" providerId="ADAL" clId="{503BC1DD-4F9B-E240-BDED-4A1692A72211}" dt="2025-02-27T17:13:35.810" v="1365" actId="1076"/>
          <ac:picMkLst>
            <pc:docMk/>
            <pc:sldMk cId="2764460739" sldId="283"/>
            <ac:picMk id="8" creationId="{8CC0EADC-7658-3122-50CE-0B8D95D2A0AC}"/>
          </ac:picMkLst>
        </pc:picChg>
      </pc:sldChg>
      <pc:sldChg chg="del">
        <pc:chgData name="Zhang, Franky" userId="6ce4719b-7f4a-4549-8832-a74568dd27a3" providerId="ADAL" clId="{503BC1DD-4F9B-E240-BDED-4A1692A72211}" dt="2025-02-27T17:14:10.517" v="1367" actId="2696"/>
        <pc:sldMkLst>
          <pc:docMk/>
          <pc:sldMk cId="1929669608" sldId="284"/>
        </pc:sldMkLst>
      </pc:sldChg>
      <pc:sldChg chg="del">
        <pc:chgData name="Zhang, Franky" userId="6ce4719b-7f4a-4549-8832-a74568dd27a3" providerId="ADAL" clId="{503BC1DD-4F9B-E240-BDED-4A1692A72211}" dt="2025-02-27T15:27:45.633" v="0" actId="2696"/>
        <pc:sldMkLst>
          <pc:docMk/>
          <pc:sldMk cId="1395785717" sldId="293"/>
        </pc:sldMkLst>
      </pc:sldChg>
      <pc:sldChg chg="del">
        <pc:chgData name="Zhang, Franky" userId="6ce4719b-7f4a-4549-8832-a74568dd27a3" providerId="ADAL" clId="{503BC1DD-4F9B-E240-BDED-4A1692A72211}" dt="2025-02-27T15:30:12.871" v="2" actId="2696"/>
        <pc:sldMkLst>
          <pc:docMk/>
          <pc:sldMk cId="1226754813" sldId="296"/>
        </pc:sldMkLst>
      </pc:sldChg>
      <pc:sldChg chg="add del">
        <pc:chgData name="Zhang, Franky" userId="6ce4719b-7f4a-4549-8832-a74568dd27a3" providerId="ADAL" clId="{503BC1DD-4F9B-E240-BDED-4A1692A72211}" dt="2025-02-27T20:24:14.982" v="2728" actId="2696"/>
        <pc:sldMkLst>
          <pc:docMk/>
          <pc:sldMk cId="2553253248" sldId="297"/>
        </pc:sldMkLst>
      </pc:sldChg>
      <pc:sldChg chg="del mod ord modShow">
        <pc:chgData name="Zhang, Franky" userId="6ce4719b-7f4a-4549-8832-a74568dd27a3" providerId="ADAL" clId="{503BC1DD-4F9B-E240-BDED-4A1692A72211}" dt="2025-02-27T20:22:23.171" v="2721" actId="2696"/>
        <pc:sldMkLst>
          <pc:docMk/>
          <pc:sldMk cId="1806322137" sldId="302"/>
        </pc:sldMkLst>
      </pc:sldChg>
      <pc:sldChg chg="modSp add mod ord modShow">
        <pc:chgData name="Zhang, Franky" userId="6ce4719b-7f4a-4549-8832-a74568dd27a3" providerId="ADAL" clId="{503BC1DD-4F9B-E240-BDED-4A1692A72211}" dt="2025-02-28T02:58:51.880" v="4784" actId="403"/>
        <pc:sldMkLst>
          <pc:docMk/>
          <pc:sldMk cId="4270486719" sldId="302"/>
        </pc:sldMkLst>
        <pc:spChg chg="mod">
          <ac:chgData name="Zhang, Franky" userId="6ce4719b-7f4a-4549-8832-a74568dd27a3" providerId="ADAL" clId="{503BC1DD-4F9B-E240-BDED-4A1692A72211}" dt="2025-02-28T02:58:51.880" v="4784" actId="403"/>
          <ac:spMkLst>
            <pc:docMk/>
            <pc:sldMk cId="4270486719" sldId="302"/>
            <ac:spMk id="2" creationId="{18C03D47-2093-4098-2A66-033743716959}"/>
          </ac:spMkLst>
        </pc:spChg>
      </pc:sldChg>
      <pc:sldChg chg="modSp del mod ord modShow">
        <pc:chgData name="Zhang, Franky" userId="6ce4719b-7f4a-4549-8832-a74568dd27a3" providerId="ADAL" clId="{503BC1DD-4F9B-E240-BDED-4A1692A72211}" dt="2025-02-28T02:59:44.778" v="4785" actId="2696"/>
        <pc:sldMkLst>
          <pc:docMk/>
          <pc:sldMk cId="761758101" sldId="303"/>
        </pc:sldMkLst>
      </pc:sldChg>
      <pc:sldChg chg="del">
        <pc:chgData name="Zhang, Franky" userId="6ce4719b-7f4a-4549-8832-a74568dd27a3" providerId="ADAL" clId="{503BC1DD-4F9B-E240-BDED-4A1692A72211}" dt="2025-02-27T18:30:30.422" v="2341" actId="2696"/>
        <pc:sldMkLst>
          <pc:docMk/>
          <pc:sldMk cId="1125548797" sldId="304"/>
        </pc:sldMkLst>
      </pc:sldChg>
      <pc:sldChg chg="del">
        <pc:chgData name="Zhang, Franky" userId="6ce4719b-7f4a-4549-8832-a74568dd27a3" providerId="ADAL" clId="{503BC1DD-4F9B-E240-BDED-4A1692A72211}" dt="2025-02-27T18:30:34.496" v="2342" actId="2696"/>
        <pc:sldMkLst>
          <pc:docMk/>
          <pc:sldMk cId="789430207" sldId="305"/>
        </pc:sldMkLst>
      </pc:sldChg>
      <pc:sldChg chg="addSp delSp modSp mod">
        <pc:chgData name="Zhang, Franky" userId="6ce4719b-7f4a-4549-8832-a74568dd27a3" providerId="ADAL" clId="{503BC1DD-4F9B-E240-BDED-4A1692A72211}" dt="2025-02-27T18:37:05.173" v="2350" actId="1076"/>
        <pc:sldMkLst>
          <pc:docMk/>
          <pc:sldMk cId="2562859138" sldId="306"/>
        </pc:sldMkLst>
        <pc:picChg chg="add mod">
          <ac:chgData name="Zhang, Franky" userId="6ce4719b-7f4a-4549-8832-a74568dd27a3" providerId="ADAL" clId="{503BC1DD-4F9B-E240-BDED-4A1692A72211}" dt="2025-02-27T18:37:05.173" v="2350" actId="1076"/>
          <ac:picMkLst>
            <pc:docMk/>
            <pc:sldMk cId="2562859138" sldId="306"/>
            <ac:picMk id="3" creationId="{97FCEDC9-9AC1-67B0-BC7F-AA6A8FBA7889}"/>
          </ac:picMkLst>
        </pc:picChg>
      </pc:sldChg>
      <pc:sldChg chg="del">
        <pc:chgData name="Zhang, Franky" userId="6ce4719b-7f4a-4549-8832-a74568dd27a3" providerId="ADAL" clId="{503BC1DD-4F9B-E240-BDED-4A1692A72211}" dt="2025-02-27T19:53:08.276" v="2451" actId="2696"/>
        <pc:sldMkLst>
          <pc:docMk/>
          <pc:sldMk cId="2604125423" sldId="307"/>
        </pc:sldMkLst>
      </pc:sldChg>
      <pc:sldChg chg="addSp delSp modSp mod">
        <pc:chgData name="Zhang, Franky" userId="6ce4719b-7f4a-4549-8832-a74568dd27a3" providerId="ADAL" clId="{503BC1DD-4F9B-E240-BDED-4A1692A72211}" dt="2025-02-27T22:17:05.009" v="3959" actId="404"/>
        <pc:sldMkLst>
          <pc:docMk/>
          <pc:sldMk cId="1994824501" sldId="308"/>
        </pc:sldMkLst>
        <pc:spChg chg="mod">
          <ac:chgData name="Zhang, Franky" userId="6ce4719b-7f4a-4549-8832-a74568dd27a3" providerId="ADAL" clId="{503BC1DD-4F9B-E240-BDED-4A1692A72211}" dt="2025-02-27T22:17:05.009" v="3959" actId="404"/>
          <ac:spMkLst>
            <pc:docMk/>
            <pc:sldMk cId="1994824501" sldId="308"/>
            <ac:spMk id="4" creationId="{6AF21093-EA20-C9B2-74A8-8273732F6928}"/>
          </ac:spMkLst>
        </pc:spChg>
        <pc:spChg chg="mod">
          <ac:chgData name="Zhang, Franky" userId="6ce4719b-7f4a-4549-8832-a74568dd27a3" providerId="ADAL" clId="{503BC1DD-4F9B-E240-BDED-4A1692A72211}" dt="2025-02-27T19:54:33.300" v="2467" actId="1076"/>
          <ac:spMkLst>
            <pc:docMk/>
            <pc:sldMk cId="1994824501" sldId="308"/>
            <ac:spMk id="13" creationId="{D40F0721-86C9-6C11-0B46-03E9A5DA8EB6}"/>
          </ac:spMkLst>
        </pc:spChg>
        <pc:spChg chg="mod">
          <ac:chgData name="Zhang, Franky" userId="6ce4719b-7f4a-4549-8832-a74568dd27a3" providerId="ADAL" clId="{503BC1DD-4F9B-E240-BDED-4A1692A72211}" dt="2025-02-27T19:54:28.521" v="2466" actId="1076"/>
          <ac:spMkLst>
            <pc:docMk/>
            <pc:sldMk cId="1994824501" sldId="308"/>
            <ac:spMk id="14" creationId="{5364E79E-0BD6-4873-6151-35FA8A65A6A3}"/>
          </ac:spMkLst>
        </pc:spChg>
        <pc:spChg chg="mod">
          <ac:chgData name="Zhang, Franky" userId="6ce4719b-7f4a-4549-8832-a74568dd27a3" providerId="ADAL" clId="{503BC1DD-4F9B-E240-BDED-4A1692A72211}" dt="2025-02-27T19:54:23.533" v="2465" actId="1076"/>
          <ac:spMkLst>
            <pc:docMk/>
            <pc:sldMk cId="1994824501" sldId="308"/>
            <ac:spMk id="15" creationId="{5C2FEDCA-FD4D-10F6-0418-C2032153BDC2}"/>
          </ac:spMkLst>
        </pc:spChg>
        <pc:spChg chg="add mod">
          <ac:chgData name="Zhang, Franky" userId="6ce4719b-7f4a-4549-8832-a74568dd27a3" providerId="ADAL" clId="{503BC1DD-4F9B-E240-BDED-4A1692A72211}" dt="2025-02-27T20:02:32.962" v="2537" actId="113"/>
          <ac:spMkLst>
            <pc:docMk/>
            <pc:sldMk cId="1994824501" sldId="308"/>
            <ac:spMk id="19" creationId="{BD6E1934-94A7-9755-3E16-37DC25DFA485}"/>
          </ac:spMkLst>
        </pc:spChg>
        <pc:spChg chg="mod">
          <ac:chgData name="Zhang, Franky" userId="6ce4719b-7f4a-4549-8832-a74568dd27a3" providerId="ADAL" clId="{503BC1DD-4F9B-E240-BDED-4A1692A72211}" dt="2025-02-27T20:01:11.756" v="2502" actId="20577"/>
          <ac:spMkLst>
            <pc:docMk/>
            <pc:sldMk cId="1994824501" sldId="308"/>
            <ac:spMk id="21" creationId="{6AA2545F-D5B2-86C4-E1E1-0C9D9D2F12AE}"/>
          </ac:spMkLst>
        </pc:spChg>
        <pc:spChg chg="mod">
          <ac:chgData name="Zhang, Franky" userId="6ce4719b-7f4a-4549-8832-a74568dd27a3" providerId="ADAL" clId="{503BC1DD-4F9B-E240-BDED-4A1692A72211}" dt="2025-02-27T20:01:56.050" v="2512" actId="20577"/>
          <ac:spMkLst>
            <pc:docMk/>
            <pc:sldMk cId="1994824501" sldId="308"/>
            <ac:spMk id="23" creationId="{C06680E7-BF23-221F-2C63-ABAA8E244321}"/>
          </ac:spMkLst>
        </pc:spChg>
        <pc:spChg chg="mod">
          <ac:chgData name="Zhang, Franky" userId="6ce4719b-7f4a-4549-8832-a74568dd27a3" providerId="ADAL" clId="{503BC1DD-4F9B-E240-BDED-4A1692A72211}" dt="2025-02-27T20:00:45.911" v="2491" actId="1076"/>
          <ac:spMkLst>
            <pc:docMk/>
            <pc:sldMk cId="1994824501" sldId="308"/>
            <ac:spMk id="24" creationId="{A5D5BF21-9926-E317-8D41-05BBCCD9A603}"/>
          </ac:spMkLst>
        </pc:spChg>
        <pc:spChg chg="mod">
          <ac:chgData name="Zhang, Franky" userId="6ce4719b-7f4a-4549-8832-a74568dd27a3" providerId="ADAL" clId="{503BC1DD-4F9B-E240-BDED-4A1692A72211}" dt="2025-02-27T20:00:53.118" v="2492" actId="1076"/>
          <ac:spMkLst>
            <pc:docMk/>
            <pc:sldMk cId="1994824501" sldId="308"/>
            <ac:spMk id="25" creationId="{016D0C33-8CDF-63BE-41D6-2E769A9C01C0}"/>
          </ac:spMkLst>
        </pc:spChg>
        <pc:spChg chg="mod">
          <ac:chgData name="Zhang, Franky" userId="6ce4719b-7f4a-4549-8832-a74568dd27a3" providerId="ADAL" clId="{503BC1DD-4F9B-E240-BDED-4A1692A72211}" dt="2025-02-27T20:00:09.717" v="2487" actId="1076"/>
          <ac:spMkLst>
            <pc:docMk/>
            <pc:sldMk cId="1994824501" sldId="308"/>
            <ac:spMk id="26" creationId="{DAB79AAD-CAD2-A13C-176A-FDDE9095AC0C}"/>
          </ac:spMkLst>
        </pc:spChg>
        <pc:spChg chg="mod">
          <ac:chgData name="Zhang, Franky" userId="6ce4719b-7f4a-4549-8832-a74568dd27a3" providerId="ADAL" clId="{503BC1DD-4F9B-E240-BDED-4A1692A72211}" dt="2025-02-27T20:00:20.111" v="2488" actId="1076"/>
          <ac:spMkLst>
            <pc:docMk/>
            <pc:sldMk cId="1994824501" sldId="308"/>
            <ac:spMk id="27" creationId="{5A15BE9C-1EE0-0C54-1C48-FEE9D6FF51D3}"/>
          </ac:spMkLst>
        </pc:spChg>
        <pc:spChg chg="mod">
          <ac:chgData name="Zhang, Franky" userId="6ce4719b-7f4a-4549-8832-a74568dd27a3" providerId="ADAL" clId="{503BC1DD-4F9B-E240-BDED-4A1692A72211}" dt="2025-02-27T20:00:27.066" v="2489" actId="1076"/>
          <ac:spMkLst>
            <pc:docMk/>
            <pc:sldMk cId="1994824501" sldId="308"/>
            <ac:spMk id="28" creationId="{41D777BC-FEC7-AE95-7F6B-8EEF7EC85D3B}"/>
          </ac:spMkLst>
        </pc:spChg>
        <pc:spChg chg="mod">
          <ac:chgData name="Zhang, Franky" userId="6ce4719b-7f4a-4549-8832-a74568dd27a3" providerId="ADAL" clId="{503BC1DD-4F9B-E240-BDED-4A1692A72211}" dt="2025-02-27T20:00:37.736" v="2490" actId="1076"/>
          <ac:spMkLst>
            <pc:docMk/>
            <pc:sldMk cId="1994824501" sldId="308"/>
            <ac:spMk id="29" creationId="{CA519F2F-AF46-242E-E068-153CDC060388}"/>
          </ac:spMkLst>
        </pc:spChg>
        <pc:picChg chg="add mod">
          <ac:chgData name="Zhang, Franky" userId="6ce4719b-7f4a-4549-8832-a74568dd27a3" providerId="ADAL" clId="{503BC1DD-4F9B-E240-BDED-4A1692A72211}" dt="2025-02-27T20:01:44.153" v="2504" actId="166"/>
          <ac:picMkLst>
            <pc:docMk/>
            <pc:sldMk cId="1994824501" sldId="308"/>
            <ac:picMk id="3" creationId="{2CCEDA8E-B81F-C76A-1B99-337143F7B7DC}"/>
          </ac:picMkLst>
        </pc:picChg>
        <pc:picChg chg="add mod">
          <ac:chgData name="Zhang, Franky" userId="6ce4719b-7f4a-4549-8832-a74568dd27a3" providerId="ADAL" clId="{503BC1DD-4F9B-E240-BDED-4A1692A72211}" dt="2025-02-27T20:00:02.065" v="2486" actId="1076"/>
          <ac:picMkLst>
            <pc:docMk/>
            <pc:sldMk cId="1994824501" sldId="308"/>
            <ac:picMk id="9" creationId="{2637CFF9-5130-6B74-608C-E16D746DD5DB}"/>
          </ac:picMkLst>
        </pc:picChg>
        <pc:picChg chg="add mod">
          <ac:chgData name="Zhang, Franky" userId="6ce4719b-7f4a-4549-8832-a74568dd27a3" providerId="ADAL" clId="{503BC1DD-4F9B-E240-BDED-4A1692A72211}" dt="2025-02-27T19:59:54.236" v="2485" actId="1076"/>
          <ac:picMkLst>
            <pc:docMk/>
            <pc:sldMk cId="1994824501" sldId="308"/>
            <ac:picMk id="18" creationId="{242BE12A-616F-9CBF-2B7A-2C5C6200EC8E}"/>
          </ac:picMkLst>
        </pc:picChg>
        <pc:cxnChg chg="mod">
          <ac:chgData name="Zhang, Franky" userId="6ce4719b-7f4a-4549-8832-a74568dd27a3" providerId="ADAL" clId="{503BC1DD-4F9B-E240-BDED-4A1692A72211}" dt="2025-02-27T19:54:10.038" v="2462" actId="1076"/>
          <ac:cxnSpMkLst>
            <pc:docMk/>
            <pc:sldMk cId="1994824501" sldId="308"/>
            <ac:cxnSpMk id="10" creationId="{2EBA84A0-EC4C-2F41-5B48-AEF6B0061EA6}"/>
          </ac:cxnSpMkLst>
        </pc:cxnChg>
        <pc:cxnChg chg="mod">
          <ac:chgData name="Zhang, Franky" userId="6ce4719b-7f4a-4549-8832-a74568dd27a3" providerId="ADAL" clId="{503BC1DD-4F9B-E240-BDED-4A1692A72211}" dt="2025-02-27T19:54:12.654" v="2463" actId="1076"/>
          <ac:cxnSpMkLst>
            <pc:docMk/>
            <pc:sldMk cId="1994824501" sldId="308"/>
            <ac:cxnSpMk id="12" creationId="{83FEB99F-769A-DB65-D7A7-A652BB4B217D}"/>
          </ac:cxnSpMkLst>
        </pc:cxnChg>
      </pc:sldChg>
      <pc:sldChg chg="addSp delSp modSp mod">
        <pc:chgData name="Zhang, Franky" userId="6ce4719b-7f4a-4549-8832-a74568dd27a3" providerId="ADAL" clId="{503BC1DD-4F9B-E240-BDED-4A1692A72211}" dt="2025-02-28T02:42:45.702" v="4176" actId="20577"/>
        <pc:sldMkLst>
          <pc:docMk/>
          <pc:sldMk cId="1487543906" sldId="309"/>
        </pc:sldMkLst>
        <pc:spChg chg="mod">
          <ac:chgData name="Zhang, Franky" userId="6ce4719b-7f4a-4549-8832-a74568dd27a3" providerId="ADAL" clId="{503BC1DD-4F9B-E240-BDED-4A1692A72211}" dt="2025-02-28T02:41:07.005" v="4156" actId="1076"/>
          <ac:spMkLst>
            <pc:docMk/>
            <pc:sldMk cId="1487543906" sldId="309"/>
            <ac:spMk id="4" creationId="{78E8185E-F0A7-DAAB-1C25-261100D6BC48}"/>
          </ac:spMkLst>
        </pc:spChg>
        <pc:spChg chg="mod">
          <ac:chgData name="Zhang, Franky" userId="6ce4719b-7f4a-4549-8832-a74568dd27a3" providerId="ADAL" clId="{503BC1DD-4F9B-E240-BDED-4A1692A72211}" dt="2025-02-28T02:10:24.671" v="4134" actId="1076"/>
          <ac:spMkLst>
            <pc:docMk/>
            <pc:sldMk cId="1487543906" sldId="309"/>
            <ac:spMk id="12" creationId="{0C526FCD-CBAC-6643-1D6B-FF3719198F13}"/>
          </ac:spMkLst>
        </pc:spChg>
        <pc:spChg chg="mod">
          <ac:chgData name="Zhang, Franky" userId="6ce4719b-7f4a-4549-8832-a74568dd27a3" providerId="ADAL" clId="{503BC1DD-4F9B-E240-BDED-4A1692A72211}" dt="2025-02-28T02:14:27.020" v="4140" actId="1076"/>
          <ac:spMkLst>
            <pc:docMk/>
            <pc:sldMk cId="1487543906" sldId="309"/>
            <ac:spMk id="13" creationId="{FA81B394-FA27-CE3E-7E64-10DEF04A154F}"/>
          </ac:spMkLst>
        </pc:spChg>
        <pc:spChg chg="mod">
          <ac:chgData name="Zhang, Franky" userId="6ce4719b-7f4a-4549-8832-a74568dd27a3" providerId="ADAL" clId="{503BC1DD-4F9B-E240-BDED-4A1692A72211}" dt="2025-02-28T02:10:39.872" v="4137" actId="1076"/>
          <ac:spMkLst>
            <pc:docMk/>
            <pc:sldMk cId="1487543906" sldId="309"/>
            <ac:spMk id="14" creationId="{0EDC7AF8-0323-CE58-003A-B0AFB8E659D0}"/>
          </ac:spMkLst>
        </pc:spChg>
        <pc:spChg chg="mod">
          <ac:chgData name="Zhang, Franky" userId="6ce4719b-7f4a-4549-8832-a74568dd27a3" providerId="ADAL" clId="{503BC1DD-4F9B-E240-BDED-4A1692A72211}" dt="2025-02-28T02:42:26.157" v="4167" actId="20577"/>
          <ac:spMkLst>
            <pc:docMk/>
            <pc:sldMk cId="1487543906" sldId="309"/>
            <ac:spMk id="23" creationId="{4845F32E-F389-18D7-C9A7-F280085B985C}"/>
          </ac:spMkLst>
        </pc:spChg>
        <pc:spChg chg="mod">
          <ac:chgData name="Zhang, Franky" userId="6ce4719b-7f4a-4549-8832-a74568dd27a3" providerId="ADAL" clId="{503BC1DD-4F9B-E240-BDED-4A1692A72211}" dt="2025-02-28T02:42:45.702" v="4176" actId="20577"/>
          <ac:spMkLst>
            <pc:docMk/>
            <pc:sldMk cId="1487543906" sldId="309"/>
            <ac:spMk id="25" creationId="{C6C6F9E3-6DC3-5576-8F8B-D71301ADAB90}"/>
          </ac:spMkLst>
        </pc:spChg>
        <pc:spChg chg="mod">
          <ac:chgData name="Zhang, Franky" userId="6ce4719b-7f4a-4549-8832-a74568dd27a3" providerId="ADAL" clId="{503BC1DD-4F9B-E240-BDED-4A1692A72211}" dt="2025-02-28T02:41:18.076" v="4159" actId="1076"/>
          <ac:spMkLst>
            <pc:docMk/>
            <pc:sldMk cId="1487543906" sldId="309"/>
            <ac:spMk id="26" creationId="{234A81D7-4E77-C4EE-F7EA-066BFD532D97}"/>
          </ac:spMkLst>
        </pc:spChg>
        <pc:spChg chg="mod">
          <ac:chgData name="Zhang, Franky" userId="6ce4719b-7f4a-4549-8832-a74568dd27a3" providerId="ADAL" clId="{503BC1DD-4F9B-E240-BDED-4A1692A72211}" dt="2025-02-28T02:41:23.747" v="4160" actId="1076"/>
          <ac:spMkLst>
            <pc:docMk/>
            <pc:sldMk cId="1487543906" sldId="309"/>
            <ac:spMk id="27" creationId="{C218BF7A-6D4F-DB07-709E-2B279C539EC8}"/>
          </ac:spMkLst>
        </pc:spChg>
        <pc:spChg chg="mod">
          <ac:chgData name="Zhang, Franky" userId="6ce4719b-7f4a-4549-8832-a74568dd27a3" providerId="ADAL" clId="{503BC1DD-4F9B-E240-BDED-4A1692A72211}" dt="2025-02-28T02:41:18.076" v="4159" actId="1076"/>
          <ac:spMkLst>
            <pc:docMk/>
            <pc:sldMk cId="1487543906" sldId="309"/>
            <ac:spMk id="28" creationId="{7283B110-2F87-CC57-0405-49D9026563C9}"/>
          </ac:spMkLst>
        </pc:spChg>
        <pc:spChg chg="add mod">
          <ac:chgData name="Zhang, Franky" userId="6ce4719b-7f4a-4549-8832-a74568dd27a3" providerId="ADAL" clId="{503BC1DD-4F9B-E240-BDED-4A1692A72211}" dt="2025-02-28T02:41:37.152" v="4163" actId="1076"/>
          <ac:spMkLst>
            <pc:docMk/>
            <pc:sldMk cId="1487543906" sldId="309"/>
            <ac:spMk id="36" creationId="{ACC04A8E-FE48-4130-4C36-2C0C5971F482}"/>
          </ac:spMkLst>
        </pc:spChg>
        <pc:spChg chg="add mod">
          <ac:chgData name="Zhang, Franky" userId="6ce4719b-7f4a-4549-8832-a74568dd27a3" providerId="ADAL" clId="{503BC1DD-4F9B-E240-BDED-4A1692A72211}" dt="2025-02-28T02:41:30.164" v="4161" actId="1076"/>
          <ac:spMkLst>
            <pc:docMk/>
            <pc:sldMk cId="1487543906" sldId="309"/>
            <ac:spMk id="37" creationId="{20C22DBB-4866-BFAE-841D-0BE6511DFB55}"/>
          </ac:spMkLst>
        </pc:spChg>
        <pc:spChg chg="add mod">
          <ac:chgData name="Zhang, Franky" userId="6ce4719b-7f4a-4549-8832-a74568dd27a3" providerId="ADAL" clId="{503BC1DD-4F9B-E240-BDED-4A1692A72211}" dt="2025-02-28T02:41:33.729" v="4162" actId="1076"/>
          <ac:spMkLst>
            <pc:docMk/>
            <pc:sldMk cId="1487543906" sldId="309"/>
            <ac:spMk id="38" creationId="{784313C2-74FC-05C2-8500-EF6D69FF2A8F}"/>
          </ac:spMkLst>
        </pc:spChg>
        <pc:spChg chg="add mod">
          <ac:chgData name="Zhang, Franky" userId="6ce4719b-7f4a-4549-8832-a74568dd27a3" providerId="ADAL" clId="{503BC1DD-4F9B-E240-BDED-4A1692A72211}" dt="2025-02-28T02:10:54.281" v="4139" actId="20577"/>
          <ac:spMkLst>
            <pc:docMk/>
            <pc:sldMk cId="1487543906" sldId="309"/>
            <ac:spMk id="39" creationId="{5FED9825-55E4-00CD-3B44-1361A551C8B7}"/>
          </ac:spMkLst>
        </pc:spChg>
        <pc:picChg chg="add mod">
          <ac:chgData name="Zhang, Franky" userId="6ce4719b-7f4a-4549-8832-a74568dd27a3" providerId="ADAL" clId="{503BC1DD-4F9B-E240-BDED-4A1692A72211}" dt="2025-02-28T02:10:20.584" v="4133" actId="1076"/>
          <ac:picMkLst>
            <pc:docMk/>
            <pc:sldMk cId="1487543906" sldId="309"/>
            <ac:picMk id="41" creationId="{D3CEE051-1509-9FB6-F6DD-5BD02AC88D64}"/>
          </ac:picMkLst>
        </pc:picChg>
        <pc:picChg chg="add mod">
          <ac:chgData name="Zhang, Franky" userId="6ce4719b-7f4a-4549-8832-a74568dd27a3" providerId="ADAL" clId="{503BC1DD-4F9B-E240-BDED-4A1692A72211}" dt="2025-02-28T02:41:11.446" v="4158" actId="1076"/>
          <ac:picMkLst>
            <pc:docMk/>
            <pc:sldMk cId="1487543906" sldId="309"/>
            <ac:picMk id="43" creationId="{2192B539-CB70-A3E2-CBB9-763BA2133D5D}"/>
          </ac:picMkLst>
        </pc:picChg>
        <pc:picChg chg="add mod">
          <ac:chgData name="Zhang, Franky" userId="6ce4719b-7f4a-4549-8832-a74568dd27a3" providerId="ADAL" clId="{503BC1DD-4F9B-E240-BDED-4A1692A72211}" dt="2025-02-28T02:40:59.512" v="4154" actId="1076"/>
          <ac:picMkLst>
            <pc:docMk/>
            <pc:sldMk cId="1487543906" sldId="309"/>
            <ac:picMk id="45" creationId="{44BC433D-8F75-829A-C119-171E4AD3A75F}"/>
          </ac:picMkLst>
        </pc:picChg>
        <pc:cxnChg chg="mod">
          <ac:chgData name="Zhang, Franky" userId="6ce4719b-7f4a-4549-8832-a74568dd27a3" providerId="ADAL" clId="{503BC1DD-4F9B-E240-BDED-4A1692A72211}" dt="2025-02-27T19:28:22.273" v="2378" actId="1076"/>
          <ac:cxnSpMkLst>
            <pc:docMk/>
            <pc:sldMk cId="1487543906" sldId="309"/>
            <ac:cxnSpMk id="8" creationId="{37C92A37-FA2C-9849-C2F5-F3E8BD919DE8}"/>
          </ac:cxnSpMkLst>
        </pc:cxnChg>
        <pc:cxnChg chg="mod">
          <ac:chgData name="Zhang, Franky" userId="6ce4719b-7f4a-4549-8832-a74568dd27a3" providerId="ADAL" clId="{503BC1DD-4F9B-E240-BDED-4A1692A72211}" dt="2025-02-28T02:10:27.242" v="4135" actId="1076"/>
          <ac:cxnSpMkLst>
            <pc:docMk/>
            <pc:sldMk cId="1487543906" sldId="309"/>
            <ac:cxnSpMk id="9" creationId="{96D677DD-6836-CA30-F852-1AE5370C7E19}"/>
          </ac:cxnSpMkLst>
        </pc:cxnChg>
      </pc:sldChg>
      <pc:sldChg chg="modSp mod">
        <pc:chgData name="Zhang, Franky" userId="6ce4719b-7f4a-4549-8832-a74568dd27a3" providerId="ADAL" clId="{503BC1DD-4F9B-E240-BDED-4A1692A72211}" dt="2025-02-27T21:10:01.202" v="3436" actId="14100"/>
        <pc:sldMkLst>
          <pc:docMk/>
          <pc:sldMk cId="75017158" sldId="310"/>
        </pc:sldMkLst>
        <pc:spChg chg="mod">
          <ac:chgData name="Zhang, Franky" userId="6ce4719b-7f4a-4549-8832-a74568dd27a3" providerId="ADAL" clId="{503BC1DD-4F9B-E240-BDED-4A1692A72211}" dt="2025-02-27T21:10:01.202" v="3436" actId="14100"/>
          <ac:spMkLst>
            <pc:docMk/>
            <pc:sldMk cId="75017158" sldId="310"/>
            <ac:spMk id="3" creationId="{986D42FF-6AE4-42A1-0CF1-D177FC7B1B50}"/>
          </ac:spMkLst>
        </pc:spChg>
      </pc:sldChg>
      <pc:sldChg chg="addSp delSp modSp new mod">
        <pc:chgData name="Zhang, Franky" userId="6ce4719b-7f4a-4549-8832-a74568dd27a3" providerId="ADAL" clId="{503BC1DD-4F9B-E240-BDED-4A1692A72211}" dt="2025-02-27T21:51:17.352" v="3588" actId="14100"/>
        <pc:sldMkLst>
          <pc:docMk/>
          <pc:sldMk cId="1819055236" sldId="311"/>
        </pc:sldMkLst>
        <pc:spChg chg="add mod">
          <ac:chgData name="Zhang, Franky" userId="6ce4719b-7f4a-4549-8832-a74568dd27a3" providerId="ADAL" clId="{503BC1DD-4F9B-E240-BDED-4A1692A72211}" dt="2025-02-27T16:56:00.031" v="478"/>
          <ac:spMkLst>
            <pc:docMk/>
            <pc:sldMk cId="1819055236" sldId="311"/>
            <ac:spMk id="4" creationId="{25E25965-7978-1513-4D89-547ABCD4C318}"/>
          </ac:spMkLst>
        </pc:spChg>
        <pc:spChg chg="add mod">
          <ac:chgData name="Zhang, Franky" userId="6ce4719b-7f4a-4549-8832-a74568dd27a3" providerId="ADAL" clId="{503BC1DD-4F9B-E240-BDED-4A1692A72211}" dt="2025-02-27T16:56:12.096" v="523" actId="20577"/>
          <ac:spMkLst>
            <pc:docMk/>
            <pc:sldMk cId="1819055236" sldId="311"/>
            <ac:spMk id="5" creationId="{113C04DB-782F-7782-EC80-792E1C7F14DA}"/>
          </ac:spMkLst>
        </pc:spChg>
        <pc:spChg chg="add mod">
          <ac:chgData name="Zhang, Franky" userId="6ce4719b-7f4a-4549-8832-a74568dd27a3" providerId="ADAL" clId="{503BC1DD-4F9B-E240-BDED-4A1692A72211}" dt="2025-02-27T16:56:00.031" v="478"/>
          <ac:spMkLst>
            <pc:docMk/>
            <pc:sldMk cId="1819055236" sldId="311"/>
            <ac:spMk id="6" creationId="{0F4B82D2-DDCA-EE90-5EF7-490B74D31143}"/>
          </ac:spMkLst>
        </pc:spChg>
        <pc:spChg chg="add mod">
          <ac:chgData name="Zhang, Franky" userId="6ce4719b-7f4a-4549-8832-a74568dd27a3" providerId="ADAL" clId="{503BC1DD-4F9B-E240-BDED-4A1692A72211}" dt="2025-02-27T20:37:36.427" v="3092" actId="20577"/>
          <ac:spMkLst>
            <pc:docMk/>
            <pc:sldMk cId="1819055236" sldId="311"/>
            <ac:spMk id="9" creationId="{36D31762-6662-E065-E0A0-42A5DD86A426}"/>
          </ac:spMkLst>
        </pc:spChg>
        <pc:spChg chg="add mod">
          <ac:chgData name="Zhang, Franky" userId="6ce4719b-7f4a-4549-8832-a74568dd27a3" providerId="ADAL" clId="{503BC1DD-4F9B-E240-BDED-4A1692A72211}" dt="2025-02-27T21:51:17.352" v="3588" actId="14100"/>
          <ac:spMkLst>
            <pc:docMk/>
            <pc:sldMk cId="1819055236" sldId="311"/>
            <ac:spMk id="10" creationId="{CDD9A45F-B84F-8DCB-1D11-34DC1D6F0EAA}"/>
          </ac:spMkLst>
        </pc:spChg>
        <pc:spChg chg="add mod">
          <ac:chgData name="Zhang, Franky" userId="6ce4719b-7f4a-4549-8832-a74568dd27a3" providerId="ADAL" clId="{503BC1DD-4F9B-E240-BDED-4A1692A72211}" dt="2025-02-27T21:50:25.419" v="3582" actId="1076"/>
          <ac:spMkLst>
            <pc:docMk/>
            <pc:sldMk cId="1819055236" sldId="311"/>
            <ac:spMk id="13" creationId="{539E4EDC-8B61-A22B-9A45-FA27904D6E01}"/>
          </ac:spMkLst>
        </pc:spChg>
        <pc:spChg chg="add mod">
          <ac:chgData name="Zhang, Franky" userId="6ce4719b-7f4a-4549-8832-a74568dd27a3" providerId="ADAL" clId="{503BC1DD-4F9B-E240-BDED-4A1692A72211}" dt="2025-02-27T21:50:29.885" v="3583" actId="1076"/>
          <ac:spMkLst>
            <pc:docMk/>
            <pc:sldMk cId="1819055236" sldId="311"/>
            <ac:spMk id="14" creationId="{863828B3-26B9-FD2E-04C5-51BFD42594CE}"/>
          </ac:spMkLst>
        </pc:spChg>
        <pc:spChg chg="add mod">
          <ac:chgData name="Zhang, Franky" userId="6ce4719b-7f4a-4549-8832-a74568dd27a3" providerId="ADAL" clId="{503BC1DD-4F9B-E240-BDED-4A1692A72211}" dt="2025-02-27T21:50:40.324" v="3584" actId="1076"/>
          <ac:spMkLst>
            <pc:docMk/>
            <pc:sldMk cId="1819055236" sldId="311"/>
            <ac:spMk id="15" creationId="{EF8CB4B4-E1B2-1801-7931-52130A4DB237}"/>
          </ac:spMkLst>
        </pc:spChg>
        <pc:spChg chg="add mod">
          <ac:chgData name="Zhang, Franky" userId="6ce4719b-7f4a-4549-8832-a74568dd27a3" providerId="ADAL" clId="{503BC1DD-4F9B-E240-BDED-4A1692A72211}" dt="2025-02-27T21:50:40.324" v="3584" actId="1076"/>
          <ac:spMkLst>
            <pc:docMk/>
            <pc:sldMk cId="1819055236" sldId="311"/>
            <ac:spMk id="16" creationId="{883864C2-5ECF-1047-3105-15BE4F85FD64}"/>
          </ac:spMkLst>
        </pc:spChg>
        <pc:spChg chg="add mod">
          <ac:chgData name="Zhang, Franky" userId="6ce4719b-7f4a-4549-8832-a74568dd27a3" providerId="ADAL" clId="{503BC1DD-4F9B-E240-BDED-4A1692A72211}" dt="2025-02-27T21:50:52.190" v="3585" actId="14100"/>
          <ac:spMkLst>
            <pc:docMk/>
            <pc:sldMk cId="1819055236" sldId="311"/>
            <ac:spMk id="17" creationId="{F669C430-DCB6-8014-ED9D-1AE14A2E812B}"/>
          </ac:spMkLst>
        </pc:spChg>
        <pc:picChg chg="add mod">
          <ac:chgData name="Zhang, Franky" userId="6ce4719b-7f4a-4549-8832-a74568dd27a3" providerId="ADAL" clId="{503BC1DD-4F9B-E240-BDED-4A1692A72211}" dt="2025-02-27T21:50:16.493" v="3581" actId="1076"/>
          <ac:picMkLst>
            <pc:docMk/>
            <pc:sldMk cId="1819055236" sldId="311"/>
            <ac:picMk id="19" creationId="{128A60DE-3056-D8A1-96CB-02906AC0C48B}"/>
          </ac:picMkLst>
        </pc:picChg>
      </pc:sldChg>
      <pc:sldChg chg="addSp delSp modSp new mod">
        <pc:chgData name="Zhang, Franky" userId="6ce4719b-7f4a-4549-8832-a74568dd27a3" providerId="ADAL" clId="{503BC1DD-4F9B-E240-BDED-4A1692A72211}" dt="2025-02-28T03:04:10.567" v="5051" actId="114"/>
        <pc:sldMkLst>
          <pc:docMk/>
          <pc:sldMk cId="776570572" sldId="312"/>
        </pc:sldMkLst>
        <pc:spChg chg="add mod">
          <ac:chgData name="Zhang, Franky" userId="6ce4719b-7f4a-4549-8832-a74568dd27a3" providerId="ADAL" clId="{503BC1DD-4F9B-E240-BDED-4A1692A72211}" dt="2025-02-27T21:55:36.314" v="3607" actId="1076"/>
          <ac:spMkLst>
            <pc:docMk/>
            <pc:sldMk cId="776570572" sldId="312"/>
            <ac:spMk id="7" creationId="{9534EBA1-A91E-0E95-C356-18D5ED82B542}"/>
          </ac:spMkLst>
        </pc:spChg>
        <pc:spChg chg="add mod">
          <ac:chgData name="Zhang, Franky" userId="6ce4719b-7f4a-4549-8832-a74568dd27a3" providerId="ADAL" clId="{503BC1DD-4F9B-E240-BDED-4A1692A72211}" dt="2025-02-27T21:56:08.857" v="3611" actId="1076"/>
          <ac:spMkLst>
            <pc:docMk/>
            <pc:sldMk cId="776570572" sldId="312"/>
            <ac:spMk id="10" creationId="{48A903DB-AA10-E31D-3FFE-23B67239F274}"/>
          </ac:spMkLst>
        </pc:spChg>
        <pc:spChg chg="add mod">
          <ac:chgData name="Zhang, Franky" userId="6ce4719b-7f4a-4549-8832-a74568dd27a3" providerId="ADAL" clId="{503BC1DD-4F9B-E240-BDED-4A1692A72211}" dt="2025-02-27T22:00:24.168" v="3662" actId="14100"/>
          <ac:spMkLst>
            <pc:docMk/>
            <pc:sldMk cId="776570572" sldId="312"/>
            <ac:spMk id="15" creationId="{C2AB8170-5072-D775-F34D-37108A4E09D7}"/>
          </ac:spMkLst>
        </pc:spChg>
        <pc:spChg chg="add mod">
          <ac:chgData name="Zhang, Franky" userId="6ce4719b-7f4a-4549-8832-a74568dd27a3" providerId="ADAL" clId="{503BC1DD-4F9B-E240-BDED-4A1692A72211}" dt="2025-02-27T17:41:57.554" v="1938" actId="1076"/>
          <ac:spMkLst>
            <pc:docMk/>
            <pc:sldMk cId="776570572" sldId="312"/>
            <ac:spMk id="21" creationId="{40053660-9ED0-5037-2FE2-0F4C2B1E8C9E}"/>
          </ac:spMkLst>
        </pc:spChg>
        <pc:spChg chg="add mod">
          <ac:chgData name="Zhang, Franky" userId="6ce4719b-7f4a-4549-8832-a74568dd27a3" providerId="ADAL" clId="{503BC1DD-4F9B-E240-BDED-4A1692A72211}" dt="2025-02-27T21:59:00.347" v="3650" actId="20577"/>
          <ac:spMkLst>
            <pc:docMk/>
            <pc:sldMk cId="776570572" sldId="312"/>
            <ac:spMk id="22" creationId="{335BE374-0061-C5D2-4FD7-2248395BE65F}"/>
          </ac:spMkLst>
        </pc:spChg>
        <pc:spChg chg="add mod">
          <ac:chgData name="Zhang, Franky" userId="6ce4719b-7f4a-4549-8832-a74568dd27a3" providerId="ADAL" clId="{503BC1DD-4F9B-E240-BDED-4A1692A72211}" dt="2025-02-27T22:01:06.156" v="3709" actId="14100"/>
          <ac:spMkLst>
            <pc:docMk/>
            <pc:sldMk cId="776570572" sldId="312"/>
            <ac:spMk id="24" creationId="{C446FEAD-7DA3-7D18-E91F-8E8DF2BB2BBF}"/>
          </ac:spMkLst>
        </pc:spChg>
        <pc:spChg chg="add mod">
          <ac:chgData name="Zhang, Franky" userId="6ce4719b-7f4a-4549-8832-a74568dd27a3" providerId="ADAL" clId="{503BC1DD-4F9B-E240-BDED-4A1692A72211}" dt="2025-02-27T21:57:32.938" v="3622" actId="20577"/>
          <ac:spMkLst>
            <pc:docMk/>
            <pc:sldMk cId="776570572" sldId="312"/>
            <ac:spMk id="25" creationId="{B5587C16-C3E1-16C4-DD3A-43AF1F8CCE91}"/>
          </ac:spMkLst>
        </pc:spChg>
        <pc:spChg chg="add mod">
          <ac:chgData name="Zhang, Franky" userId="6ce4719b-7f4a-4549-8832-a74568dd27a3" providerId="ADAL" clId="{503BC1DD-4F9B-E240-BDED-4A1692A72211}" dt="2025-02-27T22:01:09.041" v="3710" actId="14100"/>
          <ac:spMkLst>
            <pc:docMk/>
            <pc:sldMk cId="776570572" sldId="312"/>
            <ac:spMk id="26" creationId="{F2DA4753-E770-F593-FD6F-ABF93C487796}"/>
          </ac:spMkLst>
        </pc:spChg>
        <pc:spChg chg="add mod">
          <ac:chgData name="Zhang, Franky" userId="6ce4719b-7f4a-4549-8832-a74568dd27a3" providerId="ADAL" clId="{503BC1DD-4F9B-E240-BDED-4A1692A72211}" dt="2025-02-27T21:57:55.375" v="3632" actId="20577"/>
          <ac:spMkLst>
            <pc:docMk/>
            <pc:sldMk cId="776570572" sldId="312"/>
            <ac:spMk id="27" creationId="{D81820B3-C722-E87D-650C-95E811004147}"/>
          </ac:spMkLst>
        </pc:spChg>
        <pc:spChg chg="add mod">
          <ac:chgData name="Zhang, Franky" userId="6ce4719b-7f4a-4549-8832-a74568dd27a3" providerId="ADAL" clId="{503BC1DD-4F9B-E240-BDED-4A1692A72211}" dt="2025-02-27T17:41:50.925" v="1937" actId="1076"/>
          <ac:spMkLst>
            <pc:docMk/>
            <pc:sldMk cId="776570572" sldId="312"/>
            <ac:spMk id="40" creationId="{5BCCD09C-B733-4722-82E1-815717542054}"/>
          </ac:spMkLst>
        </pc:spChg>
        <pc:spChg chg="add mod">
          <ac:chgData name="Zhang, Franky" userId="6ce4719b-7f4a-4549-8832-a74568dd27a3" providerId="ADAL" clId="{503BC1DD-4F9B-E240-BDED-4A1692A72211}" dt="2025-02-27T21:56:08.857" v="3611" actId="1076"/>
          <ac:spMkLst>
            <pc:docMk/>
            <pc:sldMk cId="776570572" sldId="312"/>
            <ac:spMk id="41" creationId="{CD8D6280-B974-9723-3C88-3C62E12750E7}"/>
          </ac:spMkLst>
        </pc:spChg>
        <pc:spChg chg="add mod">
          <ac:chgData name="Zhang, Franky" userId="6ce4719b-7f4a-4549-8832-a74568dd27a3" providerId="ADAL" clId="{503BC1DD-4F9B-E240-BDED-4A1692A72211}" dt="2025-02-27T22:01:35.615" v="3716" actId="14100"/>
          <ac:spMkLst>
            <pc:docMk/>
            <pc:sldMk cId="776570572" sldId="312"/>
            <ac:spMk id="78" creationId="{4D991F7B-B53B-5021-995A-2A950B69D45C}"/>
          </ac:spMkLst>
        </pc:spChg>
        <pc:spChg chg="add mod">
          <ac:chgData name="Zhang, Franky" userId="6ce4719b-7f4a-4549-8832-a74568dd27a3" providerId="ADAL" clId="{503BC1DD-4F9B-E240-BDED-4A1692A72211}" dt="2025-02-27T21:58:48.313" v="3646" actId="20577"/>
          <ac:spMkLst>
            <pc:docMk/>
            <pc:sldMk cId="776570572" sldId="312"/>
            <ac:spMk id="79" creationId="{4CAC0C36-D70D-4194-6BEC-C58E6533B8BF}"/>
          </ac:spMkLst>
        </pc:spChg>
        <pc:spChg chg="add mod">
          <ac:chgData name="Zhang, Franky" userId="6ce4719b-7f4a-4549-8832-a74568dd27a3" providerId="ADAL" clId="{503BC1DD-4F9B-E240-BDED-4A1692A72211}" dt="2025-02-27T22:01:45.893" v="3719" actId="14100"/>
          <ac:spMkLst>
            <pc:docMk/>
            <pc:sldMk cId="776570572" sldId="312"/>
            <ac:spMk id="80" creationId="{0FD08AA5-F4EE-C99A-E73B-C4109D90014F}"/>
          </ac:spMkLst>
        </pc:spChg>
        <pc:spChg chg="add mod">
          <ac:chgData name="Zhang, Franky" userId="6ce4719b-7f4a-4549-8832-a74568dd27a3" providerId="ADAL" clId="{503BC1DD-4F9B-E240-BDED-4A1692A72211}" dt="2025-02-27T21:59:27.526" v="3654" actId="20577"/>
          <ac:spMkLst>
            <pc:docMk/>
            <pc:sldMk cId="776570572" sldId="312"/>
            <ac:spMk id="81" creationId="{978CD34E-202B-D400-F001-D1DBF67E3FCA}"/>
          </ac:spMkLst>
        </pc:spChg>
        <pc:spChg chg="add mod">
          <ac:chgData name="Zhang, Franky" userId="6ce4719b-7f4a-4549-8832-a74568dd27a3" providerId="ADAL" clId="{503BC1DD-4F9B-E240-BDED-4A1692A72211}" dt="2025-02-27T22:01:49.124" v="3720" actId="14100"/>
          <ac:spMkLst>
            <pc:docMk/>
            <pc:sldMk cId="776570572" sldId="312"/>
            <ac:spMk id="82" creationId="{63B7668C-BB20-4C51-A8AB-4B7AFD6DE57C}"/>
          </ac:spMkLst>
        </pc:spChg>
        <pc:spChg chg="add mod">
          <ac:chgData name="Zhang, Franky" userId="6ce4719b-7f4a-4549-8832-a74568dd27a3" providerId="ADAL" clId="{503BC1DD-4F9B-E240-BDED-4A1692A72211}" dt="2025-02-27T21:59:53.002" v="3660" actId="20577"/>
          <ac:spMkLst>
            <pc:docMk/>
            <pc:sldMk cId="776570572" sldId="312"/>
            <ac:spMk id="83" creationId="{FF9F75A3-A0C2-C992-16EA-E8F76B90FB4E}"/>
          </ac:spMkLst>
        </pc:spChg>
        <pc:spChg chg="add mod">
          <ac:chgData name="Zhang, Franky" userId="6ce4719b-7f4a-4549-8832-a74568dd27a3" providerId="ADAL" clId="{503BC1DD-4F9B-E240-BDED-4A1692A72211}" dt="2025-02-27T21:56:08.857" v="3611" actId="1076"/>
          <ac:spMkLst>
            <pc:docMk/>
            <pc:sldMk cId="776570572" sldId="312"/>
            <ac:spMk id="87" creationId="{9EE2F8E9-9BAA-86FE-745C-3CFF0CC4959E}"/>
          </ac:spMkLst>
        </pc:spChg>
        <pc:spChg chg="add mod">
          <ac:chgData name="Zhang, Franky" userId="6ce4719b-7f4a-4549-8832-a74568dd27a3" providerId="ADAL" clId="{503BC1DD-4F9B-E240-BDED-4A1692A72211}" dt="2025-02-27T21:55:42.443" v="3608" actId="1076"/>
          <ac:spMkLst>
            <pc:docMk/>
            <pc:sldMk cId="776570572" sldId="312"/>
            <ac:spMk id="102" creationId="{D9AED2EE-FAFB-AB89-887F-50452C9D277B}"/>
          </ac:spMkLst>
        </pc:spChg>
        <pc:spChg chg="add mod">
          <ac:chgData name="Zhang, Franky" userId="6ce4719b-7f4a-4549-8832-a74568dd27a3" providerId="ADAL" clId="{503BC1DD-4F9B-E240-BDED-4A1692A72211}" dt="2025-02-27T17:47:30.980" v="2025" actId="1076"/>
          <ac:spMkLst>
            <pc:docMk/>
            <pc:sldMk cId="776570572" sldId="312"/>
            <ac:spMk id="109" creationId="{1F192C10-7A68-5F9E-1CC7-FED24C86412B}"/>
          </ac:spMkLst>
        </pc:spChg>
        <pc:spChg chg="add mod">
          <ac:chgData name="Zhang, Franky" userId="6ce4719b-7f4a-4549-8832-a74568dd27a3" providerId="ADAL" clId="{503BC1DD-4F9B-E240-BDED-4A1692A72211}" dt="2025-02-27T21:56:08.857" v="3611" actId="1076"/>
          <ac:spMkLst>
            <pc:docMk/>
            <pc:sldMk cId="776570572" sldId="312"/>
            <ac:spMk id="110" creationId="{2BB35AF1-EB2C-C5C3-3CD9-4E03F0FBDDD2}"/>
          </ac:spMkLst>
        </pc:spChg>
        <pc:spChg chg="add mod">
          <ac:chgData name="Zhang, Franky" userId="6ce4719b-7f4a-4549-8832-a74568dd27a3" providerId="ADAL" clId="{503BC1DD-4F9B-E240-BDED-4A1692A72211}" dt="2025-02-27T17:47:30.980" v="2025" actId="1076"/>
          <ac:spMkLst>
            <pc:docMk/>
            <pc:sldMk cId="776570572" sldId="312"/>
            <ac:spMk id="111" creationId="{DD9B8270-4B08-AAC5-4A11-EF268095BE55}"/>
          </ac:spMkLst>
        </pc:spChg>
        <pc:spChg chg="add mod">
          <ac:chgData name="Zhang, Franky" userId="6ce4719b-7f4a-4549-8832-a74568dd27a3" providerId="ADAL" clId="{503BC1DD-4F9B-E240-BDED-4A1692A72211}" dt="2025-02-27T22:09:38.842" v="3864" actId="1076"/>
          <ac:spMkLst>
            <pc:docMk/>
            <pc:sldMk cId="776570572" sldId="312"/>
            <ac:spMk id="157" creationId="{07DCFFFD-1946-8649-20EB-B5B6FFA26A1F}"/>
          </ac:spMkLst>
        </pc:spChg>
        <pc:spChg chg="add mod">
          <ac:chgData name="Zhang, Franky" userId="6ce4719b-7f4a-4549-8832-a74568dd27a3" providerId="ADAL" clId="{503BC1DD-4F9B-E240-BDED-4A1692A72211}" dt="2025-02-27T22:11:56.104" v="3891" actId="1076"/>
          <ac:spMkLst>
            <pc:docMk/>
            <pc:sldMk cId="776570572" sldId="312"/>
            <ac:spMk id="158" creationId="{2261BE6F-AE61-192C-1629-C8D7239FEBAD}"/>
          </ac:spMkLst>
        </pc:spChg>
        <pc:spChg chg="add mod">
          <ac:chgData name="Zhang, Franky" userId="6ce4719b-7f4a-4549-8832-a74568dd27a3" providerId="ADAL" clId="{503BC1DD-4F9B-E240-BDED-4A1692A72211}" dt="2025-02-27T22:11:50.169" v="3890"/>
          <ac:spMkLst>
            <pc:docMk/>
            <pc:sldMk cId="776570572" sldId="312"/>
            <ac:spMk id="160" creationId="{875C7372-ECE7-E80E-A8D0-9AEF37AEEFA3}"/>
          </ac:spMkLst>
        </pc:spChg>
        <pc:spChg chg="add mod">
          <ac:chgData name="Zhang, Franky" userId="6ce4719b-7f4a-4549-8832-a74568dd27a3" providerId="ADAL" clId="{503BC1DD-4F9B-E240-BDED-4A1692A72211}" dt="2025-02-27T22:12:51.086" v="3898" actId="1076"/>
          <ac:spMkLst>
            <pc:docMk/>
            <pc:sldMk cId="776570572" sldId="312"/>
            <ac:spMk id="162" creationId="{63B898BA-73EB-F24C-427F-798B77CD2DFD}"/>
          </ac:spMkLst>
        </pc:spChg>
        <pc:spChg chg="add mod">
          <ac:chgData name="Zhang, Franky" userId="6ce4719b-7f4a-4549-8832-a74568dd27a3" providerId="ADAL" clId="{503BC1DD-4F9B-E240-BDED-4A1692A72211}" dt="2025-02-27T22:13:42.300" v="3901" actId="14100"/>
          <ac:spMkLst>
            <pc:docMk/>
            <pc:sldMk cId="776570572" sldId="312"/>
            <ac:spMk id="163" creationId="{E0D945F2-D144-B39E-9351-383EA45969B6}"/>
          </ac:spMkLst>
        </pc:spChg>
        <pc:spChg chg="add mod">
          <ac:chgData name="Zhang, Franky" userId="6ce4719b-7f4a-4549-8832-a74568dd27a3" providerId="ADAL" clId="{503BC1DD-4F9B-E240-BDED-4A1692A72211}" dt="2025-02-27T22:15:08.567" v="3906" actId="20577"/>
          <ac:spMkLst>
            <pc:docMk/>
            <pc:sldMk cId="776570572" sldId="312"/>
            <ac:spMk id="164" creationId="{D6A91026-D9FA-4573-7399-43E6FB53AE28}"/>
          </ac:spMkLst>
        </pc:spChg>
        <pc:cxnChg chg="add mod">
          <ac:chgData name="Zhang, Franky" userId="6ce4719b-7f4a-4549-8832-a74568dd27a3" providerId="ADAL" clId="{503BC1DD-4F9B-E240-BDED-4A1692A72211}" dt="2025-02-27T22:01:06.156" v="3709" actId="14100"/>
          <ac:cxnSpMkLst>
            <pc:docMk/>
            <pc:sldMk cId="776570572" sldId="312"/>
            <ac:cxnSpMk id="28" creationId="{2FDEDD97-A1C4-C58B-8EF2-7BFC04C314F6}"/>
          </ac:cxnSpMkLst>
        </pc:cxnChg>
        <pc:cxnChg chg="add mod">
          <ac:chgData name="Zhang, Franky" userId="6ce4719b-7f4a-4549-8832-a74568dd27a3" providerId="ADAL" clId="{503BC1DD-4F9B-E240-BDED-4A1692A72211}" dt="2025-02-27T22:01:09.041" v="3710" actId="14100"/>
          <ac:cxnSpMkLst>
            <pc:docMk/>
            <pc:sldMk cId="776570572" sldId="312"/>
            <ac:cxnSpMk id="31" creationId="{A3BFE9D3-BB68-2EFE-E42F-499AA8F4D8FE}"/>
          </ac:cxnSpMkLst>
        </pc:cxnChg>
        <pc:cxnChg chg="add mod">
          <ac:chgData name="Zhang, Franky" userId="6ce4719b-7f4a-4549-8832-a74568dd27a3" providerId="ADAL" clId="{503BC1DD-4F9B-E240-BDED-4A1692A72211}" dt="2025-02-27T22:00:24.168" v="3662" actId="14100"/>
          <ac:cxnSpMkLst>
            <pc:docMk/>
            <pc:sldMk cId="776570572" sldId="312"/>
            <ac:cxnSpMk id="34" creationId="{414101EA-5048-28E9-23EC-55547EF65FE2}"/>
          </ac:cxnSpMkLst>
        </pc:cxnChg>
        <pc:cxnChg chg="add mod">
          <ac:chgData name="Zhang, Franky" userId="6ce4719b-7f4a-4549-8832-a74568dd27a3" providerId="ADAL" clId="{503BC1DD-4F9B-E240-BDED-4A1692A72211}" dt="2025-02-27T22:01:35.615" v="3716" actId="14100"/>
          <ac:cxnSpMkLst>
            <pc:docMk/>
            <pc:sldMk cId="776570572" sldId="312"/>
            <ac:cxnSpMk id="88" creationId="{4425F0D0-D276-E2F8-128B-E257A82E14B6}"/>
          </ac:cxnSpMkLst>
        </pc:cxnChg>
        <pc:cxnChg chg="add mod">
          <ac:chgData name="Zhang, Franky" userId="6ce4719b-7f4a-4549-8832-a74568dd27a3" providerId="ADAL" clId="{503BC1DD-4F9B-E240-BDED-4A1692A72211}" dt="2025-02-27T22:01:45.893" v="3719" actId="14100"/>
          <ac:cxnSpMkLst>
            <pc:docMk/>
            <pc:sldMk cId="776570572" sldId="312"/>
            <ac:cxnSpMk id="91" creationId="{0C8DBB94-BDB2-ABAA-5110-FF1272AADDB6}"/>
          </ac:cxnSpMkLst>
        </pc:cxnChg>
        <pc:cxnChg chg="add mod">
          <ac:chgData name="Zhang, Franky" userId="6ce4719b-7f4a-4549-8832-a74568dd27a3" providerId="ADAL" clId="{503BC1DD-4F9B-E240-BDED-4A1692A72211}" dt="2025-02-27T22:01:49.124" v="3720" actId="14100"/>
          <ac:cxnSpMkLst>
            <pc:docMk/>
            <pc:sldMk cId="776570572" sldId="312"/>
            <ac:cxnSpMk id="94" creationId="{9FF08AA0-6AAE-B1DB-1643-117BFFDECFB7}"/>
          </ac:cxnSpMkLst>
        </pc:cxnChg>
      </pc:sldChg>
      <pc:sldChg chg="addSp delSp modSp add mod">
        <pc:chgData name="Zhang, Franky" userId="6ce4719b-7f4a-4549-8832-a74568dd27a3" providerId="ADAL" clId="{503BC1DD-4F9B-E240-BDED-4A1692A72211}" dt="2025-02-27T18:37:02.373" v="2349" actId="1076"/>
        <pc:sldMkLst>
          <pc:docMk/>
          <pc:sldMk cId="2293413120" sldId="313"/>
        </pc:sldMkLst>
        <pc:picChg chg="add mod">
          <ac:chgData name="Zhang, Franky" userId="6ce4719b-7f4a-4549-8832-a74568dd27a3" providerId="ADAL" clId="{503BC1DD-4F9B-E240-BDED-4A1692A72211}" dt="2025-02-27T18:37:02.373" v="2349" actId="1076"/>
          <ac:picMkLst>
            <pc:docMk/>
            <pc:sldMk cId="2293413120" sldId="313"/>
            <ac:picMk id="4" creationId="{902F587A-1835-1C5B-9958-1D52E9228FD5}"/>
          </ac:picMkLst>
        </pc:picChg>
      </pc:sldChg>
      <pc:sldChg chg="addSp delSp modSp new mod ord">
        <pc:chgData name="Zhang, Franky" userId="6ce4719b-7f4a-4549-8832-a74568dd27a3" providerId="ADAL" clId="{503BC1DD-4F9B-E240-BDED-4A1692A72211}" dt="2025-02-27T22:15:34.178" v="3922" actId="20577"/>
        <pc:sldMkLst>
          <pc:docMk/>
          <pc:sldMk cId="1644625295" sldId="314"/>
        </pc:sldMkLst>
        <pc:spChg chg="add mod">
          <ac:chgData name="Zhang, Franky" userId="6ce4719b-7f4a-4549-8832-a74568dd27a3" providerId="ADAL" clId="{503BC1DD-4F9B-E240-BDED-4A1692A72211}" dt="2025-02-27T21:29:10.077" v="3449"/>
          <ac:spMkLst>
            <pc:docMk/>
            <pc:sldMk cId="1644625295" sldId="314"/>
            <ac:spMk id="4" creationId="{6659E28C-C29B-00E2-DA2E-9468F3BA7CBC}"/>
          </ac:spMkLst>
        </pc:spChg>
        <pc:spChg chg="add mod">
          <ac:chgData name="Zhang, Franky" userId="6ce4719b-7f4a-4549-8832-a74568dd27a3" providerId="ADAL" clId="{503BC1DD-4F9B-E240-BDED-4A1692A72211}" dt="2025-02-27T22:15:34.178" v="3922" actId="20577"/>
          <ac:spMkLst>
            <pc:docMk/>
            <pc:sldMk cId="1644625295" sldId="314"/>
            <ac:spMk id="5" creationId="{401D576F-1CF9-5384-5342-D4B1606B4DF0}"/>
          </ac:spMkLst>
        </pc:spChg>
        <pc:spChg chg="add mod">
          <ac:chgData name="Zhang, Franky" userId="6ce4719b-7f4a-4549-8832-a74568dd27a3" providerId="ADAL" clId="{503BC1DD-4F9B-E240-BDED-4A1692A72211}" dt="2025-02-27T21:29:10.077" v="3449"/>
          <ac:spMkLst>
            <pc:docMk/>
            <pc:sldMk cId="1644625295" sldId="314"/>
            <ac:spMk id="6" creationId="{8129DA61-7D62-D449-F5D1-27D6F0A4D2E9}"/>
          </ac:spMkLst>
        </pc:spChg>
        <pc:spChg chg="add mod">
          <ac:chgData name="Zhang, Franky" userId="6ce4719b-7f4a-4549-8832-a74568dd27a3" providerId="ADAL" clId="{503BC1DD-4F9B-E240-BDED-4A1692A72211}" dt="2025-02-27T21:42:11.126" v="3532" actId="1076"/>
          <ac:spMkLst>
            <pc:docMk/>
            <pc:sldMk cId="1644625295" sldId="314"/>
            <ac:spMk id="17" creationId="{718EA61A-E7AE-1A2B-31A1-B43C1F4C356C}"/>
          </ac:spMkLst>
        </pc:spChg>
        <pc:spChg chg="add mod">
          <ac:chgData name="Zhang, Franky" userId="6ce4719b-7f4a-4549-8832-a74568dd27a3" providerId="ADAL" clId="{503BC1DD-4F9B-E240-BDED-4A1692A72211}" dt="2025-02-27T21:45:19.998" v="3557" actId="1076"/>
          <ac:spMkLst>
            <pc:docMk/>
            <pc:sldMk cId="1644625295" sldId="314"/>
            <ac:spMk id="18" creationId="{7C7EE57D-A9ED-C628-B053-58365FE5FE4D}"/>
          </ac:spMkLst>
        </pc:spChg>
        <pc:spChg chg="add mod">
          <ac:chgData name="Zhang, Franky" userId="6ce4719b-7f4a-4549-8832-a74568dd27a3" providerId="ADAL" clId="{503BC1DD-4F9B-E240-BDED-4A1692A72211}" dt="2025-02-27T21:43:34.307" v="3549" actId="1076"/>
          <ac:spMkLst>
            <pc:docMk/>
            <pc:sldMk cId="1644625295" sldId="314"/>
            <ac:spMk id="21" creationId="{C59E8A65-98E4-8C0C-5477-38E94974D845}"/>
          </ac:spMkLst>
        </pc:spChg>
        <pc:spChg chg="add mod">
          <ac:chgData name="Zhang, Franky" userId="6ce4719b-7f4a-4549-8832-a74568dd27a3" providerId="ADAL" clId="{503BC1DD-4F9B-E240-BDED-4A1692A72211}" dt="2025-02-27T21:43:28.619" v="3546" actId="1076"/>
          <ac:spMkLst>
            <pc:docMk/>
            <pc:sldMk cId="1644625295" sldId="314"/>
            <ac:spMk id="22" creationId="{3B9BAAD6-0F70-5712-6D90-D1F2407B4AAD}"/>
          </ac:spMkLst>
        </pc:spChg>
        <pc:spChg chg="add mod">
          <ac:chgData name="Zhang, Franky" userId="6ce4719b-7f4a-4549-8832-a74568dd27a3" providerId="ADAL" clId="{503BC1DD-4F9B-E240-BDED-4A1692A72211}" dt="2025-02-27T21:45:10.440" v="3556" actId="1076"/>
          <ac:spMkLst>
            <pc:docMk/>
            <pc:sldMk cId="1644625295" sldId="314"/>
            <ac:spMk id="23" creationId="{8EEEFC2A-80AF-651D-526F-72346AC6EBD8}"/>
          </ac:spMkLst>
        </pc:spChg>
        <pc:picChg chg="add mod">
          <ac:chgData name="Zhang, Franky" userId="6ce4719b-7f4a-4549-8832-a74568dd27a3" providerId="ADAL" clId="{503BC1DD-4F9B-E240-BDED-4A1692A72211}" dt="2025-02-27T21:54:21.314" v="3604" actId="1076"/>
          <ac:picMkLst>
            <pc:docMk/>
            <pc:sldMk cId="1644625295" sldId="314"/>
            <ac:picMk id="25" creationId="{A3353585-725E-AD11-9E88-1DF3F421A09C}"/>
          </ac:picMkLst>
        </pc:picChg>
      </pc:sldChg>
      <pc:sldChg chg="addSp delSp modSp new del mod">
        <pc:chgData name="Zhang, Franky" userId="6ce4719b-7f4a-4549-8832-a74568dd27a3" providerId="ADAL" clId="{503BC1DD-4F9B-E240-BDED-4A1692A72211}" dt="2025-02-28T02:48:56.884" v="4189" actId="2696"/>
        <pc:sldMkLst>
          <pc:docMk/>
          <pc:sldMk cId="2349723065" sldId="315"/>
        </pc:sldMkLst>
      </pc:sldChg>
      <pc:sldChg chg="addSp delSp modSp new mod ord">
        <pc:chgData name="Zhang, Franky" userId="6ce4719b-7f4a-4549-8832-a74568dd27a3" providerId="ADAL" clId="{503BC1DD-4F9B-E240-BDED-4A1692A72211}" dt="2025-02-28T02:50:04.254" v="4237" actId="20577"/>
        <pc:sldMkLst>
          <pc:docMk/>
          <pc:sldMk cId="954375263" sldId="316"/>
        </pc:sldMkLst>
        <pc:spChg chg="add mod">
          <ac:chgData name="Zhang, Franky" userId="6ce4719b-7f4a-4549-8832-a74568dd27a3" providerId="ADAL" clId="{503BC1DD-4F9B-E240-BDED-4A1692A72211}" dt="2025-02-28T02:50:04.254" v="4237" actId="20577"/>
          <ac:spMkLst>
            <pc:docMk/>
            <pc:sldMk cId="954375263" sldId="316"/>
            <ac:spMk id="4" creationId="{D898244C-41BC-E517-4743-8534E29294CA}"/>
          </ac:spMkLst>
        </pc:spChg>
        <pc:spChg chg="add mod">
          <ac:chgData name="Zhang, Franky" userId="6ce4719b-7f4a-4549-8832-a74568dd27a3" providerId="ADAL" clId="{503BC1DD-4F9B-E240-BDED-4A1692A72211}" dt="2025-02-27T22:17:33.023" v="3967"/>
          <ac:spMkLst>
            <pc:docMk/>
            <pc:sldMk cId="954375263" sldId="316"/>
            <ac:spMk id="5" creationId="{A75310AC-4B16-36CC-A42B-0274F6ADCDBF}"/>
          </ac:spMkLst>
        </pc:spChg>
        <pc:spChg chg="add mod">
          <ac:chgData name="Zhang, Franky" userId="6ce4719b-7f4a-4549-8832-a74568dd27a3" providerId="ADAL" clId="{503BC1DD-4F9B-E240-BDED-4A1692A72211}" dt="2025-02-27T22:17:33.023" v="3967"/>
          <ac:spMkLst>
            <pc:docMk/>
            <pc:sldMk cId="954375263" sldId="316"/>
            <ac:spMk id="6" creationId="{EE18B97C-495D-2352-2238-678FC1B26BD4}"/>
          </ac:spMkLst>
        </pc:spChg>
        <pc:spChg chg="add mod">
          <ac:chgData name="Zhang, Franky" userId="6ce4719b-7f4a-4549-8832-a74568dd27a3" providerId="ADAL" clId="{503BC1DD-4F9B-E240-BDED-4A1692A72211}" dt="2025-02-28T02:49:51.182" v="4235" actId="1076"/>
          <ac:spMkLst>
            <pc:docMk/>
            <pc:sldMk cId="954375263" sldId="316"/>
            <ac:spMk id="11" creationId="{EBF4047E-98B6-B79F-76D5-87B3DC393B20}"/>
          </ac:spMkLst>
        </pc:spChg>
        <pc:spChg chg="add mod">
          <ac:chgData name="Zhang, Franky" userId="6ce4719b-7f4a-4549-8832-a74568dd27a3" providerId="ADAL" clId="{503BC1DD-4F9B-E240-BDED-4A1692A72211}" dt="2025-02-28T02:49:51.182" v="4235" actId="1076"/>
          <ac:spMkLst>
            <pc:docMk/>
            <pc:sldMk cId="954375263" sldId="316"/>
            <ac:spMk id="12" creationId="{362AC46C-9C32-D1B9-59D2-0530327056B9}"/>
          </ac:spMkLst>
        </pc:spChg>
        <pc:spChg chg="add mod">
          <ac:chgData name="Zhang, Franky" userId="6ce4719b-7f4a-4549-8832-a74568dd27a3" providerId="ADAL" clId="{503BC1DD-4F9B-E240-BDED-4A1692A72211}" dt="2025-02-28T02:49:51.182" v="4235" actId="1076"/>
          <ac:spMkLst>
            <pc:docMk/>
            <pc:sldMk cId="954375263" sldId="316"/>
            <ac:spMk id="14" creationId="{EC18A088-DFC6-0C99-5975-6FC78CABAEDB}"/>
          </ac:spMkLst>
        </pc:spChg>
        <pc:spChg chg="add mod">
          <ac:chgData name="Zhang, Franky" userId="6ce4719b-7f4a-4549-8832-a74568dd27a3" providerId="ADAL" clId="{503BC1DD-4F9B-E240-BDED-4A1692A72211}" dt="2025-02-28T02:49:51.182" v="4235" actId="1076"/>
          <ac:spMkLst>
            <pc:docMk/>
            <pc:sldMk cId="954375263" sldId="316"/>
            <ac:spMk id="15" creationId="{C2AAAE46-D408-0A07-400B-6CC73A2B72E8}"/>
          </ac:spMkLst>
        </pc:spChg>
        <pc:picChg chg="add mod">
          <ac:chgData name="Zhang, Franky" userId="6ce4719b-7f4a-4549-8832-a74568dd27a3" providerId="ADAL" clId="{503BC1DD-4F9B-E240-BDED-4A1692A72211}" dt="2025-02-28T02:49:51.182" v="4235" actId="1076"/>
          <ac:picMkLst>
            <pc:docMk/>
            <pc:sldMk cId="954375263" sldId="316"/>
            <ac:picMk id="8" creationId="{3841E91A-E636-4B10-06AB-D1DC6D03A29D}"/>
          </ac:picMkLst>
        </pc:picChg>
        <pc:picChg chg="add mod">
          <ac:chgData name="Zhang, Franky" userId="6ce4719b-7f4a-4549-8832-a74568dd27a3" providerId="ADAL" clId="{503BC1DD-4F9B-E240-BDED-4A1692A72211}" dt="2025-02-28T02:49:51.182" v="4235" actId="1076"/>
          <ac:picMkLst>
            <pc:docMk/>
            <pc:sldMk cId="954375263" sldId="316"/>
            <ac:picMk id="10" creationId="{FFAAFB16-6C04-6033-4973-EF863B44B9EA}"/>
          </ac:picMkLst>
        </pc:picChg>
      </pc:sldChg>
      <pc:sldChg chg="add del">
        <pc:chgData name="Zhang, Franky" userId="6ce4719b-7f4a-4549-8832-a74568dd27a3" providerId="ADAL" clId="{503BC1DD-4F9B-E240-BDED-4A1692A72211}" dt="2025-02-27T21:42:37.858" v="3536"/>
        <pc:sldMkLst>
          <pc:docMk/>
          <pc:sldMk cId="3182449724" sldId="317"/>
        </pc:sldMkLst>
      </pc:sldChg>
    </pc:docChg>
  </pc:docChgLst>
  <pc:docChgLst>
    <pc:chgData name="Zhang, Franky" userId="6ce4719b-7f4a-4549-8832-a74568dd27a3" providerId="ADAL" clId="{6A0E2431-0765-234E-A2F3-757A404C5A8F}"/>
    <pc:docChg chg="undo redo custSel addSld delSld modSld">
      <pc:chgData name="Zhang, Franky" userId="6ce4719b-7f4a-4549-8832-a74568dd27a3" providerId="ADAL" clId="{6A0E2431-0765-234E-A2F3-757A404C5A8F}" dt="2025-02-05T15:36:30.361" v="7241" actId="478"/>
      <pc:docMkLst>
        <pc:docMk/>
      </pc:docMkLst>
      <pc:sldChg chg="delSp mod">
        <pc:chgData name="Zhang, Franky" userId="6ce4719b-7f4a-4549-8832-a74568dd27a3" providerId="ADAL" clId="{6A0E2431-0765-234E-A2F3-757A404C5A8F}" dt="2025-02-05T15:26:56.782" v="7192" actId="478"/>
        <pc:sldMkLst>
          <pc:docMk/>
          <pc:sldMk cId="1442647368" sldId="258"/>
        </pc:sldMkLst>
      </pc:sldChg>
      <pc:sldChg chg="delSp mod">
        <pc:chgData name="Zhang, Franky" userId="6ce4719b-7f4a-4549-8832-a74568dd27a3" providerId="ADAL" clId="{6A0E2431-0765-234E-A2F3-757A404C5A8F}" dt="2025-02-05T15:36:20.719" v="7238" actId="478"/>
        <pc:sldMkLst>
          <pc:docMk/>
          <pc:sldMk cId="1429092474" sldId="266"/>
        </pc:sldMkLst>
      </pc:sldChg>
      <pc:sldChg chg="delSp mod">
        <pc:chgData name="Zhang, Franky" userId="6ce4719b-7f4a-4549-8832-a74568dd27a3" providerId="ADAL" clId="{6A0E2431-0765-234E-A2F3-757A404C5A8F}" dt="2025-02-05T15:27:08.451" v="7194" actId="478"/>
        <pc:sldMkLst>
          <pc:docMk/>
          <pc:sldMk cId="3360281781" sldId="271"/>
        </pc:sldMkLst>
      </pc:sldChg>
      <pc:sldChg chg="delSp mod">
        <pc:chgData name="Zhang, Franky" userId="6ce4719b-7f4a-4549-8832-a74568dd27a3" providerId="ADAL" clId="{6A0E2431-0765-234E-A2F3-757A404C5A8F}" dt="2025-02-05T15:27:28.082" v="7195" actId="478"/>
        <pc:sldMkLst>
          <pc:docMk/>
          <pc:sldMk cId="462367689" sldId="273"/>
        </pc:sldMkLst>
      </pc:sldChg>
      <pc:sldChg chg="delSp mod">
        <pc:chgData name="Zhang, Franky" userId="6ce4719b-7f4a-4549-8832-a74568dd27a3" providerId="ADAL" clId="{6A0E2431-0765-234E-A2F3-757A404C5A8F}" dt="2025-02-05T15:27:36.448" v="7197" actId="478"/>
        <pc:sldMkLst>
          <pc:docMk/>
          <pc:sldMk cId="134862469" sldId="274"/>
        </pc:sldMkLst>
      </pc:sldChg>
      <pc:sldChg chg="delSp mod">
        <pc:chgData name="Zhang, Franky" userId="6ce4719b-7f4a-4549-8832-a74568dd27a3" providerId="ADAL" clId="{6A0E2431-0765-234E-A2F3-757A404C5A8F}" dt="2025-02-05T15:27:05.128" v="7193" actId="478"/>
        <pc:sldMkLst>
          <pc:docMk/>
          <pc:sldMk cId="3677840197" sldId="275"/>
        </pc:sldMkLst>
      </pc:sldChg>
      <pc:sldChg chg="delSp mod modShow">
        <pc:chgData name="Zhang, Franky" userId="6ce4719b-7f4a-4549-8832-a74568dd27a3" providerId="ADAL" clId="{6A0E2431-0765-234E-A2F3-757A404C5A8F}" dt="2025-02-05T15:34:38.272" v="7234" actId="729"/>
        <pc:sldMkLst>
          <pc:docMk/>
          <pc:sldMk cId="1433029649" sldId="278"/>
        </pc:sldMkLst>
      </pc:sldChg>
      <pc:sldChg chg="delSp mod">
        <pc:chgData name="Zhang, Franky" userId="6ce4719b-7f4a-4549-8832-a74568dd27a3" providerId="ADAL" clId="{6A0E2431-0765-234E-A2F3-757A404C5A8F}" dt="2025-02-05T15:26:50.089" v="7190" actId="478"/>
        <pc:sldMkLst>
          <pc:docMk/>
          <pc:sldMk cId="3423547274" sldId="282"/>
        </pc:sldMkLst>
      </pc:sldChg>
      <pc:sldChg chg="delSp mod">
        <pc:chgData name="Zhang, Franky" userId="6ce4719b-7f4a-4549-8832-a74568dd27a3" providerId="ADAL" clId="{6A0E2431-0765-234E-A2F3-757A404C5A8F}" dt="2025-02-05T15:26:46.673" v="7189" actId="478"/>
        <pc:sldMkLst>
          <pc:docMk/>
          <pc:sldMk cId="2764460739" sldId="283"/>
        </pc:sldMkLst>
      </pc:sldChg>
      <pc:sldChg chg="delSp mod">
        <pc:chgData name="Zhang, Franky" userId="6ce4719b-7f4a-4549-8832-a74568dd27a3" providerId="ADAL" clId="{6A0E2431-0765-234E-A2F3-757A404C5A8F}" dt="2025-02-05T15:26:43.718" v="7188" actId="478"/>
        <pc:sldMkLst>
          <pc:docMk/>
          <pc:sldMk cId="1929669608" sldId="284"/>
        </pc:sldMkLst>
      </pc:sldChg>
      <pc:sldChg chg="delSp mod">
        <pc:chgData name="Zhang, Franky" userId="6ce4719b-7f4a-4549-8832-a74568dd27a3" providerId="ADAL" clId="{6A0E2431-0765-234E-A2F3-757A404C5A8F}" dt="2025-02-05T15:36:23.821" v="7239" actId="478"/>
        <pc:sldMkLst>
          <pc:docMk/>
          <pc:sldMk cId="1899376214" sldId="290"/>
        </pc:sldMkLst>
      </pc:sldChg>
      <pc:sldChg chg="delSp mod">
        <pc:chgData name="Zhang, Franky" userId="6ce4719b-7f4a-4549-8832-a74568dd27a3" providerId="ADAL" clId="{6A0E2431-0765-234E-A2F3-757A404C5A8F}" dt="2025-02-05T15:36:30.361" v="7241" actId="478"/>
        <pc:sldMkLst>
          <pc:docMk/>
          <pc:sldMk cId="2034234633" sldId="291"/>
        </pc:sldMkLst>
      </pc:sldChg>
      <pc:sldChg chg="delSp mod">
        <pc:chgData name="Zhang, Franky" userId="6ce4719b-7f4a-4549-8832-a74568dd27a3" providerId="ADAL" clId="{6A0E2431-0765-234E-A2F3-757A404C5A8F}" dt="2025-02-05T15:36:26.779" v="7240" actId="478"/>
        <pc:sldMkLst>
          <pc:docMk/>
          <pc:sldMk cId="3631312834" sldId="292"/>
        </pc:sldMkLst>
      </pc:sldChg>
      <pc:sldChg chg="delSp mod">
        <pc:chgData name="Zhang, Franky" userId="6ce4719b-7f4a-4549-8832-a74568dd27a3" providerId="ADAL" clId="{6A0E2431-0765-234E-A2F3-757A404C5A8F}" dt="2025-02-05T15:26:53.377" v="7191" actId="478"/>
        <pc:sldMkLst>
          <pc:docMk/>
          <pc:sldMk cId="1395785717" sldId="293"/>
        </pc:sldMkLst>
      </pc:sldChg>
      <pc:sldChg chg="delSp mod">
        <pc:chgData name="Zhang, Franky" userId="6ce4719b-7f4a-4549-8832-a74568dd27a3" providerId="ADAL" clId="{6A0E2431-0765-234E-A2F3-757A404C5A8F}" dt="2025-02-05T15:36:16.290" v="7237" actId="478"/>
        <pc:sldMkLst>
          <pc:docMk/>
          <pc:sldMk cId="181451484" sldId="295"/>
        </pc:sldMkLst>
      </pc:sldChg>
      <pc:sldChg chg="delSp mod modShow">
        <pc:chgData name="Zhang, Franky" userId="6ce4719b-7f4a-4549-8832-a74568dd27a3" providerId="ADAL" clId="{6A0E2431-0765-234E-A2F3-757A404C5A8F}" dt="2025-02-05T15:35:43.337" v="7235" actId="729"/>
        <pc:sldMkLst>
          <pc:docMk/>
          <pc:sldMk cId="1226754813" sldId="296"/>
        </pc:sldMkLst>
      </pc:sldChg>
      <pc:sldChg chg="delSp modSp mod modShow">
        <pc:chgData name="Zhang, Franky" userId="6ce4719b-7f4a-4549-8832-a74568dd27a3" providerId="ADAL" clId="{6A0E2431-0765-234E-A2F3-757A404C5A8F}" dt="2025-02-05T15:35:51.409" v="7236" actId="729"/>
        <pc:sldMkLst>
          <pc:docMk/>
          <pc:sldMk cId="2553253248" sldId="297"/>
        </pc:sldMkLst>
      </pc:sldChg>
      <pc:sldChg chg="addSp delSp modSp del mod">
        <pc:chgData name="Zhang, Franky" userId="6ce4719b-7f4a-4549-8832-a74568dd27a3" providerId="ADAL" clId="{6A0E2431-0765-234E-A2F3-757A404C5A8F}" dt="2025-02-05T15:27:51.344" v="7201" actId="2696"/>
        <pc:sldMkLst>
          <pc:docMk/>
          <pc:sldMk cId="1016887918" sldId="298"/>
        </pc:sldMkLst>
      </pc:sldChg>
      <pc:sldChg chg="del">
        <pc:chgData name="Zhang, Franky" userId="6ce4719b-7f4a-4549-8832-a74568dd27a3" providerId="ADAL" clId="{6A0E2431-0765-234E-A2F3-757A404C5A8F}" dt="2025-02-04T18:58:34.368" v="0" actId="2696"/>
        <pc:sldMkLst>
          <pc:docMk/>
          <pc:sldMk cId="3859216957" sldId="299"/>
        </pc:sldMkLst>
      </pc:sldChg>
      <pc:sldChg chg="del">
        <pc:chgData name="Zhang, Franky" userId="6ce4719b-7f4a-4549-8832-a74568dd27a3" providerId="ADAL" clId="{6A0E2431-0765-234E-A2F3-757A404C5A8F}" dt="2025-02-04T18:58:35.293" v="1" actId="2696"/>
        <pc:sldMkLst>
          <pc:docMk/>
          <pc:sldMk cId="693434695" sldId="300"/>
        </pc:sldMkLst>
      </pc:sldChg>
      <pc:sldChg chg="addSp delSp modSp mod">
        <pc:chgData name="Zhang, Franky" userId="6ce4719b-7f4a-4549-8832-a74568dd27a3" providerId="ADAL" clId="{6A0E2431-0765-234E-A2F3-757A404C5A8F}" dt="2025-02-04T19:10:12.768" v="20" actId="1076"/>
        <pc:sldMkLst>
          <pc:docMk/>
          <pc:sldMk cId="2622075714" sldId="301"/>
        </pc:sldMkLst>
        <pc:picChg chg="add mod">
          <ac:chgData name="Zhang, Franky" userId="6ce4719b-7f4a-4549-8832-a74568dd27a3" providerId="ADAL" clId="{6A0E2431-0765-234E-A2F3-757A404C5A8F}" dt="2025-02-04T19:00:35.707" v="13" actId="14100"/>
          <ac:picMkLst>
            <pc:docMk/>
            <pc:sldMk cId="2622075714" sldId="301"/>
            <ac:picMk id="7" creationId="{346FD38E-94B7-4062-EABE-FC126C0F9BE9}"/>
          </ac:picMkLst>
        </pc:picChg>
        <pc:picChg chg="add mod">
          <ac:chgData name="Zhang, Franky" userId="6ce4719b-7f4a-4549-8832-a74568dd27a3" providerId="ADAL" clId="{6A0E2431-0765-234E-A2F3-757A404C5A8F}" dt="2025-02-04T19:10:12.768" v="20" actId="1076"/>
          <ac:picMkLst>
            <pc:docMk/>
            <pc:sldMk cId="2622075714" sldId="301"/>
            <ac:picMk id="10" creationId="{3840C868-44E9-0A5A-1E43-65B13CF46215}"/>
          </ac:picMkLst>
        </pc:picChg>
      </pc:sldChg>
      <pc:sldChg chg="addSp delSp modSp mod">
        <pc:chgData name="Zhang, Franky" userId="6ce4719b-7f4a-4549-8832-a74568dd27a3" providerId="ADAL" clId="{6A0E2431-0765-234E-A2F3-757A404C5A8F}" dt="2025-02-05T15:25:27.083" v="7187" actId="20577"/>
        <pc:sldMkLst>
          <pc:docMk/>
          <pc:sldMk cId="1806322137" sldId="302"/>
        </pc:sldMkLst>
      </pc:sldChg>
      <pc:sldChg chg="addSp delSp modSp mod">
        <pc:chgData name="Zhang, Franky" userId="6ce4719b-7f4a-4549-8832-a74568dd27a3" providerId="ADAL" clId="{6A0E2431-0765-234E-A2F3-757A404C5A8F}" dt="2025-02-05T15:34:26.247" v="7233" actId="13926"/>
        <pc:sldMkLst>
          <pc:docMk/>
          <pc:sldMk cId="761758101" sldId="303"/>
        </pc:sldMkLst>
      </pc:sldChg>
      <pc:sldChg chg="addSp delSp modSp new mod">
        <pc:chgData name="Zhang, Franky" userId="6ce4719b-7f4a-4549-8832-a74568dd27a3" providerId="ADAL" clId="{6A0E2431-0765-234E-A2F3-757A404C5A8F}" dt="2025-02-04T19:54:22.074" v="29" actId="1076"/>
        <pc:sldMkLst>
          <pc:docMk/>
          <pc:sldMk cId="1125548797" sldId="304"/>
        </pc:sldMkLst>
      </pc:sldChg>
      <pc:sldChg chg="addSp delSp modSp new mod">
        <pc:chgData name="Zhang, Franky" userId="6ce4719b-7f4a-4549-8832-a74568dd27a3" providerId="ADAL" clId="{6A0E2431-0765-234E-A2F3-757A404C5A8F}" dt="2025-02-04T19:57:33.471" v="36" actId="14100"/>
        <pc:sldMkLst>
          <pc:docMk/>
          <pc:sldMk cId="789430207" sldId="305"/>
        </pc:sldMkLst>
      </pc:sldChg>
      <pc:sldChg chg="addSp delSp modSp new mod">
        <pc:chgData name="Zhang, Franky" userId="6ce4719b-7f4a-4549-8832-a74568dd27a3" providerId="ADAL" clId="{6A0E2431-0765-234E-A2F3-757A404C5A8F}" dt="2025-02-04T22:12:20.384" v="52" actId="1076"/>
        <pc:sldMkLst>
          <pc:docMk/>
          <pc:sldMk cId="2562859138" sldId="306"/>
        </pc:sldMkLst>
      </pc:sldChg>
      <pc:sldChg chg="addSp delSp modSp new mod">
        <pc:chgData name="Zhang, Franky" userId="6ce4719b-7f4a-4549-8832-a74568dd27a3" providerId="ADAL" clId="{6A0E2431-0765-234E-A2F3-757A404C5A8F}" dt="2025-02-05T15:33:14.753" v="7226" actId="1076"/>
        <pc:sldMkLst>
          <pc:docMk/>
          <pc:sldMk cId="2604125423" sldId="307"/>
        </pc:sldMkLst>
      </pc:sldChg>
      <pc:sldChg chg="addSp delSp modSp new mod">
        <pc:chgData name="Zhang, Franky" userId="6ce4719b-7f4a-4549-8832-a74568dd27a3" providerId="ADAL" clId="{6A0E2431-0765-234E-A2F3-757A404C5A8F}" dt="2025-02-05T15:33:02.732" v="7224" actId="14100"/>
        <pc:sldMkLst>
          <pc:docMk/>
          <pc:sldMk cId="1994824501" sldId="308"/>
        </pc:sldMkLst>
        <pc:spChg chg="add mod">
          <ac:chgData name="Zhang, Franky" userId="6ce4719b-7f4a-4549-8832-a74568dd27a3" providerId="ADAL" clId="{6A0E2431-0765-234E-A2F3-757A404C5A8F}" dt="2025-02-04T22:18:18.181" v="58"/>
          <ac:spMkLst>
            <pc:docMk/>
            <pc:sldMk cId="1994824501" sldId="308"/>
            <ac:spMk id="4" creationId="{6AF21093-EA20-C9B2-74A8-8273732F6928}"/>
          </ac:spMkLst>
        </pc:spChg>
        <pc:spChg chg="add mod">
          <ac:chgData name="Zhang, Franky" userId="6ce4719b-7f4a-4549-8832-a74568dd27a3" providerId="ADAL" clId="{6A0E2431-0765-234E-A2F3-757A404C5A8F}" dt="2025-02-04T22:18:18.181" v="58"/>
          <ac:spMkLst>
            <pc:docMk/>
            <pc:sldMk cId="1994824501" sldId="308"/>
            <ac:spMk id="5" creationId="{7C0EA1C4-51B1-C57E-6DB9-6CABC56ABF3C}"/>
          </ac:spMkLst>
        </pc:spChg>
        <pc:spChg chg="add mod">
          <ac:chgData name="Zhang, Franky" userId="6ce4719b-7f4a-4549-8832-a74568dd27a3" providerId="ADAL" clId="{6A0E2431-0765-234E-A2F3-757A404C5A8F}" dt="2025-02-04T22:18:18.181" v="58"/>
          <ac:spMkLst>
            <pc:docMk/>
            <pc:sldMk cId="1994824501" sldId="308"/>
            <ac:spMk id="6" creationId="{B64AD971-3A09-3418-1C3F-481281646379}"/>
          </ac:spMkLst>
        </pc:spChg>
        <pc:spChg chg="add mod">
          <ac:chgData name="Zhang, Franky" userId="6ce4719b-7f4a-4549-8832-a74568dd27a3" providerId="ADAL" clId="{6A0E2431-0765-234E-A2F3-757A404C5A8F}" dt="2025-02-04T22:32:13.363" v="246" actId="1076"/>
          <ac:spMkLst>
            <pc:docMk/>
            <pc:sldMk cId="1994824501" sldId="308"/>
            <ac:spMk id="13" creationId="{D40F0721-86C9-6C11-0B46-03E9A5DA8EB6}"/>
          </ac:spMkLst>
        </pc:spChg>
        <pc:spChg chg="add mod">
          <ac:chgData name="Zhang, Franky" userId="6ce4719b-7f4a-4549-8832-a74568dd27a3" providerId="ADAL" clId="{6A0E2431-0765-234E-A2F3-757A404C5A8F}" dt="2025-02-04T22:32:13.363" v="246" actId="1076"/>
          <ac:spMkLst>
            <pc:docMk/>
            <pc:sldMk cId="1994824501" sldId="308"/>
            <ac:spMk id="14" creationId="{5364E79E-0BD6-4873-6151-35FA8A65A6A3}"/>
          </ac:spMkLst>
        </pc:spChg>
        <pc:spChg chg="add mod">
          <ac:chgData name="Zhang, Franky" userId="6ce4719b-7f4a-4549-8832-a74568dd27a3" providerId="ADAL" clId="{6A0E2431-0765-234E-A2F3-757A404C5A8F}" dt="2025-02-04T22:32:13.363" v="246" actId="1076"/>
          <ac:spMkLst>
            <pc:docMk/>
            <pc:sldMk cId="1994824501" sldId="308"/>
            <ac:spMk id="15" creationId="{5C2FEDCA-FD4D-10F6-0418-C2032153BDC2}"/>
          </ac:spMkLst>
        </pc:spChg>
        <pc:spChg chg="add mod">
          <ac:chgData name="Zhang, Franky" userId="6ce4719b-7f4a-4549-8832-a74568dd27a3" providerId="ADAL" clId="{6A0E2431-0765-234E-A2F3-757A404C5A8F}" dt="2025-02-04T23:19:49.846" v="399" actId="20577"/>
          <ac:spMkLst>
            <pc:docMk/>
            <pc:sldMk cId="1994824501" sldId="308"/>
            <ac:spMk id="21" creationId="{6AA2545F-D5B2-86C4-E1E1-0C9D9D2F12AE}"/>
          </ac:spMkLst>
        </pc:spChg>
        <pc:spChg chg="add mod">
          <ac:chgData name="Zhang, Franky" userId="6ce4719b-7f4a-4549-8832-a74568dd27a3" providerId="ADAL" clId="{6A0E2431-0765-234E-A2F3-757A404C5A8F}" dt="2025-02-04T23:20:03.580" v="409" actId="20577"/>
          <ac:spMkLst>
            <pc:docMk/>
            <pc:sldMk cId="1994824501" sldId="308"/>
            <ac:spMk id="23" creationId="{C06680E7-BF23-221F-2C63-ABAA8E244321}"/>
          </ac:spMkLst>
        </pc:spChg>
        <pc:spChg chg="add mod">
          <ac:chgData name="Zhang, Franky" userId="6ce4719b-7f4a-4549-8832-a74568dd27a3" providerId="ADAL" clId="{6A0E2431-0765-234E-A2F3-757A404C5A8F}" dt="2025-02-04T23:22:00.013" v="442"/>
          <ac:spMkLst>
            <pc:docMk/>
            <pc:sldMk cId="1994824501" sldId="308"/>
            <ac:spMk id="24" creationId="{A5D5BF21-9926-E317-8D41-05BBCCD9A603}"/>
          </ac:spMkLst>
        </pc:spChg>
        <pc:spChg chg="add mod">
          <ac:chgData name="Zhang, Franky" userId="6ce4719b-7f4a-4549-8832-a74568dd27a3" providerId="ADAL" clId="{6A0E2431-0765-234E-A2F3-757A404C5A8F}" dt="2025-02-04T23:22:00.013" v="442"/>
          <ac:spMkLst>
            <pc:docMk/>
            <pc:sldMk cId="1994824501" sldId="308"/>
            <ac:spMk id="25" creationId="{016D0C33-8CDF-63BE-41D6-2E769A9C01C0}"/>
          </ac:spMkLst>
        </pc:spChg>
        <pc:spChg chg="add mod">
          <ac:chgData name="Zhang, Franky" userId="6ce4719b-7f4a-4549-8832-a74568dd27a3" providerId="ADAL" clId="{6A0E2431-0765-234E-A2F3-757A404C5A8F}" dt="2025-02-04T23:22:00.013" v="442"/>
          <ac:spMkLst>
            <pc:docMk/>
            <pc:sldMk cId="1994824501" sldId="308"/>
            <ac:spMk id="26" creationId="{DAB79AAD-CAD2-A13C-176A-FDDE9095AC0C}"/>
          </ac:spMkLst>
        </pc:spChg>
        <pc:spChg chg="add mod">
          <ac:chgData name="Zhang, Franky" userId="6ce4719b-7f4a-4549-8832-a74568dd27a3" providerId="ADAL" clId="{6A0E2431-0765-234E-A2F3-757A404C5A8F}" dt="2025-02-04T23:22:00.013" v="442"/>
          <ac:spMkLst>
            <pc:docMk/>
            <pc:sldMk cId="1994824501" sldId="308"/>
            <ac:spMk id="27" creationId="{5A15BE9C-1EE0-0C54-1C48-FEE9D6FF51D3}"/>
          </ac:spMkLst>
        </pc:spChg>
        <pc:spChg chg="add mod">
          <ac:chgData name="Zhang, Franky" userId="6ce4719b-7f4a-4549-8832-a74568dd27a3" providerId="ADAL" clId="{6A0E2431-0765-234E-A2F3-757A404C5A8F}" dt="2025-02-04T23:22:00.013" v="442"/>
          <ac:spMkLst>
            <pc:docMk/>
            <pc:sldMk cId="1994824501" sldId="308"/>
            <ac:spMk id="28" creationId="{41D777BC-FEC7-AE95-7F6B-8EEF7EC85D3B}"/>
          </ac:spMkLst>
        </pc:spChg>
        <pc:spChg chg="add mod">
          <ac:chgData name="Zhang, Franky" userId="6ce4719b-7f4a-4549-8832-a74568dd27a3" providerId="ADAL" clId="{6A0E2431-0765-234E-A2F3-757A404C5A8F}" dt="2025-02-04T23:22:00.013" v="442"/>
          <ac:spMkLst>
            <pc:docMk/>
            <pc:sldMk cId="1994824501" sldId="308"/>
            <ac:spMk id="29" creationId="{CA519F2F-AF46-242E-E068-153CDC060388}"/>
          </ac:spMkLst>
        </pc:spChg>
        <pc:picChg chg="add mod">
          <ac:chgData name="Zhang, Franky" userId="6ce4719b-7f4a-4549-8832-a74568dd27a3" providerId="ADAL" clId="{6A0E2431-0765-234E-A2F3-757A404C5A8F}" dt="2025-02-05T15:33:02.732" v="7224" actId="14100"/>
          <ac:picMkLst>
            <pc:docMk/>
            <pc:sldMk cId="1994824501" sldId="308"/>
            <ac:picMk id="17" creationId="{4B76FC08-0901-F45E-F415-F40809E57D31}"/>
          </ac:picMkLst>
        </pc:picChg>
        <pc:cxnChg chg="add mod">
          <ac:chgData name="Zhang, Franky" userId="6ce4719b-7f4a-4549-8832-a74568dd27a3" providerId="ADAL" clId="{6A0E2431-0765-234E-A2F3-757A404C5A8F}" dt="2025-02-04T22:32:07.321" v="245" actId="14100"/>
          <ac:cxnSpMkLst>
            <pc:docMk/>
            <pc:sldMk cId="1994824501" sldId="308"/>
            <ac:cxnSpMk id="10" creationId="{2EBA84A0-EC4C-2F41-5B48-AEF6B0061EA6}"/>
          </ac:cxnSpMkLst>
        </pc:cxnChg>
        <pc:cxnChg chg="add mod">
          <ac:chgData name="Zhang, Franky" userId="6ce4719b-7f4a-4549-8832-a74568dd27a3" providerId="ADAL" clId="{6A0E2431-0765-234E-A2F3-757A404C5A8F}" dt="2025-02-04T22:32:03.138" v="244" actId="14100"/>
          <ac:cxnSpMkLst>
            <pc:docMk/>
            <pc:sldMk cId="1994824501" sldId="308"/>
            <ac:cxnSpMk id="12" creationId="{83FEB99F-769A-DB65-D7A7-A652BB4B217D}"/>
          </ac:cxnSpMkLst>
        </pc:cxnChg>
      </pc:sldChg>
      <pc:sldChg chg="addSp delSp modSp new mod">
        <pc:chgData name="Zhang, Franky" userId="6ce4719b-7f4a-4549-8832-a74568dd27a3" providerId="ADAL" clId="{6A0E2431-0765-234E-A2F3-757A404C5A8F}" dt="2025-02-05T15:33:52.414" v="7231" actId="1076"/>
        <pc:sldMkLst>
          <pc:docMk/>
          <pc:sldMk cId="1487543906" sldId="309"/>
        </pc:sldMkLst>
        <pc:spChg chg="add mod">
          <ac:chgData name="Zhang, Franky" userId="6ce4719b-7f4a-4549-8832-a74568dd27a3" providerId="ADAL" clId="{6A0E2431-0765-234E-A2F3-757A404C5A8F}" dt="2025-02-04T22:24:27.183" v="96"/>
          <ac:spMkLst>
            <pc:docMk/>
            <pc:sldMk cId="1487543906" sldId="309"/>
            <ac:spMk id="4" creationId="{78E8185E-F0A7-DAAB-1C25-261100D6BC48}"/>
          </ac:spMkLst>
        </pc:spChg>
        <pc:spChg chg="add mod">
          <ac:chgData name="Zhang, Franky" userId="6ce4719b-7f4a-4549-8832-a74568dd27a3" providerId="ADAL" clId="{6A0E2431-0765-234E-A2F3-757A404C5A8F}" dt="2025-02-04T22:24:27.183" v="96"/>
          <ac:spMkLst>
            <pc:docMk/>
            <pc:sldMk cId="1487543906" sldId="309"/>
            <ac:spMk id="5" creationId="{0D5FA642-3663-6DB3-2997-D0B869DA7583}"/>
          </ac:spMkLst>
        </pc:spChg>
        <pc:spChg chg="add mod">
          <ac:chgData name="Zhang, Franky" userId="6ce4719b-7f4a-4549-8832-a74568dd27a3" providerId="ADAL" clId="{6A0E2431-0765-234E-A2F3-757A404C5A8F}" dt="2025-02-04T22:24:27.183" v="96"/>
          <ac:spMkLst>
            <pc:docMk/>
            <pc:sldMk cId="1487543906" sldId="309"/>
            <ac:spMk id="6" creationId="{AEFFBCD4-633C-FECC-344E-96D75D07F06B}"/>
          </ac:spMkLst>
        </pc:spChg>
        <pc:spChg chg="add mod">
          <ac:chgData name="Zhang, Franky" userId="6ce4719b-7f4a-4549-8832-a74568dd27a3" providerId="ADAL" clId="{6A0E2431-0765-234E-A2F3-757A404C5A8F}" dt="2025-02-04T22:28:04.638" v="165" actId="1076"/>
          <ac:spMkLst>
            <pc:docMk/>
            <pc:sldMk cId="1487543906" sldId="309"/>
            <ac:spMk id="12" creationId="{0C526FCD-CBAC-6643-1D6B-FF3719198F13}"/>
          </ac:spMkLst>
        </pc:spChg>
        <pc:spChg chg="add mod">
          <ac:chgData name="Zhang, Franky" userId="6ce4719b-7f4a-4549-8832-a74568dd27a3" providerId="ADAL" clId="{6A0E2431-0765-234E-A2F3-757A404C5A8F}" dt="2025-02-04T22:28:04.638" v="165" actId="1076"/>
          <ac:spMkLst>
            <pc:docMk/>
            <pc:sldMk cId="1487543906" sldId="309"/>
            <ac:spMk id="13" creationId="{FA81B394-FA27-CE3E-7E64-10DEF04A154F}"/>
          </ac:spMkLst>
        </pc:spChg>
        <pc:spChg chg="add mod">
          <ac:chgData name="Zhang, Franky" userId="6ce4719b-7f4a-4549-8832-a74568dd27a3" providerId="ADAL" clId="{6A0E2431-0765-234E-A2F3-757A404C5A8F}" dt="2025-02-04T22:28:04.638" v="165" actId="1076"/>
          <ac:spMkLst>
            <pc:docMk/>
            <pc:sldMk cId="1487543906" sldId="309"/>
            <ac:spMk id="14" creationId="{0EDC7AF8-0323-CE58-003A-B0AFB8E659D0}"/>
          </ac:spMkLst>
        </pc:spChg>
        <pc:spChg chg="add mod">
          <ac:chgData name="Zhang, Franky" userId="6ce4719b-7f4a-4549-8832-a74568dd27a3" providerId="ADAL" clId="{6A0E2431-0765-234E-A2F3-757A404C5A8F}" dt="2025-02-04T23:19:02.377" v="372" actId="20577"/>
          <ac:spMkLst>
            <pc:docMk/>
            <pc:sldMk cId="1487543906" sldId="309"/>
            <ac:spMk id="23" creationId="{4845F32E-F389-18D7-C9A7-F280085B985C}"/>
          </ac:spMkLst>
        </pc:spChg>
        <pc:spChg chg="add mod">
          <ac:chgData name="Zhang, Franky" userId="6ce4719b-7f4a-4549-8832-a74568dd27a3" providerId="ADAL" clId="{6A0E2431-0765-234E-A2F3-757A404C5A8F}" dt="2025-02-04T23:19:09.302" v="379" actId="20577"/>
          <ac:spMkLst>
            <pc:docMk/>
            <pc:sldMk cId="1487543906" sldId="309"/>
            <ac:spMk id="25" creationId="{C6C6F9E3-6DC3-5576-8F8B-D71301ADAB90}"/>
          </ac:spMkLst>
        </pc:spChg>
        <pc:spChg chg="add mod">
          <ac:chgData name="Zhang, Franky" userId="6ce4719b-7f4a-4549-8832-a74568dd27a3" providerId="ADAL" clId="{6A0E2431-0765-234E-A2F3-757A404C5A8F}" dt="2025-02-04T23:20:56.301" v="424" actId="1076"/>
          <ac:spMkLst>
            <pc:docMk/>
            <pc:sldMk cId="1487543906" sldId="309"/>
            <ac:spMk id="26" creationId="{234A81D7-4E77-C4EE-F7EA-066BFD532D97}"/>
          </ac:spMkLst>
        </pc:spChg>
        <pc:spChg chg="add mod">
          <ac:chgData name="Zhang, Franky" userId="6ce4719b-7f4a-4549-8832-a74568dd27a3" providerId="ADAL" clId="{6A0E2431-0765-234E-A2F3-757A404C5A8F}" dt="2025-02-04T23:21:18.252" v="430" actId="1076"/>
          <ac:spMkLst>
            <pc:docMk/>
            <pc:sldMk cId="1487543906" sldId="309"/>
            <ac:spMk id="27" creationId="{C218BF7A-6D4F-DB07-709E-2B279C539EC8}"/>
          </ac:spMkLst>
        </pc:spChg>
        <pc:spChg chg="add mod">
          <ac:chgData name="Zhang, Franky" userId="6ce4719b-7f4a-4549-8832-a74568dd27a3" providerId="ADAL" clId="{6A0E2431-0765-234E-A2F3-757A404C5A8F}" dt="2025-02-04T23:21:30.830" v="436" actId="20577"/>
          <ac:spMkLst>
            <pc:docMk/>
            <pc:sldMk cId="1487543906" sldId="309"/>
            <ac:spMk id="28" creationId="{7283B110-2F87-CC57-0405-49D9026563C9}"/>
          </ac:spMkLst>
        </pc:spChg>
        <pc:picChg chg="add mod">
          <ac:chgData name="Zhang, Franky" userId="6ce4719b-7f4a-4549-8832-a74568dd27a3" providerId="ADAL" clId="{6A0E2431-0765-234E-A2F3-757A404C5A8F}" dt="2025-02-05T15:33:52.414" v="7231" actId="1076"/>
          <ac:picMkLst>
            <pc:docMk/>
            <pc:sldMk cId="1487543906" sldId="309"/>
            <ac:picMk id="11" creationId="{9EE267EC-9353-384E-17B4-0522D0C54C0D}"/>
          </ac:picMkLst>
        </pc:picChg>
        <pc:cxnChg chg="add mod">
          <ac:chgData name="Zhang, Franky" userId="6ce4719b-7f4a-4549-8832-a74568dd27a3" providerId="ADAL" clId="{6A0E2431-0765-234E-A2F3-757A404C5A8F}" dt="2025-02-04T22:26:38.063" v="124" actId="14100"/>
          <ac:cxnSpMkLst>
            <pc:docMk/>
            <pc:sldMk cId="1487543906" sldId="309"/>
            <ac:cxnSpMk id="8" creationId="{37C92A37-FA2C-9849-C2F5-F3E8BD919DE8}"/>
          </ac:cxnSpMkLst>
        </pc:cxnChg>
        <pc:cxnChg chg="add mod">
          <ac:chgData name="Zhang, Franky" userId="6ce4719b-7f4a-4549-8832-a74568dd27a3" providerId="ADAL" clId="{6A0E2431-0765-234E-A2F3-757A404C5A8F}" dt="2025-02-04T22:26:42.001" v="125" actId="14100"/>
          <ac:cxnSpMkLst>
            <pc:docMk/>
            <pc:sldMk cId="1487543906" sldId="309"/>
            <ac:cxnSpMk id="9" creationId="{96D677DD-6836-CA30-F852-1AE5370C7E19}"/>
          </ac:cxnSpMkLst>
        </pc:cxnChg>
      </pc:sldChg>
    </pc:docChg>
  </pc:docChgLst>
  <pc:docChgLst>
    <pc:chgData name="Zhang, Franky" userId="6ce4719b-7f4a-4549-8832-a74568dd27a3" providerId="ADAL" clId="{F83BB77C-6EA0-8C4D-B27D-93BC57418C1F}"/>
    <pc:docChg chg="custSel addSld modSld">
      <pc:chgData name="Zhang, Franky" userId="6ce4719b-7f4a-4549-8832-a74568dd27a3" providerId="ADAL" clId="{F83BB77C-6EA0-8C4D-B27D-93BC57418C1F}" dt="2025-02-26T15:00:24.258" v="828" actId="20577"/>
      <pc:docMkLst>
        <pc:docMk/>
      </pc:docMkLst>
      <pc:sldChg chg="modSp add mod">
        <pc:chgData name="Zhang, Franky" userId="6ce4719b-7f4a-4549-8832-a74568dd27a3" providerId="ADAL" clId="{F83BB77C-6EA0-8C4D-B27D-93BC57418C1F}" dt="2025-02-26T15:00:24.258" v="828" actId="20577"/>
        <pc:sldMkLst>
          <pc:docMk/>
          <pc:sldMk cId="75017158" sldId="310"/>
        </pc:sldMkLst>
        <pc:spChg chg="mod">
          <ac:chgData name="Zhang, Franky" userId="6ce4719b-7f4a-4549-8832-a74568dd27a3" providerId="ADAL" clId="{F83BB77C-6EA0-8C4D-B27D-93BC57418C1F}" dt="2025-02-26T15:00:24.258" v="828" actId="20577"/>
          <ac:spMkLst>
            <pc:docMk/>
            <pc:sldMk cId="75017158" sldId="310"/>
            <ac:spMk id="3" creationId="{986D42FF-6AE4-42A1-0CF1-D177FC7B1B50}"/>
          </ac:spMkLst>
        </pc:spChg>
      </pc:sldChg>
    </pc:docChg>
  </pc:docChgLst>
  <pc:docChgLst>
    <pc:chgData name="Zhang, Franky" userId="6ce4719b-7f4a-4549-8832-a74568dd27a3" providerId="ADAL" clId="{434146D4-AB21-CD4A-B25C-F7632F17382C}"/>
    <pc:docChg chg="undo custSel addSld delSld modSld sldOrd">
      <pc:chgData name="Zhang, Franky" userId="6ce4719b-7f4a-4549-8832-a74568dd27a3" providerId="ADAL" clId="{434146D4-AB21-CD4A-B25C-F7632F17382C}" dt="2025-01-31T14:41:51.435" v="2861" actId="20577"/>
      <pc:docMkLst>
        <pc:docMk/>
      </pc:docMkLst>
      <pc:sldChg chg="modSp mod">
        <pc:chgData name="Zhang, Franky" userId="6ce4719b-7f4a-4549-8832-a74568dd27a3" providerId="ADAL" clId="{434146D4-AB21-CD4A-B25C-F7632F17382C}" dt="2025-01-28T18:53:06.752" v="1540" actId="20577"/>
        <pc:sldMkLst>
          <pc:docMk/>
          <pc:sldMk cId="1440547175" sldId="256"/>
        </pc:sldMkLst>
        <pc:spChg chg="mod">
          <ac:chgData name="Zhang, Franky" userId="6ce4719b-7f4a-4549-8832-a74568dd27a3" providerId="ADAL" clId="{434146D4-AB21-CD4A-B25C-F7632F17382C}" dt="2025-01-28T18:53:06.752" v="1540" actId="20577"/>
          <ac:spMkLst>
            <pc:docMk/>
            <pc:sldMk cId="1440547175" sldId="256"/>
            <ac:spMk id="5" creationId="{AFC564C5-2B52-EB2C-F85D-8976B54B31CB}"/>
          </ac:spMkLst>
        </pc:spChg>
      </pc:sldChg>
      <pc:sldChg chg="modSp mod">
        <pc:chgData name="Zhang, Franky" userId="6ce4719b-7f4a-4549-8832-a74568dd27a3" providerId="ADAL" clId="{434146D4-AB21-CD4A-B25C-F7632F17382C}" dt="2025-01-27T21:25:52.333" v="149" actId="12"/>
        <pc:sldMkLst>
          <pc:docMk/>
          <pc:sldMk cId="1442647368" sldId="258"/>
        </pc:sldMkLst>
        <pc:spChg chg="mod">
          <ac:chgData name="Zhang, Franky" userId="6ce4719b-7f4a-4549-8832-a74568dd27a3" providerId="ADAL" clId="{434146D4-AB21-CD4A-B25C-F7632F17382C}" dt="2025-01-27T21:25:52.333" v="149" actId="12"/>
          <ac:spMkLst>
            <pc:docMk/>
            <pc:sldMk cId="1442647368" sldId="258"/>
            <ac:spMk id="4" creationId="{EE8517F2-F110-7FB5-BCCB-D785BDB8190E}"/>
          </ac:spMkLst>
        </pc:spChg>
      </pc:sldChg>
      <pc:sldChg chg="modSp mod">
        <pc:chgData name="Zhang, Franky" userId="6ce4719b-7f4a-4549-8832-a74568dd27a3" providerId="ADAL" clId="{434146D4-AB21-CD4A-B25C-F7632F17382C}" dt="2025-01-27T23:19:19.330" v="1515" actId="20577"/>
        <pc:sldMkLst>
          <pc:docMk/>
          <pc:sldMk cId="1429092474" sldId="266"/>
        </pc:sldMkLst>
      </pc:sldChg>
      <pc:sldChg chg="addSp modSp mod">
        <pc:chgData name="Zhang, Franky" userId="6ce4719b-7f4a-4549-8832-a74568dd27a3" providerId="ADAL" clId="{434146D4-AB21-CD4A-B25C-F7632F17382C}" dt="2025-01-31T14:32:26.886" v="1989" actId="20577"/>
        <pc:sldMkLst>
          <pc:docMk/>
          <pc:sldMk cId="3360281781" sldId="271"/>
        </pc:sldMkLst>
        <pc:spChg chg="add mod">
          <ac:chgData name="Zhang, Franky" userId="6ce4719b-7f4a-4549-8832-a74568dd27a3" providerId="ADAL" clId="{434146D4-AB21-CD4A-B25C-F7632F17382C}" dt="2025-01-31T14:32:26.886" v="1989" actId="20577"/>
          <ac:spMkLst>
            <pc:docMk/>
            <pc:sldMk cId="3360281781" sldId="271"/>
            <ac:spMk id="2" creationId="{60C6E897-3F86-C872-FC2E-9AC8A20C1F14}"/>
          </ac:spMkLst>
        </pc:spChg>
        <pc:spChg chg="mod">
          <ac:chgData name="Zhang, Franky" userId="6ce4719b-7f4a-4549-8832-a74568dd27a3" providerId="ADAL" clId="{434146D4-AB21-CD4A-B25C-F7632F17382C}" dt="2025-01-27T22:31:57.025" v="892" actId="20577"/>
          <ac:spMkLst>
            <pc:docMk/>
            <pc:sldMk cId="3360281781" sldId="271"/>
            <ac:spMk id="5" creationId="{DD8FC503-B6F2-E908-288E-D4051A57A1EB}"/>
          </ac:spMkLst>
        </pc:spChg>
      </pc:sldChg>
      <pc:sldChg chg="modSp del mod">
        <pc:chgData name="Zhang, Franky" userId="6ce4719b-7f4a-4549-8832-a74568dd27a3" providerId="ADAL" clId="{434146D4-AB21-CD4A-B25C-F7632F17382C}" dt="2025-01-27T22:18:11.356" v="646" actId="2696"/>
        <pc:sldMkLst>
          <pc:docMk/>
          <pc:sldMk cId="4137402769" sldId="272"/>
        </pc:sldMkLst>
      </pc:sldChg>
      <pc:sldChg chg="addSp delSp modSp mod">
        <pc:chgData name="Zhang, Franky" userId="6ce4719b-7f4a-4549-8832-a74568dd27a3" providerId="ADAL" clId="{434146D4-AB21-CD4A-B25C-F7632F17382C}" dt="2025-01-28T19:35:59.550" v="1821" actId="478"/>
        <pc:sldMkLst>
          <pc:docMk/>
          <pc:sldMk cId="462367689" sldId="273"/>
        </pc:sldMkLst>
        <pc:spChg chg="add mod">
          <ac:chgData name="Zhang, Franky" userId="6ce4719b-7f4a-4549-8832-a74568dd27a3" providerId="ADAL" clId="{434146D4-AB21-CD4A-B25C-F7632F17382C}" dt="2025-01-27T22:22:11.387" v="709" actId="14100"/>
          <ac:spMkLst>
            <pc:docMk/>
            <pc:sldMk cId="462367689" sldId="273"/>
            <ac:spMk id="10" creationId="{EBD319BA-9D4F-3C71-9360-2B9CEC65007A}"/>
          </ac:spMkLst>
        </pc:spChg>
        <pc:spChg chg="add mod">
          <ac:chgData name="Zhang, Franky" userId="6ce4719b-7f4a-4549-8832-a74568dd27a3" providerId="ADAL" clId="{434146D4-AB21-CD4A-B25C-F7632F17382C}" dt="2025-01-27T22:22:06.836" v="708" actId="14100"/>
          <ac:spMkLst>
            <pc:docMk/>
            <pc:sldMk cId="462367689" sldId="273"/>
            <ac:spMk id="11" creationId="{3462EDDC-3531-7CEB-174A-BC16681EA50B}"/>
          </ac:spMkLst>
        </pc:spChg>
        <pc:spChg chg="add mod">
          <ac:chgData name="Zhang, Franky" userId="6ce4719b-7f4a-4549-8832-a74568dd27a3" providerId="ADAL" clId="{434146D4-AB21-CD4A-B25C-F7632F17382C}" dt="2025-01-27T22:21:00.600" v="700" actId="1076"/>
          <ac:spMkLst>
            <pc:docMk/>
            <pc:sldMk cId="462367689" sldId="273"/>
            <ac:spMk id="12" creationId="{5ABD4AB2-1AE1-E688-CF5B-C53D73D2CCA8}"/>
          </ac:spMkLst>
        </pc:spChg>
        <pc:spChg chg="add mod">
          <ac:chgData name="Zhang, Franky" userId="6ce4719b-7f4a-4549-8832-a74568dd27a3" providerId="ADAL" clId="{434146D4-AB21-CD4A-B25C-F7632F17382C}" dt="2025-01-27T22:20:40.831" v="693" actId="20577"/>
          <ac:spMkLst>
            <pc:docMk/>
            <pc:sldMk cId="462367689" sldId="273"/>
            <ac:spMk id="13" creationId="{9192ADAE-695E-14A3-48FC-985D8666CC5D}"/>
          </ac:spMkLst>
        </pc:spChg>
        <pc:spChg chg="add mod">
          <ac:chgData name="Zhang, Franky" userId="6ce4719b-7f4a-4549-8832-a74568dd27a3" providerId="ADAL" clId="{434146D4-AB21-CD4A-B25C-F7632F17382C}" dt="2025-01-27T22:21:32.770" v="707" actId="1076"/>
          <ac:spMkLst>
            <pc:docMk/>
            <pc:sldMk cId="462367689" sldId="273"/>
            <ac:spMk id="14" creationId="{C4896122-A6BB-C39C-8DB3-FB1111C8A987}"/>
          </ac:spMkLst>
        </pc:spChg>
        <pc:spChg chg="add mod">
          <ac:chgData name="Zhang, Franky" userId="6ce4719b-7f4a-4549-8832-a74568dd27a3" providerId="ADAL" clId="{434146D4-AB21-CD4A-B25C-F7632F17382C}" dt="2025-01-28T19:01:39.203" v="1599" actId="20577"/>
          <ac:spMkLst>
            <pc:docMk/>
            <pc:sldMk cId="462367689" sldId="273"/>
            <ac:spMk id="16" creationId="{EF0719E4-69BD-936F-F28B-378AF698B478}"/>
          </ac:spMkLst>
        </pc:spChg>
        <pc:spChg chg="add mod">
          <ac:chgData name="Zhang, Franky" userId="6ce4719b-7f4a-4549-8832-a74568dd27a3" providerId="ADAL" clId="{434146D4-AB21-CD4A-B25C-F7632F17382C}" dt="2025-01-27T22:25:04.750" v="790" actId="14100"/>
          <ac:spMkLst>
            <pc:docMk/>
            <pc:sldMk cId="462367689" sldId="273"/>
            <ac:spMk id="17" creationId="{E8C1270A-3A08-F2E1-D087-2B615B0DC05E}"/>
          </ac:spMkLst>
        </pc:spChg>
        <pc:spChg chg="add mod">
          <ac:chgData name="Zhang, Franky" userId="6ce4719b-7f4a-4549-8832-a74568dd27a3" providerId="ADAL" clId="{434146D4-AB21-CD4A-B25C-F7632F17382C}" dt="2025-01-27T22:24:58.071" v="788" actId="1076"/>
          <ac:spMkLst>
            <pc:docMk/>
            <pc:sldMk cId="462367689" sldId="273"/>
            <ac:spMk id="18" creationId="{A6A18DE5-CE0F-4017-75A1-4D45762E4B23}"/>
          </ac:spMkLst>
        </pc:spChg>
        <pc:spChg chg="add mod">
          <ac:chgData name="Zhang, Franky" userId="6ce4719b-7f4a-4549-8832-a74568dd27a3" providerId="ADAL" clId="{434146D4-AB21-CD4A-B25C-F7632F17382C}" dt="2025-01-27T22:45:57.648" v="953" actId="14100"/>
          <ac:spMkLst>
            <pc:docMk/>
            <pc:sldMk cId="462367689" sldId="273"/>
            <ac:spMk id="19" creationId="{0AC4FEA2-4582-16E7-4385-08C849FAC194}"/>
          </ac:spMkLst>
        </pc:spChg>
        <pc:picChg chg="add mod">
          <ac:chgData name="Zhang, Franky" userId="6ce4719b-7f4a-4549-8832-a74568dd27a3" providerId="ADAL" clId="{434146D4-AB21-CD4A-B25C-F7632F17382C}" dt="2025-01-27T22:20:58.936" v="698" actId="1076"/>
          <ac:picMkLst>
            <pc:docMk/>
            <pc:sldMk cId="462367689" sldId="273"/>
            <ac:picMk id="8" creationId="{E22A47E7-E76E-A75A-4ACD-359E0F4E0943}"/>
          </ac:picMkLst>
        </pc:picChg>
      </pc:sldChg>
      <pc:sldChg chg="delSp modSp mod">
        <pc:chgData name="Zhang, Franky" userId="6ce4719b-7f4a-4549-8832-a74568dd27a3" providerId="ADAL" clId="{434146D4-AB21-CD4A-B25C-F7632F17382C}" dt="2025-01-27T23:18:52.170" v="1505" actId="20577"/>
        <pc:sldMkLst>
          <pc:docMk/>
          <pc:sldMk cId="134862469" sldId="274"/>
        </pc:sldMkLst>
        <pc:spChg chg="mod">
          <ac:chgData name="Zhang, Franky" userId="6ce4719b-7f4a-4549-8832-a74568dd27a3" providerId="ADAL" clId="{434146D4-AB21-CD4A-B25C-F7632F17382C}" dt="2025-01-27T22:27:33.575" v="842" actId="14100"/>
          <ac:spMkLst>
            <pc:docMk/>
            <pc:sldMk cId="134862469" sldId="274"/>
            <ac:spMk id="19" creationId="{D5EB7FA0-6B32-92FC-A45D-AB6184DD8258}"/>
          </ac:spMkLst>
        </pc:spChg>
        <pc:spChg chg="mod">
          <ac:chgData name="Zhang, Franky" userId="6ce4719b-7f4a-4549-8832-a74568dd27a3" providerId="ADAL" clId="{434146D4-AB21-CD4A-B25C-F7632F17382C}" dt="2025-01-27T22:28:24.846" v="844" actId="14100"/>
          <ac:spMkLst>
            <pc:docMk/>
            <pc:sldMk cId="134862469" sldId="274"/>
            <ac:spMk id="20" creationId="{C19DEE74-4C6F-F5C5-317E-4B483DB4CF32}"/>
          </ac:spMkLst>
        </pc:spChg>
        <pc:spChg chg="mod">
          <ac:chgData name="Zhang, Franky" userId="6ce4719b-7f4a-4549-8832-a74568dd27a3" providerId="ADAL" clId="{434146D4-AB21-CD4A-B25C-F7632F17382C}" dt="2025-01-27T22:32:45.432" v="893" actId="14100"/>
          <ac:spMkLst>
            <pc:docMk/>
            <pc:sldMk cId="134862469" sldId="274"/>
            <ac:spMk id="21" creationId="{EA5F812E-2F38-96BB-D03A-FBCC7C02034F}"/>
          </ac:spMkLst>
        </pc:spChg>
        <pc:picChg chg="mod">
          <ac:chgData name="Zhang, Franky" userId="6ce4719b-7f4a-4549-8832-a74568dd27a3" providerId="ADAL" clId="{434146D4-AB21-CD4A-B25C-F7632F17382C}" dt="2025-01-27T22:27:21.822" v="840" actId="1076"/>
          <ac:picMkLst>
            <pc:docMk/>
            <pc:sldMk cId="134862469" sldId="274"/>
            <ac:picMk id="18" creationId="{CCBD7B96-EA80-A2A2-832E-9F2FFE1498C5}"/>
          </ac:picMkLst>
        </pc:picChg>
      </pc:sldChg>
      <pc:sldChg chg="modSp mod">
        <pc:chgData name="Zhang, Franky" userId="6ce4719b-7f4a-4549-8832-a74568dd27a3" providerId="ADAL" clId="{434146D4-AB21-CD4A-B25C-F7632F17382C}" dt="2025-01-27T23:18:35.134" v="1496" actId="20577"/>
        <pc:sldMkLst>
          <pc:docMk/>
          <pc:sldMk cId="3677840197" sldId="275"/>
        </pc:sldMkLst>
        <pc:spChg chg="mod">
          <ac:chgData name="Zhang, Franky" userId="6ce4719b-7f4a-4549-8832-a74568dd27a3" providerId="ADAL" clId="{434146D4-AB21-CD4A-B25C-F7632F17382C}" dt="2025-01-27T22:31:39.785" v="876" actId="20577"/>
          <ac:spMkLst>
            <pc:docMk/>
            <pc:sldMk cId="3677840197" sldId="275"/>
            <ac:spMk id="4" creationId="{18820BEF-CAFD-E7CF-00DB-0252E7D418D1}"/>
          </ac:spMkLst>
        </pc:spChg>
        <pc:spChg chg="mod">
          <ac:chgData name="Zhang, Franky" userId="6ce4719b-7f4a-4549-8832-a74568dd27a3" providerId="ADAL" clId="{434146D4-AB21-CD4A-B25C-F7632F17382C}" dt="2025-01-27T22:31:46.850" v="891" actId="20577"/>
          <ac:spMkLst>
            <pc:docMk/>
            <pc:sldMk cId="3677840197" sldId="275"/>
            <ac:spMk id="5" creationId="{0CE15D18-43DA-2623-1938-C69ECD634C00}"/>
          </ac:spMkLst>
        </pc:spChg>
      </pc:sldChg>
      <pc:sldChg chg="delSp del mod">
        <pc:chgData name="Zhang, Franky" userId="6ce4719b-7f4a-4549-8832-a74568dd27a3" providerId="ADAL" clId="{434146D4-AB21-CD4A-B25C-F7632F17382C}" dt="2025-01-27T22:18:09.852" v="645" actId="2696"/>
        <pc:sldMkLst>
          <pc:docMk/>
          <pc:sldMk cId="1994130792" sldId="276"/>
        </pc:sldMkLst>
      </pc:sldChg>
      <pc:sldChg chg="addSp delSp modSp mod">
        <pc:chgData name="Zhang, Franky" userId="6ce4719b-7f4a-4549-8832-a74568dd27a3" providerId="ADAL" clId="{434146D4-AB21-CD4A-B25C-F7632F17382C}" dt="2025-01-27T23:18:48.939" v="1503" actId="20577"/>
        <pc:sldMkLst>
          <pc:docMk/>
          <pc:sldMk cId="1433029649" sldId="278"/>
        </pc:sldMkLst>
      </pc:sldChg>
      <pc:sldChg chg="del">
        <pc:chgData name="Zhang, Franky" userId="6ce4719b-7f4a-4549-8832-a74568dd27a3" providerId="ADAL" clId="{434146D4-AB21-CD4A-B25C-F7632F17382C}" dt="2025-01-27T22:33:36.159" v="894" actId="2696"/>
        <pc:sldMkLst>
          <pc:docMk/>
          <pc:sldMk cId="981021911" sldId="279"/>
        </pc:sldMkLst>
      </pc:sldChg>
      <pc:sldChg chg="modSp mod">
        <pc:chgData name="Zhang, Franky" userId="6ce4719b-7f4a-4549-8832-a74568dd27a3" providerId="ADAL" clId="{434146D4-AB21-CD4A-B25C-F7632F17382C}" dt="2025-01-27T23:18:24.449" v="1490" actId="20577"/>
        <pc:sldMkLst>
          <pc:docMk/>
          <pc:sldMk cId="3423547274" sldId="282"/>
        </pc:sldMkLst>
      </pc:sldChg>
      <pc:sldChg chg="modSp mod">
        <pc:chgData name="Zhang, Franky" userId="6ce4719b-7f4a-4549-8832-a74568dd27a3" providerId="ADAL" clId="{434146D4-AB21-CD4A-B25C-F7632F17382C}" dt="2025-01-27T23:18:27.778" v="1492" actId="20577"/>
        <pc:sldMkLst>
          <pc:docMk/>
          <pc:sldMk cId="2764460739" sldId="283"/>
        </pc:sldMkLst>
        <pc:spChg chg="mod">
          <ac:chgData name="Zhang, Franky" userId="6ce4719b-7f4a-4549-8832-a74568dd27a3" providerId="ADAL" clId="{434146D4-AB21-CD4A-B25C-F7632F17382C}" dt="2025-01-27T21:33:41.119" v="264" actId="14100"/>
          <ac:spMkLst>
            <pc:docMk/>
            <pc:sldMk cId="2764460739" sldId="283"/>
            <ac:spMk id="15" creationId="{00FD968E-BD0B-A20C-9603-92AA8A52CD42}"/>
          </ac:spMkLst>
        </pc:spChg>
        <pc:spChg chg="mod">
          <ac:chgData name="Zhang, Franky" userId="6ce4719b-7f4a-4549-8832-a74568dd27a3" providerId="ADAL" clId="{434146D4-AB21-CD4A-B25C-F7632F17382C}" dt="2025-01-27T21:34:19.591" v="282" actId="1076"/>
          <ac:spMkLst>
            <pc:docMk/>
            <pc:sldMk cId="2764460739" sldId="283"/>
            <ac:spMk id="16" creationId="{EF054448-1AD3-3CD4-913A-C0C837750553}"/>
          </ac:spMkLst>
        </pc:spChg>
        <pc:picChg chg="mod">
          <ac:chgData name="Zhang, Franky" userId="6ce4719b-7f4a-4549-8832-a74568dd27a3" providerId="ADAL" clId="{434146D4-AB21-CD4A-B25C-F7632F17382C}" dt="2025-01-27T21:33:48.725" v="265" actId="1076"/>
          <ac:picMkLst>
            <pc:docMk/>
            <pc:sldMk cId="2764460739" sldId="283"/>
            <ac:picMk id="14" creationId="{65AA763A-6CF9-BDEC-541B-FD90B18610D7}"/>
          </ac:picMkLst>
        </pc:picChg>
      </pc:sldChg>
      <pc:sldChg chg="addSp modSp mod">
        <pc:chgData name="Zhang, Franky" userId="6ce4719b-7f4a-4549-8832-a74568dd27a3" providerId="ADAL" clId="{434146D4-AB21-CD4A-B25C-F7632F17382C}" dt="2025-01-31T14:34:55.852" v="2025" actId="1076"/>
        <pc:sldMkLst>
          <pc:docMk/>
          <pc:sldMk cId="1929669608" sldId="284"/>
        </pc:sldMkLst>
      </pc:sldChg>
      <pc:sldChg chg="del">
        <pc:chgData name="Zhang, Franky" userId="6ce4719b-7f4a-4549-8832-a74568dd27a3" providerId="ADAL" clId="{434146D4-AB21-CD4A-B25C-F7632F17382C}" dt="2025-01-27T21:58:23.811" v="619" actId="2696"/>
        <pc:sldMkLst>
          <pc:docMk/>
          <pc:sldMk cId="1850665091" sldId="287"/>
        </pc:sldMkLst>
      </pc:sldChg>
      <pc:sldChg chg="del">
        <pc:chgData name="Zhang, Franky" userId="6ce4719b-7f4a-4549-8832-a74568dd27a3" providerId="ADAL" clId="{434146D4-AB21-CD4A-B25C-F7632F17382C}" dt="2025-01-27T21:26:56.774" v="159" actId="2696"/>
        <pc:sldMkLst>
          <pc:docMk/>
          <pc:sldMk cId="247310998" sldId="289"/>
        </pc:sldMkLst>
      </pc:sldChg>
      <pc:sldChg chg="addSp modSp mod">
        <pc:chgData name="Zhang, Franky" userId="6ce4719b-7f4a-4549-8832-a74568dd27a3" providerId="ADAL" clId="{434146D4-AB21-CD4A-B25C-F7632F17382C}" dt="2025-01-27T23:19:25.390" v="1520" actId="20577"/>
        <pc:sldMkLst>
          <pc:docMk/>
          <pc:sldMk cId="1899376214" sldId="290"/>
        </pc:sldMkLst>
      </pc:sldChg>
      <pc:sldChg chg="addSp modSp mod">
        <pc:chgData name="Zhang, Franky" userId="6ce4719b-7f4a-4549-8832-a74568dd27a3" providerId="ADAL" clId="{434146D4-AB21-CD4A-B25C-F7632F17382C}" dt="2025-01-27T23:19:32.805" v="1526" actId="20577"/>
        <pc:sldMkLst>
          <pc:docMk/>
          <pc:sldMk cId="2034234633" sldId="291"/>
        </pc:sldMkLst>
      </pc:sldChg>
      <pc:sldChg chg="addSp delSp modSp mod">
        <pc:chgData name="Zhang, Franky" userId="6ce4719b-7f4a-4549-8832-a74568dd27a3" providerId="ADAL" clId="{434146D4-AB21-CD4A-B25C-F7632F17382C}" dt="2025-01-28T18:54:46.086" v="1541" actId="478"/>
        <pc:sldMkLst>
          <pc:docMk/>
          <pc:sldMk cId="3631312834" sldId="292"/>
        </pc:sldMkLst>
      </pc:sldChg>
      <pc:sldChg chg="addSp delSp modSp mod">
        <pc:chgData name="Zhang, Franky" userId="6ce4719b-7f4a-4549-8832-a74568dd27a3" providerId="ADAL" clId="{434146D4-AB21-CD4A-B25C-F7632F17382C}" dt="2025-01-27T23:18:20.122" v="1488" actId="20577"/>
        <pc:sldMkLst>
          <pc:docMk/>
          <pc:sldMk cId="1395785717" sldId="293"/>
        </pc:sldMkLst>
      </pc:sldChg>
      <pc:sldChg chg="modSp del mod">
        <pc:chgData name="Zhang, Franky" userId="6ce4719b-7f4a-4549-8832-a74568dd27a3" providerId="ADAL" clId="{434146D4-AB21-CD4A-B25C-F7632F17382C}" dt="2025-01-27T21:33:27.363" v="263" actId="2696"/>
        <pc:sldMkLst>
          <pc:docMk/>
          <pc:sldMk cId="3993060276" sldId="294"/>
        </pc:sldMkLst>
      </pc:sldChg>
      <pc:sldChg chg="addSp modSp add mod">
        <pc:chgData name="Zhang, Franky" userId="6ce4719b-7f4a-4549-8832-a74568dd27a3" providerId="ADAL" clId="{434146D4-AB21-CD4A-B25C-F7632F17382C}" dt="2025-01-27T23:19:16.137" v="1513" actId="20577"/>
        <pc:sldMkLst>
          <pc:docMk/>
          <pc:sldMk cId="181451484" sldId="295"/>
        </pc:sldMkLst>
      </pc:sldChg>
      <pc:sldChg chg="modSp add del mod ord">
        <pc:chgData name="Zhang, Franky" userId="6ce4719b-7f4a-4549-8832-a74568dd27a3" providerId="ADAL" clId="{434146D4-AB21-CD4A-B25C-F7632F17382C}" dt="2025-01-27T23:18:03.360" v="1484" actId="2696"/>
        <pc:sldMkLst>
          <pc:docMk/>
          <pc:sldMk cId="1247165843" sldId="295"/>
        </pc:sldMkLst>
      </pc:sldChg>
      <pc:sldChg chg="addSp delSp modSp add mod">
        <pc:chgData name="Zhang, Franky" userId="6ce4719b-7f4a-4549-8832-a74568dd27a3" providerId="ADAL" clId="{434146D4-AB21-CD4A-B25C-F7632F17382C}" dt="2025-01-29T02:25:59.142" v="1937" actId="1076"/>
        <pc:sldMkLst>
          <pc:docMk/>
          <pc:sldMk cId="1226754813" sldId="296"/>
        </pc:sldMkLst>
      </pc:sldChg>
      <pc:sldChg chg="addSp delSp modSp add mod">
        <pc:chgData name="Zhang, Franky" userId="6ce4719b-7f4a-4549-8832-a74568dd27a3" providerId="ADAL" clId="{434146D4-AB21-CD4A-B25C-F7632F17382C}" dt="2025-01-29T02:02:40.605" v="1934" actId="478"/>
        <pc:sldMkLst>
          <pc:docMk/>
          <pc:sldMk cId="2553253248" sldId="297"/>
        </pc:sldMkLst>
      </pc:sldChg>
      <pc:sldChg chg="addSp delSp modSp new mod">
        <pc:chgData name="Zhang, Franky" userId="6ce4719b-7f4a-4549-8832-a74568dd27a3" providerId="ADAL" clId="{434146D4-AB21-CD4A-B25C-F7632F17382C}" dt="2025-01-29T15:38:43.668" v="1975" actId="1076"/>
        <pc:sldMkLst>
          <pc:docMk/>
          <pc:sldMk cId="1016887918" sldId="298"/>
        </pc:sldMkLst>
      </pc:sldChg>
      <pc:sldChg chg="addSp delSp modSp new mod ord">
        <pc:chgData name="Zhang, Franky" userId="6ce4719b-7f4a-4549-8832-a74568dd27a3" providerId="ADAL" clId="{434146D4-AB21-CD4A-B25C-F7632F17382C}" dt="2025-01-29T02:00:28.881" v="1852" actId="1076"/>
        <pc:sldMkLst>
          <pc:docMk/>
          <pc:sldMk cId="3859216957" sldId="299"/>
        </pc:sldMkLst>
      </pc:sldChg>
      <pc:sldChg chg="new del">
        <pc:chgData name="Zhang, Franky" userId="6ce4719b-7f4a-4549-8832-a74568dd27a3" providerId="ADAL" clId="{434146D4-AB21-CD4A-B25C-F7632F17382C}" dt="2025-01-29T01:57:40.446" v="1828" actId="680"/>
        <pc:sldMkLst>
          <pc:docMk/>
          <pc:sldMk cId="374672349" sldId="300"/>
        </pc:sldMkLst>
      </pc:sldChg>
      <pc:sldChg chg="addSp delSp modSp add mod">
        <pc:chgData name="Zhang, Franky" userId="6ce4719b-7f4a-4549-8832-a74568dd27a3" providerId="ADAL" clId="{434146D4-AB21-CD4A-B25C-F7632F17382C}" dt="2025-01-29T02:00:09.653" v="1850" actId="1076"/>
        <pc:sldMkLst>
          <pc:docMk/>
          <pc:sldMk cId="693434695" sldId="300"/>
        </pc:sldMkLst>
      </pc:sldChg>
      <pc:sldChg chg="addSp delSp modSp add mod">
        <pc:chgData name="Zhang, Franky" userId="6ce4719b-7f4a-4549-8832-a74568dd27a3" providerId="ADAL" clId="{434146D4-AB21-CD4A-B25C-F7632F17382C}" dt="2025-01-29T01:59:58.684" v="1848" actId="1076"/>
        <pc:sldMkLst>
          <pc:docMk/>
          <pc:sldMk cId="2622075714" sldId="301"/>
        </pc:sldMkLst>
      </pc:sldChg>
      <pc:sldChg chg="delSp modSp new mod">
        <pc:chgData name="Zhang, Franky" userId="6ce4719b-7f4a-4549-8832-a74568dd27a3" providerId="ADAL" clId="{434146D4-AB21-CD4A-B25C-F7632F17382C}" dt="2025-01-31T14:37:27.427" v="2246" actId="20577"/>
        <pc:sldMkLst>
          <pc:docMk/>
          <pc:sldMk cId="1806322137" sldId="302"/>
        </pc:sldMkLst>
      </pc:sldChg>
      <pc:sldChg chg="delSp modSp new mod">
        <pc:chgData name="Zhang, Franky" userId="6ce4719b-7f4a-4549-8832-a74568dd27a3" providerId="ADAL" clId="{434146D4-AB21-CD4A-B25C-F7632F17382C}" dt="2025-01-31T14:41:51.435" v="2861" actId="20577"/>
        <pc:sldMkLst>
          <pc:docMk/>
          <pc:sldMk cId="761758101" sldId="303"/>
        </pc:sldMkLst>
      </pc:sldChg>
    </pc:docChg>
  </pc:docChgLst>
  <pc:docChgLst>
    <pc:chgData name="Zhang, Franky" userId="6ce4719b-7f4a-4549-8832-a74568dd27a3" providerId="ADAL" clId="{AC4FE40A-642C-924A-A992-C70CE6112380}"/>
    <pc:docChg chg="undo custSel addSld delSld modSld sldOrd">
      <pc:chgData name="Zhang, Franky" userId="6ce4719b-7f4a-4549-8832-a74568dd27a3" providerId="ADAL" clId="{AC4FE40A-642C-924A-A992-C70CE6112380}" dt="2024-12-23T21:08:41.815" v="2688" actId="13926"/>
      <pc:docMkLst>
        <pc:docMk/>
      </pc:docMkLst>
      <pc:sldChg chg="addSp modSp mod">
        <pc:chgData name="Zhang, Franky" userId="6ce4719b-7f4a-4549-8832-a74568dd27a3" providerId="ADAL" clId="{AC4FE40A-642C-924A-A992-C70CE6112380}" dt="2024-12-18T14:37:19.827" v="429" actId="767"/>
        <pc:sldMkLst>
          <pc:docMk/>
          <pc:sldMk cId="1442647368" sldId="258"/>
        </pc:sldMkLst>
      </pc:sldChg>
      <pc:sldChg chg="addSp modSp mod">
        <pc:chgData name="Zhang, Franky" userId="6ce4719b-7f4a-4549-8832-a74568dd27a3" providerId="ADAL" clId="{AC4FE40A-642C-924A-A992-C70CE6112380}" dt="2024-12-18T13:05:50.654" v="275" actId="1076"/>
        <pc:sldMkLst>
          <pc:docMk/>
          <pc:sldMk cId="1429092474" sldId="266"/>
        </pc:sldMkLst>
      </pc:sldChg>
      <pc:sldChg chg="del">
        <pc:chgData name="Zhang, Franky" userId="6ce4719b-7f4a-4549-8832-a74568dd27a3" providerId="ADAL" clId="{AC4FE40A-642C-924A-A992-C70CE6112380}" dt="2024-12-18T12:54:46.230" v="184" actId="2696"/>
        <pc:sldMkLst>
          <pc:docMk/>
          <pc:sldMk cId="3660876260" sldId="267"/>
        </pc:sldMkLst>
      </pc:sldChg>
      <pc:sldChg chg="del">
        <pc:chgData name="Zhang, Franky" userId="6ce4719b-7f4a-4549-8832-a74568dd27a3" providerId="ADAL" clId="{AC4FE40A-642C-924A-A992-C70CE6112380}" dt="2024-12-18T12:54:47.146" v="185" actId="2696"/>
        <pc:sldMkLst>
          <pc:docMk/>
          <pc:sldMk cId="1591345871" sldId="268"/>
        </pc:sldMkLst>
      </pc:sldChg>
      <pc:sldChg chg="del">
        <pc:chgData name="Zhang, Franky" userId="6ce4719b-7f4a-4549-8832-a74568dd27a3" providerId="ADAL" clId="{AC4FE40A-642C-924A-A992-C70CE6112380}" dt="2024-12-18T12:54:48.029" v="186" actId="2696"/>
        <pc:sldMkLst>
          <pc:docMk/>
          <pc:sldMk cId="1961061883" sldId="269"/>
        </pc:sldMkLst>
      </pc:sldChg>
      <pc:sldChg chg="addSp delSp modSp mod">
        <pc:chgData name="Zhang, Franky" userId="6ce4719b-7f4a-4549-8832-a74568dd27a3" providerId="ADAL" clId="{AC4FE40A-642C-924A-A992-C70CE6112380}" dt="2024-12-18T12:46:09.456" v="32" actId="14100"/>
        <pc:sldMkLst>
          <pc:docMk/>
          <pc:sldMk cId="3360281781" sldId="271"/>
        </pc:sldMkLst>
      </pc:sldChg>
      <pc:sldChg chg="addSp delSp modSp mod">
        <pc:chgData name="Zhang, Franky" userId="6ce4719b-7f4a-4549-8832-a74568dd27a3" providerId="ADAL" clId="{AC4FE40A-642C-924A-A992-C70CE6112380}" dt="2024-12-18T12:44:39.321" v="15" actId="1076"/>
        <pc:sldMkLst>
          <pc:docMk/>
          <pc:sldMk cId="134862469" sldId="274"/>
        </pc:sldMkLst>
      </pc:sldChg>
      <pc:sldChg chg="addSp modSp mod">
        <pc:chgData name="Zhang, Franky" userId="6ce4719b-7f4a-4549-8832-a74568dd27a3" providerId="ADAL" clId="{AC4FE40A-642C-924A-A992-C70CE6112380}" dt="2024-12-18T14:17:59.510" v="363" actId="1076"/>
        <pc:sldMkLst>
          <pc:docMk/>
          <pc:sldMk cId="1994130792" sldId="276"/>
        </pc:sldMkLst>
      </pc:sldChg>
      <pc:sldChg chg="addSp delSp modSp mod">
        <pc:chgData name="Zhang, Franky" userId="6ce4719b-7f4a-4549-8832-a74568dd27a3" providerId="ADAL" clId="{AC4FE40A-642C-924A-A992-C70CE6112380}" dt="2024-12-18T12:45:36.751" v="25" actId="1076"/>
        <pc:sldMkLst>
          <pc:docMk/>
          <pc:sldMk cId="1433029649" sldId="278"/>
        </pc:sldMkLst>
      </pc:sldChg>
      <pc:sldChg chg="addSp delSp modSp mod">
        <pc:chgData name="Zhang, Franky" userId="6ce4719b-7f4a-4549-8832-a74568dd27a3" providerId="ADAL" clId="{AC4FE40A-642C-924A-A992-C70CE6112380}" dt="2024-12-18T12:44:53.702" v="19" actId="1076"/>
        <pc:sldMkLst>
          <pc:docMk/>
          <pc:sldMk cId="981021911" sldId="279"/>
        </pc:sldMkLst>
      </pc:sldChg>
      <pc:sldChg chg="del">
        <pc:chgData name="Zhang, Franky" userId="6ce4719b-7f4a-4549-8832-a74568dd27a3" providerId="ADAL" clId="{AC4FE40A-642C-924A-A992-C70CE6112380}" dt="2024-12-18T12:43:44.074" v="5" actId="2696"/>
        <pc:sldMkLst>
          <pc:docMk/>
          <pc:sldMk cId="251188597" sldId="280"/>
        </pc:sldMkLst>
      </pc:sldChg>
      <pc:sldChg chg="del">
        <pc:chgData name="Zhang, Franky" userId="6ce4719b-7f4a-4549-8832-a74568dd27a3" providerId="ADAL" clId="{AC4FE40A-642C-924A-A992-C70CE6112380}" dt="2024-12-18T12:54:51.341" v="187" actId="2696"/>
        <pc:sldMkLst>
          <pc:docMk/>
          <pc:sldMk cId="3320569759" sldId="286"/>
        </pc:sldMkLst>
      </pc:sldChg>
      <pc:sldChg chg="addSp delSp modSp mod">
        <pc:chgData name="Zhang, Franky" userId="6ce4719b-7f4a-4549-8832-a74568dd27a3" providerId="ADAL" clId="{AC4FE40A-642C-924A-A992-C70CE6112380}" dt="2024-12-18T12:43:30.822" v="4" actId="1076"/>
        <pc:sldMkLst>
          <pc:docMk/>
          <pc:sldMk cId="1850665091" sldId="287"/>
        </pc:sldMkLst>
      </pc:sldChg>
      <pc:sldChg chg="del">
        <pc:chgData name="Zhang, Franky" userId="6ce4719b-7f4a-4549-8832-a74568dd27a3" providerId="ADAL" clId="{AC4FE40A-642C-924A-A992-C70CE6112380}" dt="2024-12-18T12:51:13.924" v="75" actId="2696"/>
        <pc:sldMkLst>
          <pc:docMk/>
          <pc:sldMk cId="4085529094" sldId="288"/>
        </pc:sldMkLst>
      </pc:sldChg>
      <pc:sldChg chg="addSp delSp modSp new mod">
        <pc:chgData name="Zhang, Franky" userId="6ce4719b-7f4a-4549-8832-a74568dd27a3" providerId="ADAL" clId="{AC4FE40A-642C-924A-A992-C70CE6112380}" dt="2024-12-18T12:53:35.979" v="183" actId="1076"/>
        <pc:sldMkLst>
          <pc:docMk/>
          <pc:sldMk cId="247310998" sldId="289"/>
        </pc:sldMkLst>
      </pc:sldChg>
      <pc:sldChg chg="addSp delSp modSp new mod">
        <pc:chgData name="Zhang, Franky" userId="6ce4719b-7f4a-4549-8832-a74568dd27a3" providerId="ADAL" clId="{AC4FE40A-642C-924A-A992-C70CE6112380}" dt="2024-12-18T13:06:54.242" v="282" actId="1076"/>
        <pc:sldMkLst>
          <pc:docMk/>
          <pc:sldMk cId="1899376214" sldId="290"/>
        </pc:sldMkLst>
      </pc:sldChg>
      <pc:sldChg chg="addSp delSp modSp new mod ord">
        <pc:chgData name="Zhang, Franky" userId="6ce4719b-7f4a-4549-8832-a74568dd27a3" providerId="ADAL" clId="{AC4FE40A-642C-924A-A992-C70CE6112380}" dt="2024-12-18T13:38:32.613" v="355" actId="1076"/>
        <pc:sldMkLst>
          <pc:docMk/>
          <pc:sldMk cId="2034234633" sldId="291"/>
        </pc:sldMkLst>
      </pc:sldChg>
      <pc:sldChg chg="addSp delSp modSp new mod ord">
        <pc:chgData name="Zhang, Franky" userId="6ce4719b-7f4a-4549-8832-a74568dd27a3" providerId="ADAL" clId="{AC4FE40A-642C-924A-A992-C70CE6112380}" dt="2024-12-18T14:20:32.479" v="404" actId="13926"/>
        <pc:sldMkLst>
          <pc:docMk/>
          <pc:sldMk cId="3631312834" sldId="292"/>
        </pc:sldMkLst>
      </pc:sldChg>
      <pc:sldChg chg="modSp new mod">
        <pc:chgData name="Zhang, Franky" userId="6ce4719b-7f4a-4549-8832-a74568dd27a3" providerId="ADAL" clId="{AC4FE40A-642C-924A-A992-C70CE6112380}" dt="2024-12-23T21:08:41.815" v="2688" actId="13926"/>
        <pc:sldMkLst>
          <pc:docMk/>
          <pc:sldMk cId="1395785717" sldId="293"/>
        </pc:sldMkLst>
      </pc:sldChg>
      <pc:sldChg chg="modSp add mod">
        <pc:chgData name="Zhang, Franky" userId="6ce4719b-7f4a-4549-8832-a74568dd27a3" providerId="ADAL" clId="{AC4FE40A-642C-924A-A992-C70CE6112380}" dt="2024-12-18T15:16:23.071" v="2616" actId="113"/>
        <pc:sldMkLst>
          <pc:docMk/>
          <pc:sldMk cId="3993060276" sldId="294"/>
        </pc:sldMkLst>
      </pc:sldChg>
    </pc:docChg>
  </pc:docChgLst>
  <pc:docChgLst>
    <pc:chgData name="Zhang, Franky" userId="6ce4719b-7f4a-4549-8832-a74568dd27a3" providerId="ADAL" clId="{424DB47F-55C2-9544-A089-2071ADA7BEF0}"/>
    <pc:docChg chg="custSel modSld">
      <pc:chgData name="Zhang, Franky" userId="6ce4719b-7f4a-4549-8832-a74568dd27a3" providerId="ADAL" clId="{424DB47F-55C2-9544-A089-2071ADA7BEF0}" dt="2025-03-28T19:23:06.368" v="3" actId="1036"/>
      <pc:docMkLst>
        <pc:docMk/>
      </pc:docMkLst>
      <pc:sldChg chg="addSp delSp modSp mod">
        <pc:chgData name="Zhang, Franky" userId="6ce4719b-7f4a-4549-8832-a74568dd27a3" providerId="ADAL" clId="{424DB47F-55C2-9544-A089-2071ADA7BEF0}" dt="2025-03-28T16:53:18.580" v="2" actId="478"/>
        <pc:sldMkLst>
          <pc:docMk/>
          <pc:sldMk cId="776570572" sldId="312"/>
        </pc:sldMkLst>
        <pc:spChg chg="del">
          <ac:chgData name="Zhang, Franky" userId="6ce4719b-7f4a-4549-8832-a74568dd27a3" providerId="ADAL" clId="{424DB47F-55C2-9544-A089-2071ADA7BEF0}" dt="2025-03-28T16:53:03.284" v="0" actId="478"/>
          <ac:spMkLst>
            <pc:docMk/>
            <pc:sldMk cId="776570572" sldId="312"/>
            <ac:spMk id="2" creationId="{A42D6FCA-6658-97E9-1B5C-BFA0FFC962CF}"/>
          </ac:spMkLst>
        </pc:spChg>
        <pc:spChg chg="del">
          <ac:chgData name="Zhang, Franky" userId="6ce4719b-7f4a-4549-8832-a74568dd27a3" providerId="ADAL" clId="{424DB47F-55C2-9544-A089-2071ADA7BEF0}" dt="2025-03-28T16:53:16.787" v="1" actId="478"/>
          <ac:spMkLst>
            <pc:docMk/>
            <pc:sldMk cId="776570572" sldId="312"/>
            <ac:spMk id="4" creationId="{4ED347A6-7168-3E7B-7E64-A0B5219AD327}"/>
          </ac:spMkLst>
        </pc:spChg>
        <pc:spChg chg="del">
          <ac:chgData name="Zhang, Franky" userId="6ce4719b-7f4a-4549-8832-a74568dd27a3" providerId="ADAL" clId="{424DB47F-55C2-9544-A089-2071ADA7BEF0}" dt="2025-03-28T16:53:16.787" v="1" actId="478"/>
          <ac:spMkLst>
            <pc:docMk/>
            <pc:sldMk cId="776570572" sldId="312"/>
            <ac:spMk id="5" creationId="{3B85ABDB-B050-3ADD-E8A3-BF286F936A09}"/>
          </ac:spMkLst>
        </pc:spChg>
        <pc:spChg chg="del">
          <ac:chgData name="Zhang, Franky" userId="6ce4719b-7f4a-4549-8832-a74568dd27a3" providerId="ADAL" clId="{424DB47F-55C2-9544-A089-2071ADA7BEF0}" dt="2025-03-28T16:53:16.787" v="1" actId="478"/>
          <ac:spMkLst>
            <pc:docMk/>
            <pc:sldMk cId="776570572" sldId="312"/>
            <ac:spMk id="6" creationId="{EFA377C6-D195-98BA-45F1-A29C8EABCD64}"/>
          </ac:spMkLst>
        </pc:spChg>
        <pc:spChg chg="add del mod">
          <ac:chgData name="Zhang, Franky" userId="6ce4719b-7f4a-4549-8832-a74568dd27a3" providerId="ADAL" clId="{424DB47F-55C2-9544-A089-2071ADA7BEF0}" dt="2025-03-28T16:53:18.580" v="2" actId="478"/>
          <ac:spMkLst>
            <pc:docMk/>
            <pc:sldMk cId="776570572" sldId="312"/>
            <ac:spMk id="8" creationId="{A717075E-494B-257F-B59B-3501DA8C072C}"/>
          </ac:spMkLst>
        </pc:spChg>
      </pc:sldChg>
      <pc:sldChg chg="modSp mod">
        <pc:chgData name="Zhang, Franky" userId="6ce4719b-7f4a-4549-8832-a74568dd27a3" providerId="ADAL" clId="{424DB47F-55C2-9544-A089-2071ADA7BEF0}" dt="2025-03-28T19:23:06.368" v="3" actId="1036"/>
        <pc:sldMkLst>
          <pc:docMk/>
          <pc:sldMk cId="1644625295" sldId="314"/>
        </pc:sldMkLst>
        <pc:picChg chg="mod">
          <ac:chgData name="Zhang, Franky" userId="6ce4719b-7f4a-4549-8832-a74568dd27a3" providerId="ADAL" clId="{424DB47F-55C2-9544-A089-2071ADA7BEF0}" dt="2025-03-28T19:23:06.368" v="3" actId="1036"/>
          <ac:picMkLst>
            <pc:docMk/>
            <pc:sldMk cId="1644625295" sldId="314"/>
            <ac:picMk id="25" creationId="{A3353585-725E-AD11-9E88-1DF3F421A09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9:22.58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6D7B5-59AD-CC4F-A4D9-6ADAEAA8EE36}" type="datetimeFigureOut">
              <a:rPr lang="en-US" smtClean="0"/>
              <a:t>3/28/25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05902-4727-B84C-89D1-4A80FA85F342}" type="slidenum">
              <a:rPr lang="en-US" smtClean="0"/>
              <a:t>‹#›</a:t>
            </a:fld>
            <a:endParaRPr lang="en-US"/>
          </a:p>
        </p:txBody>
      </p:sp>
    </p:spTree>
    <p:extLst>
      <p:ext uri="{BB962C8B-B14F-4D97-AF65-F5344CB8AC3E}">
        <p14:creationId xmlns:p14="http://schemas.microsoft.com/office/powerpoint/2010/main" val="815395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E6BD1-7200-9FE1-23EC-55A6560A2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0221E-1C93-FBB4-A90E-2C05CE93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453EF-7D57-8B13-710A-50B999F25F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49640B-DB2E-81CF-8A88-A3AAB179C829}"/>
              </a:ext>
            </a:extLst>
          </p:cNvPr>
          <p:cNvSpPr>
            <a:spLocks noGrp="1"/>
          </p:cNvSpPr>
          <p:nvPr>
            <p:ph type="sldNum" sz="quarter" idx="5"/>
          </p:nvPr>
        </p:nvSpPr>
        <p:spPr/>
        <p:txBody>
          <a:bodyPr/>
          <a:lstStyle/>
          <a:p>
            <a:fld id="{37105902-4727-B84C-89D1-4A80FA85F342}" type="slidenum">
              <a:rPr lang="en-US" smtClean="0"/>
              <a:t>18</a:t>
            </a:fld>
            <a:endParaRPr lang="en-US"/>
          </a:p>
        </p:txBody>
      </p:sp>
    </p:spTree>
    <p:extLst>
      <p:ext uri="{BB962C8B-B14F-4D97-AF65-F5344CB8AC3E}">
        <p14:creationId xmlns:p14="http://schemas.microsoft.com/office/powerpoint/2010/main" val="3924209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9157-6AB7-0684-3F80-A260C984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CB1F02-5CB3-DC19-37BC-35EA3D52B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CBB088-17D9-58B6-1A87-4E8A0672EF29}"/>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CC5C5B3F-C075-2081-BD72-5D7BE3D06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63DAA-CDC8-827B-FC55-3D695FF16B55}"/>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2357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DCE5-F67B-2B65-168E-88CB932EE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A87FD-4448-87A8-9D0B-898AAD35F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97D0E-C77A-2FC2-AB3E-0AD56D3F31A6}"/>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77FA09D2-D7DF-84A5-DAC5-2DA2AB95C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A389D-73E0-3944-D73A-74445B8208ED}"/>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420260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484E-0578-5AAA-6786-9935D45A5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BC3714-5E21-0D30-97D8-E76BC57407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FAA237-E5F3-7176-15CC-58731DD093BB}"/>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1007E19D-673C-5B49-3DA3-15688FB01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0C3E2-D0B3-CBFB-362D-FC67DF1DDA9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71750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547D-0524-0C82-E459-1173ADB219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74372-F673-0481-C529-4C553604C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23BDA-D7CA-95EB-9D38-F5E0D9D33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6F8AC7-6C6A-41FD-58C9-6E8DBE64157A}"/>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6" name="Footer Placeholder 5">
            <a:extLst>
              <a:ext uri="{FF2B5EF4-FFF2-40B4-BE49-F238E27FC236}">
                <a16:creationId xmlns:a16="http://schemas.microsoft.com/office/drawing/2014/main" id="{07CE931B-D1E1-2BAF-6E0C-6BCB849E9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C089B-DD93-7A43-2AD7-A09C9E4DD0F7}"/>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3713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922BA-F722-D6EC-9A32-FBE288495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BFF42F-2440-1764-AE55-F48C65FB3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A84A0-DD3E-555D-0CA5-0BA4D68090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6451C-75B9-6585-4226-5F7B19468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E56871-6105-97E0-6E87-1EA539E14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85D42D-AFDC-E7C1-6F28-15E1C94E43B0}"/>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8" name="Footer Placeholder 7">
            <a:extLst>
              <a:ext uri="{FF2B5EF4-FFF2-40B4-BE49-F238E27FC236}">
                <a16:creationId xmlns:a16="http://schemas.microsoft.com/office/drawing/2014/main" id="{205D10D6-9958-A57B-6FF8-EE850F52E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1C9E4-A47F-0090-1BBD-C444F3DF603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08758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58AF-3B29-0CBE-9D53-3B701CBD3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A8615-7261-94FC-0FBA-6E37D7B51D8C}"/>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4" name="Footer Placeholder 3">
            <a:extLst>
              <a:ext uri="{FF2B5EF4-FFF2-40B4-BE49-F238E27FC236}">
                <a16:creationId xmlns:a16="http://schemas.microsoft.com/office/drawing/2014/main" id="{57EE710C-8001-0E58-9376-A7F6E37901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8B6BF1-9F20-D11C-43DA-B1C93C17F4D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06824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3A548E-83BB-7B22-EB3C-CC8762C40EB0}"/>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3" name="Footer Placeholder 2">
            <a:extLst>
              <a:ext uri="{FF2B5EF4-FFF2-40B4-BE49-F238E27FC236}">
                <a16:creationId xmlns:a16="http://schemas.microsoft.com/office/drawing/2014/main" id="{9E7DC2AB-DC35-6F77-7A72-D0998D5E70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A1185F-AA7F-A6C4-F1C9-31F77233C76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56332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C392-D96E-980C-BA9F-9E0DCB1DB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08D7D2-06E3-3BA0-25C0-09CD35C96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90B913-6D25-EE70-EFF7-93EE4C331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8AAE2-7840-DAC4-9D17-0CCFED972701}"/>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6" name="Footer Placeholder 5">
            <a:extLst>
              <a:ext uri="{FF2B5EF4-FFF2-40B4-BE49-F238E27FC236}">
                <a16:creationId xmlns:a16="http://schemas.microsoft.com/office/drawing/2014/main" id="{9D50DC97-1A30-129A-FF38-334F0C2E8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6CED9-D1B7-4AE6-5282-CB500730F3C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195166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3C49-7882-C232-1313-528F0BD7D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38655A-4833-82CA-001A-DFEA830B8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A4919-B228-3B67-9320-850590D95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7E630-D409-D4F5-9E7C-D3556802E721}"/>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6" name="Footer Placeholder 5">
            <a:extLst>
              <a:ext uri="{FF2B5EF4-FFF2-40B4-BE49-F238E27FC236}">
                <a16:creationId xmlns:a16="http://schemas.microsoft.com/office/drawing/2014/main" id="{A78FE7D7-9E41-08CA-F10F-5C7BA71E0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CB347-9C21-1D67-1D8E-F05A0A5E414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61367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550B-793E-9077-395D-A665C801EB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3851BE-3DCE-0EE7-CC07-5309FF72DF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65C14-895C-58A9-6B37-133461CA0710}"/>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9512861F-F6EC-6E45-9D3F-97D94A8BF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09F3C-0479-50BF-3268-6B4778CE6438}"/>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47708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0982A-D625-28EB-7E80-F81FE7EC5C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326B5-8A55-B2AE-FE90-731B05299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AE417-8322-B6FC-FC1A-A23BFAE1898A}"/>
              </a:ext>
            </a:extLst>
          </p:cNvPr>
          <p:cNvSpPr>
            <a:spLocks noGrp="1"/>
          </p:cNvSpPr>
          <p:nvPr>
            <p:ph type="dt" sz="half" idx="10"/>
          </p:nvPr>
        </p:nvSpPr>
        <p:spPr/>
        <p:txBody>
          <a:body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901B4390-29B4-7D9F-1029-70E9E4A36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0F1FC-DB16-7029-382E-F9745FF03A5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86868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24A1A-CF6C-BDED-2A86-2A8BDAE0F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EAE82E-E6E5-FE84-D9AF-9233F3B85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11BA4-F3C4-C5DC-F9F3-677C2630B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22A8C-B3EF-F04B-AF56-45443FB0812E}" type="datetimeFigureOut">
              <a:rPr lang="en-US" smtClean="0"/>
              <a:t>3/28/25</a:t>
            </a:fld>
            <a:endParaRPr lang="en-US"/>
          </a:p>
        </p:txBody>
      </p:sp>
      <p:sp>
        <p:nvSpPr>
          <p:cNvPr id="5" name="Footer Placeholder 4">
            <a:extLst>
              <a:ext uri="{FF2B5EF4-FFF2-40B4-BE49-F238E27FC236}">
                <a16:creationId xmlns:a16="http://schemas.microsoft.com/office/drawing/2014/main" id="{71921666-07FB-CCB1-DAB5-2E83754B2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624975-73BA-9A1B-309A-1E3A41579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D3DA4-84C1-4145-B04E-7728C26A148A}" type="slidenum">
              <a:rPr lang="en-US" smtClean="0"/>
              <a:t>‹#›</a:t>
            </a:fld>
            <a:endParaRPr lang="en-US"/>
          </a:p>
        </p:txBody>
      </p:sp>
    </p:spTree>
    <p:extLst>
      <p:ext uri="{BB962C8B-B14F-4D97-AF65-F5344CB8AC3E}">
        <p14:creationId xmlns:p14="http://schemas.microsoft.com/office/powerpoint/2010/main" val="161748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90.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1.png"/><Relationship Id="rId5" Type="http://schemas.openxmlformats.org/officeDocument/2006/relationships/image" Target="../media/image15.png"/><Relationship Id="rId4" Type="http://schemas.openxmlformats.org/officeDocument/2006/relationships/customXml" Target="../ink/ink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7BF547-C03F-3633-5D01-0D79C50C302A}"/>
              </a:ext>
            </a:extLst>
          </p:cNvPr>
          <p:cNvSpPr txBox="1">
            <a:spLocks/>
          </p:cNvSpPr>
          <p:nvPr/>
        </p:nvSpPr>
        <p:spPr>
          <a:xfrm>
            <a:off x="1581028" y="1270648"/>
            <a:ext cx="9368175"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a:solidFill>
                  <a:srgbClr val="222222"/>
                </a:solidFill>
                <a:effectLst/>
                <a:latin typeface="Times New Roman" panose="02020603050405020304" pitchFamily="18" charset="0"/>
                <a:cs typeface="Times New Roman" panose="02020603050405020304" pitchFamily="18" charset="0"/>
              </a:rPr>
              <a:t>Model to predict future dominance </a:t>
            </a:r>
            <a:r>
              <a:rPr lang="en-US" sz="3200" b="1" i="0">
                <a:solidFill>
                  <a:srgbClr val="222222"/>
                </a:solidFill>
                <a:effectLst/>
                <a:latin typeface="Times New Roman" panose="02020603050405020304" pitchFamily="18" charset="0"/>
                <a:cs typeface="Times New Roman" panose="02020603050405020304" pitchFamily="18" charset="0"/>
              </a:rPr>
              <a:t>of </a:t>
            </a:r>
          </a:p>
          <a:p>
            <a:r>
              <a:rPr lang="en-US" sz="3200" b="1" i="0">
                <a:solidFill>
                  <a:srgbClr val="222222"/>
                </a:solidFill>
                <a:effectLst/>
                <a:latin typeface="Times New Roman" panose="02020603050405020304" pitchFamily="18" charset="0"/>
                <a:cs typeface="Times New Roman" panose="02020603050405020304" pitchFamily="18" charset="0"/>
              </a:rPr>
              <a:t>COVID-19 </a:t>
            </a:r>
            <a:r>
              <a:rPr lang="en-US" sz="3200" b="1" i="0" dirty="0">
                <a:solidFill>
                  <a:srgbClr val="222222"/>
                </a:solidFill>
                <a:effectLst/>
                <a:latin typeface="Times New Roman" panose="02020603050405020304" pitchFamily="18" charset="0"/>
                <a:cs typeface="Times New Roman" panose="02020603050405020304" pitchFamily="18" charset="0"/>
              </a:rPr>
              <a:t>variants using early growth </a:t>
            </a:r>
            <a:r>
              <a:rPr lang="en-US" sz="3200" b="1" i="0">
                <a:solidFill>
                  <a:srgbClr val="222222"/>
                </a:solidFill>
                <a:effectLst/>
                <a:latin typeface="Times New Roman" panose="02020603050405020304" pitchFamily="18" charset="0"/>
                <a:cs typeface="Times New Roman" panose="02020603050405020304" pitchFamily="18" charset="0"/>
              </a:rPr>
              <a:t>rates </a:t>
            </a:r>
          </a:p>
          <a:p>
            <a:r>
              <a:rPr lang="en-US" sz="3200" b="1" i="0" dirty="0">
                <a:solidFill>
                  <a:srgbClr val="222222"/>
                </a:solidFill>
                <a:effectLst/>
                <a:latin typeface="Times New Roman" panose="02020603050405020304" pitchFamily="18" charset="0"/>
                <a:cs typeface="Times New Roman" panose="02020603050405020304" pitchFamily="18" charset="0"/>
              </a:rPr>
              <a:t>across 30 countries </a:t>
            </a:r>
            <a:endParaRPr lang="en-US" altLang="ko-KR"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C564C5-2B52-EB2C-F85D-8976B54B31CB}"/>
              </a:ext>
            </a:extLst>
          </p:cNvPr>
          <p:cNvSpPr txBox="1"/>
          <p:nvPr/>
        </p:nvSpPr>
        <p:spPr>
          <a:xfrm>
            <a:off x="3239813" y="3683653"/>
            <a:ext cx="5712398" cy="1015663"/>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Jan 29, 2025</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Authors (TBD): Franky Zhang, RP, KC, JJ, YJ*, CO*</a:t>
            </a:r>
          </a:p>
        </p:txBody>
      </p:sp>
    </p:spTree>
    <p:extLst>
      <p:ext uri="{BB962C8B-B14F-4D97-AF65-F5344CB8AC3E}">
        <p14:creationId xmlns:p14="http://schemas.microsoft.com/office/powerpoint/2010/main" val="144054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E8517F2-F110-7FB5-BCCB-D785BDB8190E}"/>
              </a:ext>
            </a:extLst>
          </p:cNvPr>
          <p:cNvSpPr txBox="1">
            <a:spLocks/>
          </p:cNvSpPr>
          <p:nvPr/>
        </p:nvSpPr>
        <p:spPr>
          <a:xfrm>
            <a:off x="324527" y="894585"/>
            <a:ext cx="11678785" cy="5431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
            </a:pPr>
            <a:r>
              <a:rPr lang="en-US" sz="2400" b="1" dirty="0">
                <a:cs typeface="Times New Roman" panose="02020603050405020304" pitchFamily="18" charset="0"/>
              </a:rPr>
              <a:t> Data Description</a:t>
            </a:r>
          </a:p>
          <a:p>
            <a:pPr lvl="1">
              <a:lnSpc>
                <a:spcPct val="120000"/>
              </a:lnSpc>
            </a:pPr>
            <a:r>
              <a:rPr lang="en-US" sz="2000" dirty="0">
                <a:effectLst/>
                <a:ea typeface="DengXian" panose="02010600030101010101" pitchFamily="2" charset="-122"/>
                <a:cs typeface="Times New Roman" panose="02020603050405020304" pitchFamily="18" charset="0"/>
              </a:rPr>
              <a:t>Dataset includes infection counts from over 3,000 COVID-19 variants across the </a:t>
            </a:r>
            <a:r>
              <a:rPr lang="en-US" sz="2000" b="1" dirty="0">
                <a:effectLst/>
                <a:ea typeface="DengXian" panose="02010600030101010101" pitchFamily="2" charset="-122"/>
                <a:cs typeface="Times New Roman" panose="02020603050405020304" pitchFamily="18" charset="0"/>
              </a:rPr>
              <a:t>Top 30 countries </a:t>
            </a:r>
            <a:r>
              <a:rPr lang="en-US" sz="2000" dirty="0">
                <a:effectLst/>
                <a:ea typeface="DengXian" panose="02010600030101010101" pitchFamily="2" charset="-122"/>
                <a:cs typeface="Times New Roman" panose="02020603050405020304" pitchFamily="18" charset="0"/>
              </a:rPr>
              <a:t>with the highest infections, covering </a:t>
            </a:r>
            <a:r>
              <a:rPr lang="en-US" sz="2000" b="1" dirty="0">
                <a:effectLst/>
                <a:ea typeface="DengXian" panose="02010600030101010101" pitchFamily="2" charset="-122"/>
                <a:cs typeface="Times New Roman" panose="02020603050405020304" pitchFamily="18" charset="0"/>
              </a:rPr>
              <a:t>January 2020 to May 2024</a:t>
            </a:r>
            <a:r>
              <a:rPr lang="en-US" sz="2000" dirty="0">
                <a:effectLst/>
                <a:ea typeface="DengXian" panose="02010600030101010101" pitchFamily="2" charset="-122"/>
                <a:cs typeface="Times New Roman" panose="02020603050405020304" pitchFamily="18" charset="0"/>
              </a:rPr>
              <a:t>.</a:t>
            </a:r>
          </a:p>
          <a:p>
            <a:pPr lvl="1">
              <a:lnSpc>
                <a:spcPct val="120000"/>
              </a:lnSpc>
            </a:pPr>
            <a:endParaRPr lang="en-US" sz="2000" dirty="0">
              <a:ea typeface="DengXian" panose="02010600030101010101" pitchFamily="2" charset="-122"/>
              <a:cs typeface="Times New Roman" panose="02020603050405020304" pitchFamily="18" charset="0"/>
            </a:endParaRPr>
          </a:p>
          <a:p>
            <a:pPr lvl="1">
              <a:lnSpc>
                <a:spcPct val="120000"/>
              </a:lnSpc>
            </a:pPr>
            <a:r>
              <a:rPr lang="en-US" sz="2000" dirty="0">
                <a:effectLst/>
                <a:ea typeface="DengXian" panose="02010600030101010101" pitchFamily="2" charset="-122"/>
              </a:rPr>
              <a:t>Data is recorded daily, allowing for detailed day-level analysis.</a:t>
            </a:r>
            <a:endParaRPr lang="en-US" sz="2000" kern="100" dirty="0">
              <a:ea typeface="DengXian" panose="02010600030101010101" pitchFamily="2" charset="-122"/>
              <a:cs typeface="Arial" panose="020B0604020202020204" pitchFamily="34" charset="0"/>
            </a:endParaRPr>
          </a:p>
          <a:p>
            <a:pPr marL="457200" lvl="1" indent="0">
              <a:lnSpc>
                <a:spcPct val="120000"/>
              </a:lnSpc>
              <a:buNone/>
            </a:pPr>
            <a:endParaRPr lang="en-US" sz="2000" b="1" dirty="0">
              <a:effectLst/>
              <a:ea typeface="DengXian" panose="02010600030101010101" pitchFamily="2" charset="-122"/>
              <a:cs typeface="Times New Roman" panose="02020603050405020304" pitchFamily="18" charset="0"/>
            </a:endParaRPr>
          </a:p>
          <a:p>
            <a:pPr lvl="1">
              <a:lnSpc>
                <a:spcPct val="120000"/>
              </a:lnSpc>
            </a:pPr>
            <a:r>
              <a:rPr lang="en-US" sz="2000" dirty="0">
                <a:ea typeface="DengXian" panose="02010600030101010101" pitchFamily="2" charset="-122"/>
                <a:cs typeface="Times New Roman" panose="02020603050405020304" pitchFamily="18" charset="0"/>
              </a:rPr>
              <a:t>The top 30 countries include (selected based on the total number of cases over the entire time): </a:t>
            </a:r>
          </a:p>
          <a:p>
            <a:pPr marL="457200" lvl="1" indent="0">
              <a:lnSpc>
                <a:spcPct val="120000"/>
              </a:lnSpc>
              <a:buNone/>
            </a:pPr>
            <a:r>
              <a:rPr lang="en-US" sz="2000" dirty="0">
                <a:ea typeface="DengXian" panose="02010600030101010101" pitchFamily="2" charset="-122"/>
                <a:cs typeface="Times New Roman" panose="02020603050405020304" pitchFamily="18" charset="0"/>
              </a:rPr>
              <a:t>	Australia, Austria, Belgium, Brazil, Canada, China, </a:t>
            </a:r>
          </a:p>
          <a:p>
            <a:pPr marL="457200" lvl="1" indent="0">
              <a:lnSpc>
                <a:spcPct val="120000"/>
              </a:lnSpc>
              <a:buNone/>
            </a:pPr>
            <a:r>
              <a:rPr lang="en-US" sz="2000" dirty="0">
                <a:ea typeface="DengXian" panose="02010600030101010101" pitchFamily="2" charset="-122"/>
                <a:cs typeface="Times New Roman" panose="02020603050405020304" pitchFamily="18" charset="0"/>
              </a:rPr>
              <a:t>	Czech Republic, Denmark, France, Germany, India, Ireland, </a:t>
            </a:r>
          </a:p>
          <a:p>
            <a:pPr marL="457200" lvl="1" indent="0">
              <a:lnSpc>
                <a:spcPct val="120000"/>
              </a:lnSpc>
              <a:buNone/>
            </a:pPr>
            <a:r>
              <a:rPr lang="en-US" sz="2000" dirty="0">
                <a:ea typeface="DengXian" panose="02010600030101010101" pitchFamily="2" charset="-122"/>
                <a:cs typeface="Times New Roman" panose="02020603050405020304" pitchFamily="18" charset="0"/>
              </a:rPr>
              <a:t>	Israel, Italy, Japan, Luxembourg, Mexico, Netherlands, </a:t>
            </a:r>
          </a:p>
          <a:p>
            <a:pPr marL="457200" lvl="1" indent="0">
              <a:lnSpc>
                <a:spcPct val="120000"/>
              </a:lnSpc>
              <a:buNone/>
            </a:pPr>
            <a:r>
              <a:rPr lang="en-US" sz="2000" dirty="0">
                <a:ea typeface="DengXian" panose="02010600030101010101" pitchFamily="2" charset="-122"/>
                <a:cs typeface="Times New Roman" panose="02020603050405020304" pitchFamily="18" charset="0"/>
              </a:rPr>
              <a:t>	Norway, Peru, Poland, Russia, Slovenia, South Korea, </a:t>
            </a:r>
          </a:p>
          <a:p>
            <a:pPr marL="457200" lvl="1" indent="0">
              <a:lnSpc>
                <a:spcPct val="120000"/>
              </a:lnSpc>
              <a:buNone/>
            </a:pPr>
            <a:r>
              <a:rPr lang="en-US" sz="2000" dirty="0">
                <a:ea typeface="DengXian" panose="02010600030101010101" pitchFamily="2" charset="-122"/>
                <a:cs typeface="Times New Roman" panose="02020603050405020304" pitchFamily="18" charset="0"/>
              </a:rPr>
              <a:t>	Spain, Sweden, Switzerland, Turkey, the United Kingdom, USA.</a:t>
            </a:r>
            <a:endParaRPr lang="en-US" sz="2000" dirty="0">
              <a:effectLst/>
              <a:ea typeface="DengXian" panose="02010600030101010101" pitchFamily="2" charset="-122"/>
              <a:cs typeface="Times New Roman" panose="02020603050405020304" pitchFamily="18" charset="0"/>
            </a:endParaRPr>
          </a:p>
        </p:txBody>
      </p:sp>
      <p:sp>
        <p:nvSpPr>
          <p:cNvPr id="7" name="Title 1">
            <a:extLst>
              <a:ext uri="{FF2B5EF4-FFF2-40B4-BE49-F238E27FC236}">
                <a16:creationId xmlns:a16="http://schemas.microsoft.com/office/drawing/2014/main" id="{0D5838EC-AEDC-45C4-E00D-872712600C73}"/>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8" name="직사각형 3">
            <a:extLst>
              <a:ext uri="{FF2B5EF4-FFF2-40B4-BE49-F238E27FC236}">
                <a16:creationId xmlns:a16="http://schemas.microsoft.com/office/drawing/2014/main" id="{E66EEDC9-7B3F-6FC8-5011-F164668E1E9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98D09C68-98FF-AE2B-CBC2-8DBCFA794AA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44264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7235-0BFC-3D38-678A-2901BEAB95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6D42FF-6AE4-42A1-0CF1-D177FC7B1B50}"/>
              </a:ext>
            </a:extLst>
          </p:cNvPr>
          <p:cNvSpPr>
            <a:spLocks noGrp="1"/>
          </p:cNvSpPr>
          <p:nvPr>
            <p:ph idx="1"/>
          </p:nvPr>
        </p:nvSpPr>
        <p:spPr>
          <a:xfrm>
            <a:off x="324527" y="959223"/>
            <a:ext cx="10965841" cy="5779545"/>
          </a:xfrm>
        </p:spPr>
        <p:txBody>
          <a:bodyPr>
            <a:normAutofit lnSpcReduction="10000"/>
          </a:bodyPr>
          <a:lstStyle/>
          <a:p>
            <a:pPr algn="just">
              <a:buFont typeface="Wingdings" pitchFamily="2" charset="2"/>
              <a:buChar char="§"/>
            </a:pPr>
            <a:r>
              <a:rPr lang="en-US" sz="2400" b="1" dirty="0">
                <a:latin typeface="Calibri" panose="020F0502020204030204" pitchFamily="34" charset="0"/>
                <a:cs typeface="Calibri" panose="020F0502020204030204" pitchFamily="34" charset="0"/>
              </a:rPr>
              <a:t>1</a:t>
            </a:r>
            <a:r>
              <a:rPr lang="en-US" sz="2400" b="1" baseline="30000" dirty="0">
                <a:latin typeface="Calibri" panose="020F0502020204030204" pitchFamily="34" charset="0"/>
                <a:cs typeface="Calibri" panose="020F0502020204030204" pitchFamily="34" charset="0"/>
              </a:rPr>
              <a:t>st</a:t>
            </a:r>
            <a:r>
              <a:rPr lang="en-US" sz="2400" b="1" dirty="0">
                <a:latin typeface="Calibri" panose="020F0502020204030204" pitchFamily="34" charset="0"/>
                <a:cs typeface="Calibri" panose="020F0502020204030204" pitchFamily="34" charset="0"/>
              </a:rPr>
              <a:t> Analysis</a:t>
            </a:r>
            <a:r>
              <a:rPr lang="en-US" sz="2400" dirty="0">
                <a:latin typeface="Calibri" panose="020F0502020204030204" pitchFamily="34" charset="0"/>
                <a:cs typeface="Calibri" panose="020F0502020204030204" pitchFamily="34" charset="0"/>
              </a:rPr>
              <a:t>: </a:t>
            </a:r>
            <a:r>
              <a:rPr lang="en-US" sz="2400" dirty="0">
                <a:solidFill>
                  <a:srgbClr val="0E0E0E"/>
                </a:solidFill>
                <a:effectLst/>
                <a:latin typeface="Calibri" panose="020F0502020204030204" pitchFamily="34" charset="0"/>
                <a:cs typeface="Calibri" panose="020F0502020204030204" pitchFamily="34" charset="0"/>
              </a:rPr>
              <a:t>How well does the early share growth rate predict future share </a:t>
            </a:r>
            <a:r>
              <a:rPr lang="en-US" sz="2400" u="sng" dirty="0">
                <a:solidFill>
                  <a:srgbClr val="0E0E0E"/>
                </a:solidFill>
                <a:effectLst/>
                <a:latin typeface="Calibri" panose="020F0502020204030204" pitchFamily="34" charset="0"/>
                <a:cs typeface="Calibri" panose="020F0502020204030204" pitchFamily="34" charset="0"/>
              </a:rPr>
              <a:t>dominance</a:t>
            </a:r>
            <a:r>
              <a:rPr lang="en-US" sz="2400" dirty="0">
                <a:solidFill>
                  <a:srgbClr val="0E0E0E"/>
                </a:solidFill>
                <a:effectLst/>
                <a:latin typeface="Calibri" panose="020F0502020204030204" pitchFamily="34" charset="0"/>
                <a:cs typeface="Calibri" panose="020F0502020204030204" pitchFamily="34" charset="0"/>
              </a:rPr>
              <a:t> across countries?</a:t>
            </a:r>
            <a:endParaRPr lang="en-US" sz="2400" dirty="0">
              <a:latin typeface="Calibri" panose="020F0502020204030204" pitchFamily="34" charset="0"/>
              <a:cs typeface="Calibri" panose="020F0502020204030204" pitchFamily="34" charset="0"/>
            </a:endParaRPr>
          </a:p>
          <a:p>
            <a:pPr algn="just"/>
            <a:endParaRPr lang="en-US" sz="2400" dirty="0">
              <a:latin typeface="Calibri" panose="020F0502020204030204" pitchFamily="34" charset="0"/>
              <a:cs typeface="Calibri" panose="020F0502020204030204" pitchFamily="34" charset="0"/>
            </a:endParaRPr>
          </a:p>
          <a:p>
            <a:pPr lvl="1" algn="just"/>
            <a:r>
              <a:rPr lang="en-US" sz="2000" dirty="0">
                <a:solidFill>
                  <a:srgbClr val="0E0E0E"/>
                </a:solidFill>
                <a:latin typeface="Calibri" panose="020F0502020204030204" pitchFamily="34" charset="0"/>
                <a:cs typeface="Calibri" panose="020F0502020204030204" pitchFamily="34" charset="0"/>
              </a:rPr>
              <a:t>We set flexible observation days for each variants based on eligibility criteria (whether it reaches a share growth rate threshold 20% by 7 days to max 30 days) for the OTC model  </a:t>
            </a:r>
            <a:r>
              <a:rPr lang="en-US" sz="2000" dirty="0">
                <a:solidFill>
                  <a:srgbClr val="0E0E0E"/>
                </a:solidFill>
                <a:latin typeface="Calibri" panose="020F0502020204030204" pitchFamily="34" charset="0"/>
                <a:cs typeface="Calibri" panose="020F0502020204030204" pitchFamily="34" charset="0"/>
                <a:sym typeface="Wingdings" pitchFamily="2" charset="2"/>
              </a:rPr>
              <a:t> The OTC model takes flexible early share growth rate for each variants between 7 to 30 days to predict the future mean share as dominance. </a:t>
            </a:r>
          </a:p>
          <a:p>
            <a:pPr lvl="1" algn="just"/>
            <a:endParaRPr lang="en-US" sz="2000" dirty="0">
              <a:latin typeface="Calibri" panose="020F0502020204030204" pitchFamily="34" charset="0"/>
              <a:cs typeface="Calibri" panose="020F0502020204030204" pitchFamily="34" charset="0"/>
            </a:endParaRPr>
          </a:p>
          <a:p>
            <a:pPr lvl="1" algn="just"/>
            <a:r>
              <a:rPr lang="en-US" sz="2000" dirty="0">
                <a:solidFill>
                  <a:srgbClr val="0E0E0E"/>
                </a:solidFill>
                <a:effectLst/>
                <a:latin typeface="Calibri" panose="020F0502020204030204" pitchFamily="34" charset="0"/>
                <a:cs typeface="Calibri" panose="020F0502020204030204" pitchFamily="34" charset="0"/>
              </a:rPr>
              <a:t>To identify the range of growth rates that contribute most to dominance (based on coefficients from a step function derived from OTCs).</a:t>
            </a:r>
          </a:p>
          <a:p>
            <a:pPr lvl="1" algn="just"/>
            <a:endParaRPr lang="en-US" sz="2000" dirty="0">
              <a:solidFill>
                <a:srgbClr val="0E0E0E"/>
              </a:solidFill>
              <a:latin typeface="Calibri" panose="020F0502020204030204" pitchFamily="34" charset="0"/>
              <a:cs typeface="Calibri" panose="020F0502020204030204" pitchFamily="34" charset="0"/>
            </a:endParaRPr>
          </a:p>
          <a:p>
            <a:pPr lvl="1" algn="just"/>
            <a:r>
              <a:rPr lang="en-US" sz="2000" dirty="0">
                <a:solidFill>
                  <a:srgbClr val="0E0E0E"/>
                </a:solidFill>
                <a:effectLst/>
                <a:latin typeface="Calibri" panose="020F0502020204030204" pitchFamily="34" charset="0"/>
                <a:cs typeface="Calibri" panose="020F0502020204030204" pitchFamily="34" charset="0"/>
              </a:rPr>
              <a:t>To identify the specific variants and countries which this model can be helpful. </a:t>
            </a:r>
          </a:p>
          <a:p>
            <a:pPr marL="457200" lvl="1" indent="0" algn="just">
              <a:buNone/>
            </a:pPr>
            <a:endParaRPr lang="en-US" sz="2000" dirty="0">
              <a:solidFill>
                <a:srgbClr val="0E0E0E"/>
              </a:solidFill>
              <a:effectLst/>
              <a:latin typeface="Calibri" panose="020F0502020204030204" pitchFamily="34" charset="0"/>
              <a:cs typeface="Calibri" panose="020F0502020204030204" pitchFamily="34" charset="0"/>
            </a:endParaRPr>
          </a:p>
          <a:p>
            <a:pPr lvl="1" algn="just"/>
            <a:endParaRPr lang="en-US" sz="2000" dirty="0">
              <a:solidFill>
                <a:srgbClr val="0E0E0E"/>
              </a:solidFill>
              <a:effectLst/>
              <a:latin typeface="Calibri" panose="020F0502020204030204" pitchFamily="34" charset="0"/>
              <a:cs typeface="Calibri" panose="020F0502020204030204" pitchFamily="34" charset="0"/>
            </a:endParaRPr>
          </a:p>
          <a:p>
            <a:pPr marL="457200" lvl="1" indent="0" algn="just">
              <a:buNone/>
            </a:pPr>
            <a:endParaRPr lang="en-US" sz="2000" dirty="0">
              <a:latin typeface="Calibri" panose="020F0502020204030204" pitchFamily="34" charset="0"/>
              <a:cs typeface="Calibri" panose="020F0502020204030204" pitchFamily="34" charset="0"/>
            </a:endParaRPr>
          </a:p>
          <a:p>
            <a:pPr lvl="1" algn="just"/>
            <a:r>
              <a:rPr lang="en-US" sz="2000" b="1" dirty="0">
                <a:solidFill>
                  <a:srgbClr val="0E0E0E"/>
                </a:solidFill>
                <a:effectLst/>
                <a:latin typeface="Calibri" panose="020F0502020204030204" pitchFamily="34" charset="0"/>
                <a:cs typeface="Calibri" panose="020F0502020204030204" pitchFamily="34" charset="0"/>
              </a:rPr>
              <a:t>Model Utility: </a:t>
            </a:r>
            <a:r>
              <a:rPr lang="en-US" sz="2000" dirty="0">
                <a:solidFill>
                  <a:srgbClr val="0E0E0E"/>
                </a:solidFill>
                <a:effectLst/>
                <a:latin typeface="Calibri" panose="020F0502020204030204" pitchFamily="34" charset="0"/>
                <a:cs typeface="Calibri" panose="020F0502020204030204" pitchFamily="34" charset="0"/>
              </a:rPr>
              <a:t>Our model can predict future dominance by monitoring the share growth rate of a new variant, using its specific growth rate range and a defined observation period (e.g., 45 days). The term “dominance” can also be replaced with “duration.”</a:t>
            </a: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634E1DE5-BC4D-880A-D34A-37331C7FF2CB}"/>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4C1647A3-DACA-526E-7943-CB68FF855D1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F458C9C0-EA18-EB97-49EC-DCE2CF9070C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7501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group of graphs showing different types of data&#10;&#10;AI-generated content may be incorrect.">
            <a:extLst>
              <a:ext uri="{FF2B5EF4-FFF2-40B4-BE49-F238E27FC236}">
                <a16:creationId xmlns:a16="http://schemas.microsoft.com/office/drawing/2014/main" id="{F3C1FAC8-716A-73AD-EFF5-FBD96A14979C}"/>
              </a:ext>
            </a:extLst>
          </p:cNvPr>
          <p:cNvPicPr>
            <a:picLocks noChangeAspect="1"/>
          </p:cNvPicPr>
          <p:nvPr/>
        </p:nvPicPr>
        <p:blipFill>
          <a:blip r:embed="rId2"/>
          <a:stretch>
            <a:fillRect/>
          </a:stretch>
        </p:blipFill>
        <p:spPr>
          <a:xfrm>
            <a:off x="1615939" y="403969"/>
            <a:ext cx="8960122" cy="5734478"/>
          </a:xfrm>
          <a:prstGeom prst="rect">
            <a:avLst/>
          </a:prstGeom>
        </p:spPr>
      </p:pic>
      <p:sp>
        <p:nvSpPr>
          <p:cNvPr id="6" name="직사각형 3">
            <a:extLst>
              <a:ext uri="{FF2B5EF4-FFF2-40B4-BE49-F238E27FC236}">
                <a16:creationId xmlns:a16="http://schemas.microsoft.com/office/drawing/2014/main" id="{AB716BAF-015F-108E-993B-ED62C7F17F0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itle 1">
            <a:extLst>
              <a:ext uri="{FF2B5EF4-FFF2-40B4-BE49-F238E27FC236}">
                <a16:creationId xmlns:a16="http://schemas.microsoft.com/office/drawing/2014/main" id="{DD8FC503-B6F2-E908-288E-D4051A57A1EB}"/>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Epidemic Wave Definition</a:t>
            </a:r>
            <a:endParaRPr lang="en-US" sz="3600" b="1" dirty="0">
              <a:latin typeface="+mn-lt"/>
              <a:cs typeface="Times New Roman" panose="02020603050405020304" pitchFamily="18" charset="0"/>
            </a:endParaRPr>
          </a:p>
        </p:txBody>
      </p:sp>
      <p:sp>
        <p:nvSpPr>
          <p:cNvPr id="7" name="직사각형 8">
            <a:extLst>
              <a:ext uri="{FF2B5EF4-FFF2-40B4-BE49-F238E27FC236}">
                <a16:creationId xmlns:a16="http://schemas.microsoft.com/office/drawing/2014/main" id="{A5E0A239-DFC9-329B-87F6-B01CDB01185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60C6E897-3F86-C872-FC2E-9AC8A20C1F14}"/>
              </a:ext>
            </a:extLst>
          </p:cNvPr>
          <p:cNvSpPr txBox="1"/>
          <p:nvPr/>
        </p:nvSpPr>
        <p:spPr>
          <a:xfrm>
            <a:off x="243774" y="5846216"/>
            <a:ext cx="11834496" cy="892552"/>
          </a:xfrm>
          <a:prstGeom prst="rect">
            <a:avLst/>
          </a:prstGeom>
          <a:noFill/>
        </p:spPr>
        <p:txBody>
          <a:bodyPr wrap="square" rtlCol="0">
            <a:spAutoFit/>
          </a:bodyPr>
          <a:lstStyle/>
          <a:p>
            <a:r>
              <a:rPr lang="en-US" sz="2000" b="1" dirty="0">
                <a:solidFill>
                  <a:srgbClr val="0E0E0E"/>
                </a:solidFill>
                <a:latin typeface="Calibri" panose="020F0502020204030204" pitchFamily="34" charset="0"/>
                <a:cs typeface="Calibri" panose="020F0502020204030204" pitchFamily="34" charset="0"/>
              </a:rPr>
              <a:t>Criteria &amp; Definitions</a:t>
            </a:r>
            <a:r>
              <a:rPr lang="en-US" sz="2000" b="1" dirty="0">
                <a:solidFill>
                  <a:srgbClr val="0E0E0E"/>
                </a:solidFill>
                <a:effectLst/>
                <a:latin typeface="Calibri" panose="020F0502020204030204" pitchFamily="34" charset="0"/>
                <a:cs typeface="Calibri" panose="020F0502020204030204" pitchFamily="34" charset="0"/>
              </a:rPr>
              <a:t>: </a:t>
            </a:r>
            <a:endParaRPr lang="en-US" sz="1600" dirty="0">
              <a:solidFill>
                <a:srgbClr val="0E0E0E"/>
              </a:solidFill>
              <a:latin typeface="Calibri" panose="020F0502020204030204" pitchFamily="34" charset="0"/>
              <a:cs typeface="Calibri" panose="020F0502020204030204" pitchFamily="34" charset="0"/>
            </a:endParaRPr>
          </a:p>
          <a:p>
            <a:r>
              <a:rPr lang="en-US" sz="1600" dirty="0">
                <a:solidFill>
                  <a:srgbClr val="FF0000"/>
                </a:solidFill>
                <a:latin typeface="Calibri" panose="020F0502020204030204" pitchFamily="34" charset="0"/>
                <a:cs typeface="Calibri" panose="020F0502020204030204" pitchFamily="34" charset="0"/>
              </a:rPr>
              <a:t>Use a 7-day rolling window </a:t>
            </a:r>
            <a:r>
              <a:rPr lang="en-US" sz="1600" dirty="0">
                <a:solidFill>
                  <a:srgbClr val="0E0E0E"/>
                </a:solidFill>
                <a:latin typeface="Calibri" panose="020F0502020204030204" pitchFamily="34" charset="0"/>
                <a:cs typeface="Calibri" panose="020F0502020204030204" pitchFamily="34" charset="0"/>
              </a:rPr>
              <a:t>to identify the start and end of the</a:t>
            </a:r>
            <a:r>
              <a:rPr lang="en-US" sz="1600" b="1" dirty="0">
                <a:solidFill>
                  <a:srgbClr val="0E0E0E"/>
                </a:solidFill>
                <a:latin typeface="Calibri" panose="020F0502020204030204" pitchFamily="34" charset="0"/>
                <a:cs typeface="Calibri" panose="020F0502020204030204" pitchFamily="34" charset="0"/>
              </a:rPr>
              <a:t> Epidemic Wave</a:t>
            </a:r>
            <a:r>
              <a:rPr lang="en-US" sz="1600" dirty="0">
                <a:solidFill>
                  <a:srgbClr val="0E0E0E"/>
                </a:solidFill>
                <a:latin typeface="Calibri" panose="020F0502020204030204" pitchFamily="34" charset="0"/>
                <a:cs typeface="Calibri" panose="020F0502020204030204" pitchFamily="34" charset="0"/>
              </a:rPr>
              <a:t> for the variant, highlighting these periods with grey segments. </a:t>
            </a:r>
            <a:r>
              <a:rPr lang="en-US" sz="1600" b="1" dirty="0">
                <a:solidFill>
                  <a:srgbClr val="0E0E0E"/>
                </a:solidFill>
                <a:effectLst/>
                <a:latin typeface="Calibri" panose="020F0502020204030204" pitchFamily="34" charset="0"/>
                <a:cs typeface="Calibri" panose="020F0502020204030204" pitchFamily="34" charset="0"/>
              </a:rPr>
              <a:t>Dominance</a:t>
            </a:r>
            <a:r>
              <a:rPr lang="en-US" sz="1600" dirty="0">
                <a:solidFill>
                  <a:srgbClr val="0E0E0E"/>
                </a:solidFill>
                <a:effectLst/>
                <a:latin typeface="Calibri" panose="020F0502020204030204" pitchFamily="34" charset="0"/>
                <a:cs typeface="Calibri" panose="020F0502020204030204" pitchFamily="34" charset="0"/>
              </a:rPr>
              <a:t> is defined by the mean share of an Epidemic Wave, while </a:t>
            </a:r>
            <a:r>
              <a:rPr lang="en-US" sz="1600" b="1" dirty="0">
                <a:solidFill>
                  <a:srgbClr val="0E0E0E"/>
                </a:solidFill>
                <a:effectLst/>
                <a:latin typeface="Calibri" panose="020F0502020204030204" pitchFamily="34" charset="0"/>
                <a:cs typeface="Calibri" panose="020F0502020204030204" pitchFamily="34" charset="0"/>
              </a:rPr>
              <a:t>duration</a:t>
            </a:r>
            <a:r>
              <a:rPr lang="en-US" sz="1600" dirty="0">
                <a:solidFill>
                  <a:srgbClr val="0E0E0E"/>
                </a:solidFill>
                <a:effectLst/>
                <a:latin typeface="Calibri" panose="020F0502020204030204" pitchFamily="34" charset="0"/>
                <a:cs typeface="Calibri" panose="020F0502020204030204" pitchFamily="34" charset="0"/>
              </a:rPr>
              <a:t> refers to the time span of the Epidemic Wave.</a:t>
            </a:r>
          </a:p>
        </p:txBody>
      </p:sp>
    </p:spTree>
    <p:extLst>
      <p:ext uri="{BB962C8B-B14F-4D97-AF65-F5344CB8AC3E}">
        <p14:creationId xmlns:p14="http://schemas.microsoft.com/office/powerpoint/2010/main" val="3360281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graph of a graph of a graph&#10;&#10;AI-generated content may be incorrect.">
            <a:extLst>
              <a:ext uri="{FF2B5EF4-FFF2-40B4-BE49-F238E27FC236}">
                <a16:creationId xmlns:a16="http://schemas.microsoft.com/office/drawing/2014/main" id="{128A60DE-3056-D8A1-96CB-02906AC0C48B}"/>
              </a:ext>
            </a:extLst>
          </p:cNvPr>
          <p:cNvPicPr>
            <a:picLocks noChangeAspect="1"/>
          </p:cNvPicPr>
          <p:nvPr/>
        </p:nvPicPr>
        <p:blipFill>
          <a:blip r:embed="rId2"/>
          <a:stretch>
            <a:fillRect/>
          </a:stretch>
        </p:blipFill>
        <p:spPr>
          <a:xfrm>
            <a:off x="419422" y="850752"/>
            <a:ext cx="7772400" cy="5596128"/>
          </a:xfrm>
          <a:prstGeom prst="rect">
            <a:avLst/>
          </a:prstGeom>
        </p:spPr>
      </p:pic>
      <p:sp>
        <p:nvSpPr>
          <p:cNvPr id="4" name="직사각형 3">
            <a:extLst>
              <a:ext uri="{FF2B5EF4-FFF2-40B4-BE49-F238E27FC236}">
                <a16:creationId xmlns:a16="http://schemas.microsoft.com/office/drawing/2014/main" id="{25E25965-7978-1513-4D89-547ABCD4C31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itle 1">
            <a:extLst>
              <a:ext uri="{FF2B5EF4-FFF2-40B4-BE49-F238E27FC236}">
                <a16:creationId xmlns:a16="http://schemas.microsoft.com/office/drawing/2014/main" id="{113C04DB-782F-7782-EC80-792E1C7F14DA}"/>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Initial Stage Definition</a:t>
            </a:r>
            <a:endParaRPr lang="en-US" sz="3600" b="1" dirty="0">
              <a:latin typeface="+mn-lt"/>
              <a:cs typeface="Times New Roman" panose="02020603050405020304" pitchFamily="18" charset="0"/>
            </a:endParaRPr>
          </a:p>
        </p:txBody>
      </p:sp>
      <p:sp>
        <p:nvSpPr>
          <p:cNvPr id="6" name="직사각형 8">
            <a:extLst>
              <a:ext uri="{FF2B5EF4-FFF2-40B4-BE49-F238E27FC236}">
                <a16:creationId xmlns:a16="http://schemas.microsoft.com/office/drawing/2014/main" id="{0F4B82D2-DDCA-EE90-5EF7-490B74D3114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36D31762-6662-E065-E0A0-42A5DD86A426}"/>
              </a:ext>
            </a:extLst>
          </p:cNvPr>
          <p:cNvSpPr txBox="1"/>
          <p:nvPr/>
        </p:nvSpPr>
        <p:spPr>
          <a:xfrm>
            <a:off x="8268717" y="1250731"/>
            <a:ext cx="3514461" cy="5078313"/>
          </a:xfrm>
          <a:prstGeom prst="rect">
            <a:avLst/>
          </a:prstGeom>
          <a:noFill/>
        </p:spPr>
        <p:txBody>
          <a:bodyPr wrap="square" rtlCol="0">
            <a:spAutoFit/>
          </a:bodyPr>
          <a:lstStyle/>
          <a:p>
            <a:r>
              <a:rPr lang="en-US" sz="2000" b="1" dirty="0">
                <a:solidFill>
                  <a:srgbClr val="0E0E0E"/>
                </a:solidFill>
                <a:latin typeface="Calibri" panose="020F0502020204030204" pitchFamily="34" charset="0"/>
                <a:cs typeface="Calibri" panose="020F0502020204030204" pitchFamily="34" charset="0"/>
              </a:rPr>
              <a:t>Flexible observation period</a:t>
            </a:r>
            <a:r>
              <a:rPr lang="en-US" sz="2000" b="1" dirty="0">
                <a:solidFill>
                  <a:srgbClr val="0E0E0E"/>
                </a:solidFill>
                <a:effectLst/>
                <a:latin typeface="Calibri" panose="020F0502020204030204" pitchFamily="34" charset="0"/>
                <a:cs typeface="Calibri" panose="020F0502020204030204" pitchFamily="34" charset="0"/>
              </a:rPr>
              <a:t>: </a:t>
            </a:r>
            <a:endParaRPr lang="en-US" sz="1600" dirty="0">
              <a:solidFill>
                <a:srgbClr val="0E0E0E"/>
              </a:solidFill>
              <a:latin typeface="Calibri" panose="020F0502020204030204" pitchFamily="34" charset="0"/>
              <a:cs typeface="Calibri" panose="020F0502020204030204" pitchFamily="34" charset="0"/>
            </a:endParaRPr>
          </a:p>
          <a:p>
            <a:endParaRPr lang="en-US" sz="1600" dirty="0">
              <a:solidFill>
                <a:srgbClr val="0E0E0E"/>
              </a:solidFill>
              <a:latin typeface="Calibri" panose="020F0502020204030204" pitchFamily="34" charset="0"/>
              <a:cs typeface="Calibri" panose="020F0502020204030204" pitchFamily="34" charset="0"/>
            </a:endParaRPr>
          </a:p>
          <a:p>
            <a:pPr marL="285750" indent="-285750">
              <a:buFont typeface="Wingdings" pitchFamily="2" charset="2"/>
              <a:buChar char="§"/>
            </a:pPr>
            <a:r>
              <a:rPr lang="en-US" sz="1600" b="1" dirty="0">
                <a:solidFill>
                  <a:srgbClr val="0E0E0E"/>
                </a:solidFill>
                <a:latin typeface="Calibri" panose="020F0502020204030204" pitchFamily="34" charset="0"/>
                <a:cs typeface="Calibri" panose="020F0502020204030204" pitchFamily="34" charset="0"/>
              </a:rPr>
              <a:t>Share threshold </a:t>
            </a:r>
            <a:r>
              <a:rPr lang="en-US" sz="1600" dirty="0">
                <a:solidFill>
                  <a:srgbClr val="0E0E0E"/>
                </a:solidFill>
                <a:latin typeface="Calibri" panose="020F0502020204030204" pitchFamily="34" charset="0"/>
                <a:cs typeface="Calibri" panose="020F0502020204030204" pitchFamily="34" charset="0"/>
              </a:rPr>
              <a:t>(.2 in this case): The period before reaching this threshold is defined as the "initial period”</a:t>
            </a:r>
          </a:p>
          <a:p>
            <a:pPr marL="285750" indent="-285750">
              <a:buFont typeface="Wingdings" pitchFamily="2" charset="2"/>
              <a:buChar char="§"/>
            </a:pPr>
            <a:endParaRPr lang="en-US" sz="1600" dirty="0">
              <a:solidFill>
                <a:srgbClr val="0E0E0E"/>
              </a:solidFill>
              <a:latin typeface="Calibri" panose="020F0502020204030204" pitchFamily="34" charset="0"/>
              <a:cs typeface="Calibri" panose="020F0502020204030204" pitchFamily="34" charset="0"/>
            </a:endParaRPr>
          </a:p>
          <a:p>
            <a:pPr marL="285750" indent="-285750">
              <a:buFont typeface="Wingdings" pitchFamily="2" charset="2"/>
              <a:buChar char="§"/>
            </a:pPr>
            <a:r>
              <a:rPr lang="en-US" sz="1600" b="1" dirty="0">
                <a:solidFill>
                  <a:srgbClr val="0E0E0E"/>
                </a:solidFill>
                <a:latin typeface="Calibri" panose="020F0502020204030204" pitchFamily="34" charset="0"/>
                <a:cs typeface="Calibri" panose="020F0502020204030204" pitchFamily="34" charset="0"/>
              </a:rPr>
              <a:t>Tolerance</a:t>
            </a:r>
            <a:r>
              <a:rPr lang="en-US" sz="1600" dirty="0">
                <a:solidFill>
                  <a:srgbClr val="0E0E0E"/>
                </a:solidFill>
                <a:latin typeface="Calibri" panose="020F0502020204030204" pitchFamily="34" charset="0"/>
                <a:cs typeface="Calibri" panose="020F0502020204030204" pitchFamily="34" charset="0"/>
              </a:rPr>
              <a:t> (30 days in this case): The maximum of observation period. </a:t>
            </a:r>
          </a:p>
          <a:p>
            <a:pPr marL="285750" indent="-285750">
              <a:buFont typeface="Wingdings" pitchFamily="2" charset="2"/>
              <a:buChar char="§"/>
            </a:pPr>
            <a:endParaRPr lang="en-US" sz="1600" dirty="0">
              <a:solidFill>
                <a:srgbClr val="0E0E0E"/>
              </a:solidFill>
              <a:latin typeface="Calibri" panose="020F0502020204030204" pitchFamily="34" charset="0"/>
              <a:cs typeface="Calibri" panose="020F0502020204030204" pitchFamily="34" charset="0"/>
            </a:endParaRPr>
          </a:p>
          <a:p>
            <a:pPr marL="285750" indent="-285750">
              <a:buFont typeface="Wingdings" pitchFamily="2" charset="2"/>
              <a:buChar char="§"/>
            </a:pPr>
            <a:r>
              <a:rPr lang="en-US" sz="1600" b="1" dirty="0">
                <a:solidFill>
                  <a:srgbClr val="0E0E0E"/>
                </a:solidFill>
                <a:latin typeface="Calibri" panose="020F0502020204030204" pitchFamily="34" charset="0"/>
                <a:cs typeface="Calibri" panose="020F0502020204030204" pitchFamily="34" charset="0"/>
              </a:rPr>
              <a:t>Minimum requirement</a:t>
            </a:r>
            <a:r>
              <a:rPr lang="en-US" sz="1600" dirty="0">
                <a:solidFill>
                  <a:srgbClr val="0E0E0E"/>
                </a:solidFill>
                <a:latin typeface="Calibri" panose="020F0502020204030204" pitchFamily="34" charset="0"/>
                <a:cs typeface="Calibri" panose="020F0502020204030204" pitchFamily="34" charset="0"/>
              </a:rPr>
              <a:t> (7 days in this case): If a variant reaches the share threshold within the minimum period, it will not be included in the prediction model. </a:t>
            </a:r>
          </a:p>
          <a:p>
            <a:pPr marL="285750" indent="-285750">
              <a:buFont typeface="Wingdings" pitchFamily="2" charset="2"/>
              <a:buChar char="§"/>
            </a:pPr>
            <a:endParaRPr lang="en-US" sz="1600" dirty="0">
              <a:solidFill>
                <a:srgbClr val="0E0E0E"/>
              </a:solidFill>
              <a:latin typeface="Calibri" panose="020F0502020204030204" pitchFamily="34" charset="0"/>
              <a:cs typeface="Calibri" panose="020F0502020204030204" pitchFamily="34" charset="0"/>
            </a:endParaRPr>
          </a:p>
          <a:p>
            <a:pPr marL="285750" indent="-285750">
              <a:buFont typeface="Wingdings" pitchFamily="2" charset="2"/>
              <a:buChar char="§"/>
            </a:pPr>
            <a:r>
              <a:rPr lang="en-US" sz="1600" i="1" dirty="0">
                <a:solidFill>
                  <a:srgbClr val="FF0000"/>
                </a:solidFill>
                <a:latin typeface="Calibri" panose="020F0502020204030204" pitchFamily="34" charset="0"/>
                <a:cs typeface="Calibri" panose="020F0502020204030204" pitchFamily="34" charset="0"/>
              </a:rPr>
              <a:t>Mostly we assume such variants already showing dominant signal, but might not necessarily true, If it quickly drops. </a:t>
            </a:r>
          </a:p>
        </p:txBody>
      </p:sp>
      <p:sp>
        <p:nvSpPr>
          <p:cNvPr id="10" name="Rectangle 9">
            <a:extLst>
              <a:ext uri="{FF2B5EF4-FFF2-40B4-BE49-F238E27FC236}">
                <a16:creationId xmlns:a16="http://schemas.microsoft.com/office/drawing/2014/main" id="{CDD9A45F-B84F-8DCB-1D11-34DC1D6F0EAA}"/>
              </a:ext>
            </a:extLst>
          </p:cNvPr>
          <p:cNvSpPr/>
          <p:nvPr/>
        </p:nvSpPr>
        <p:spPr>
          <a:xfrm>
            <a:off x="3227832" y="1250731"/>
            <a:ext cx="267722" cy="1008993"/>
          </a:xfrm>
          <a:prstGeom prst="rect">
            <a:avLst/>
          </a:prstGeom>
          <a:noFill/>
          <a:ln w="190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9E4EDC-8B61-A22B-9A45-FA27904D6E01}"/>
              </a:ext>
            </a:extLst>
          </p:cNvPr>
          <p:cNvSpPr/>
          <p:nvPr/>
        </p:nvSpPr>
        <p:spPr>
          <a:xfrm>
            <a:off x="1477797" y="3119918"/>
            <a:ext cx="555416" cy="1008993"/>
          </a:xfrm>
          <a:prstGeom prst="rect">
            <a:avLst/>
          </a:prstGeom>
          <a:noFill/>
          <a:ln w="190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63828B3-26B9-FD2E-04C5-51BFD42594CE}"/>
              </a:ext>
            </a:extLst>
          </p:cNvPr>
          <p:cNvSpPr txBox="1"/>
          <p:nvPr/>
        </p:nvSpPr>
        <p:spPr>
          <a:xfrm>
            <a:off x="1429935" y="2884895"/>
            <a:ext cx="651140" cy="261610"/>
          </a:xfrm>
          <a:prstGeom prst="rect">
            <a:avLst/>
          </a:prstGeom>
          <a:noFill/>
        </p:spPr>
        <p:txBody>
          <a:bodyPr wrap="none" rtlCol="0">
            <a:spAutoFit/>
          </a:bodyPr>
          <a:lstStyle/>
          <a:p>
            <a:r>
              <a:rPr lang="en-US" sz="1100" dirty="0">
                <a:solidFill>
                  <a:schemeClr val="tx2">
                    <a:lumMod val="50000"/>
                    <a:lumOff val="50000"/>
                  </a:schemeClr>
                </a:solidFill>
              </a:rPr>
              <a:t>30 days</a:t>
            </a:r>
          </a:p>
        </p:txBody>
      </p:sp>
      <p:sp>
        <p:nvSpPr>
          <p:cNvPr id="15" name="Rectangle 14">
            <a:extLst>
              <a:ext uri="{FF2B5EF4-FFF2-40B4-BE49-F238E27FC236}">
                <a16:creationId xmlns:a16="http://schemas.microsoft.com/office/drawing/2014/main" id="{EF8CB4B4-E1B2-1801-7931-52130A4DB237}"/>
              </a:ext>
            </a:extLst>
          </p:cNvPr>
          <p:cNvSpPr/>
          <p:nvPr/>
        </p:nvSpPr>
        <p:spPr>
          <a:xfrm>
            <a:off x="1384216" y="4998255"/>
            <a:ext cx="45719" cy="1008993"/>
          </a:xfrm>
          <a:prstGeom prst="rect">
            <a:avLst/>
          </a:prstGeom>
          <a:noFill/>
          <a:ln w="190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83864C2-5ECF-1047-3105-15BE4F85FD64}"/>
              </a:ext>
            </a:extLst>
          </p:cNvPr>
          <p:cNvSpPr txBox="1"/>
          <p:nvPr/>
        </p:nvSpPr>
        <p:spPr>
          <a:xfrm>
            <a:off x="1081505" y="4725687"/>
            <a:ext cx="679994" cy="261610"/>
          </a:xfrm>
          <a:prstGeom prst="rect">
            <a:avLst/>
          </a:prstGeom>
          <a:noFill/>
        </p:spPr>
        <p:txBody>
          <a:bodyPr wrap="none" rtlCol="0">
            <a:spAutoFit/>
          </a:bodyPr>
          <a:lstStyle/>
          <a:p>
            <a:r>
              <a:rPr lang="en-US" sz="1100" dirty="0">
                <a:solidFill>
                  <a:schemeClr val="tx2">
                    <a:lumMod val="50000"/>
                    <a:lumOff val="50000"/>
                  </a:schemeClr>
                </a:solidFill>
              </a:rPr>
              <a:t>&lt; 7 days</a:t>
            </a:r>
          </a:p>
        </p:txBody>
      </p:sp>
      <p:sp>
        <p:nvSpPr>
          <p:cNvPr id="17" name="Rectangle 16">
            <a:extLst>
              <a:ext uri="{FF2B5EF4-FFF2-40B4-BE49-F238E27FC236}">
                <a16:creationId xmlns:a16="http://schemas.microsoft.com/office/drawing/2014/main" id="{F669C430-DCB6-8014-ED9D-1AE14A2E812B}"/>
              </a:ext>
            </a:extLst>
          </p:cNvPr>
          <p:cNvSpPr/>
          <p:nvPr/>
        </p:nvSpPr>
        <p:spPr>
          <a:xfrm>
            <a:off x="357445" y="960699"/>
            <a:ext cx="7834377" cy="3721156"/>
          </a:xfrm>
          <a:prstGeom prst="rect">
            <a:avLst/>
          </a:prstGeom>
          <a:noFill/>
          <a:ln w="444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905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534EBA1-A91E-0E95-C356-18D5ED82B542}"/>
              </a:ext>
            </a:extLst>
          </p:cNvPr>
          <p:cNvSpPr/>
          <p:nvPr/>
        </p:nvSpPr>
        <p:spPr>
          <a:xfrm>
            <a:off x="183742" y="3155849"/>
            <a:ext cx="3550890" cy="672662"/>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48A903DB-AA10-E31D-3FFE-23B67239F274}"/>
              </a:ext>
            </a:extLst>
          </p:cNvPr>
          <p:cNvSpPr txBox="1"/>
          <p:nvPr/>
        </p:nvSpPr>
        <p:spPr>
          <a:xfrm>
            <a:off x="127233" y="3261347"/>
            <a:ext cx="3607399" cy="523220"/>
          </a:xfrm>
          <a:prstGeom prst="rect">
            <a:avLst/>
          </a:prstGeom>
          <a:noFill/>
        </p:spPr>
        <p:txBody>
          <a:bodyPr wrap="none" rtlCol="0">
            <a:spAutoFit/>
          </a:bodyPr>
          <a:lstStyle/>
          <a:p>
            <a:pPr algn="ctr"/>
            <a:r>
              <a:rPr lang="en-US" sz="1400" b="1" dirty="0"/>
              <a:t>30 Countries </a:t>
            </a:r>
            <a:r>
              <a:rPr lang="en-US" sz="1400" dirty="0"/>
              <a:t>(22 variants most per country )</a:t>
            </a:r>
          </a:p>
          <a:p>
            <a:pPr algn="ctr"/>
            <a:r>
              <a:rPr lang="en-US" sz="1400" b="1" dirty="0"/>
              <a:t>In total: 511 variants</a:t>
            </a:r>
          </a:p>
        </p:txBody>
      </p:sp>
      <p:sp>
        <p:nvSpPr>
          <p:cNvPr id="15" name="Rounded Rectangle 14">
            <a:extLst>
              <a:ext uri="{FF2B5EF4-FFF2-40B4-BE49-F238E27FC236}">
                <a16:creationId xmlns:a16="http://schemas.microsoft.com/office/drawing/2014/main" id="{C2AB8170-5072-D775-F34D-37108A4E09D7}"/>
              </a:ext>
            </a:extLst>
          </p:cNvPr>
          <p:cNvSpPr/>
          <p:nvPr/>
        </p:nvSpPr>
        <p:spPr>
          <a:xfrm>
            <a:off x="7742687" y="228372"/>
            <a:ext cx="3797272" cy="968975"/>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40053660-9ED0-5037-2FE2-0F4C2B1E8C9E}"/>
              </a:ext>
            </a:extLst>
          </p:cNvPr>
          <p:cNvSpPr txBox="1"/>
          <p:nvPr/>
        </p:nvSpPr>
        <p:spPr>
          <a:xfrm>
            <a:off x="5711417" y="712859"/>
            <a:ext cx="1576072" cy="253916"/>
          </a:xfrm>
          <a:prstGeom prst="rect">
            <a:avLst/>
          </a:prstGeom>
          <a:noFill/>
        </p:spPr>
        <p:txBody>
          <a:bodyPr wrap="none" rtlCol="0">
            <a:spAutoFit/>
          </a:bodyPr>
          <a:lstStyle/>
          <a:p>
            <a:pPr algn="ctr"/>
            <a:r>
              <a:rPr lang="en-US" sz="1050" b="1" dirty="0">
                <a:solidFill>
                  <a:schemeClr val="tx2">
                    <a:lumMod val="75000"/>
                    <a:lumOff val="25000"/>
                  </a:schemeClr>
                </a:solidFill>
              </a:rPr>
              <a:t>Share threshold = 10% </a:t>
            </a:r>
            <a:endParaRPr lang="en-US" sz="1050" dirty="0">
              <a:solidFill>
                <a:schemeClr val="tx2">
                  <a:lumMod val="75000"/>
                  <a:lumOff val="25000"/>
                </a:schemeClr>
              </a:solidFill>
            </a:endParaRPr>
          </a:p>
        </p:txBody>
      </p:sp>
      <p:sp>
        <p:nvSpPr>
          <p:cNvPr id="22" name="TextBox 21">
            <a:extLst>
              <a:ext uri="{FF2B5EF4-FFF2-40B4-BE49-F238E27FC236}">
                <a16:creationId xmlns:a16="http://schemas.microsoft.com/office/drawing/2014/main" id="{335BE374-0061-C5D2-4FD7-2248395BE65F}"/>
              </a:ext>
            </a:extLst>
          </p:cNvPr>
          <p:cNvSpPr txBox="1"/>
          <p:nvPr/>
        </p:nvSpPr>
        <p:spPr>
          <a:xfrm>
            <a:off x="7967024" y="212462"/>
            <a:ext cx="1530889" cy="984885"/>
          </a:xfrm>
          <a:prstGeom prst="rect">
            <a:avLst/>
          </a:prstGeom>
          <a:noFill/>
        </p:spPr>
        <p:txBody>
          <a:bodyPr wrap="square" rtlCol="0">
            <a:spAutoFit/>
          </a:bodyPr>
          <a:lstStyle/>
          <a:p>
            <a:r>
              <a:rPr lang="en-US" sz="1100" b="1" dirty="0"/>
              <a:t>296 variants left; </a:t>
            </a:r>
          </a:p>
          <a:p>
            <a:endParaRPr lang="en-US" sz="300" b="1" dirty="0"/>
          </a:p>
          <a:p>
            <a:r>
              <a:rPr lang="en-US" sz="1100" dirty="0"/>
              <a:t>United kingdom: 19; </a:t>
            </a:r>
          </a:p>
          <a:p>
            <a:r>
              <a:rPr lang="en-US" sz="1100" dirty="0"/>
              <a:t>United States: 19; </a:t>
            </a:r>
          </a:p>
          <a:p>
            <a:r>
              <a:rPr lang="en-US" sz="1100" dirty="0"/>
              <a:t>South Korea: 7; </a:t>
            </a:r>
          </a:p>
          <a:p>
            <a:r>
              <a:rPr lang="en-US" sz="1100" dirty="0"/>
              <a:t>Canada: 19 …</a:t>
            </a:r>
          </a:p>
        </p:txBody>
      </p:sp>
      <p:sp>
        <p:nvSpPr>
          <p:cNvPr id="24" name="Rounded Rectangle 23">
            <a:extLst>
              <a:ext uri="{FF2B5EF4-FFF2-40B4-BE49-F238E27FC236}">
                <a16:creationId xmlns:a16="http://schemas.microsoft.com/office/drawing/2014/main" id="{C446FEAD-7DA3-7D18-E91F-8E8DF2BB2BBF}"/>
              </a:ext>
            </a:extLst>
          </p:cNvPr>
          <p:cNvSpPr/>
          <p:nvPr/>
        </p:nvSpPr>
        <p:spPr>
          <a:xfrm>
            <a:off x="7742687" y="1293105"/>
            <a:ext cx="3797272" cy="968974"/>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B5587C16-C3E1-16C4-DD3A-43AF1F8CCE91}"/>
              </a:ext>
            </a:extLst>
          </p:cNvPr>
          <p:cNvSpPr txBox="1"/>
          <p:nvPr/>
        </p:nvSpPr>
        <p:spPr>
          <a:xfrm>
            <a:off x="7930925" y="1277194"/>
            <a:ext cx="1530889" cy="984885"/>
          </a:xfrm>
          <a:prstGeom prst="rect">
            <a:avLst/>
          </a:prstGeom>
          <a:noFill/>
        </p:spPr>
        <p:txBody>
          <a:bodyPr wrap="square" rtlCol="0">
            <a:spAutoFit/>
          </a:bodyPr>
          <a:lstStyle/>
          <a:p>
            <a:r>
              <a:rPr lang="en-US" sz="1100" b="1" dirty="0"/>
              <a:t>349 variants left; </a:t>
            </a:r>
          </a:p>
          <a:p>
            <a:endParaRPr lang="en-US" sz="300" b="1" dirty="0"/>
          </a:p>
          <a:p>
            <a:r>
              <a:rPr lang="en-US" sz="1100" dirty="0"/>
              <a:t>United kingdom: 19; </a:t>
            </a:r>
          </a:p>
          <a:p>
            <a:r>
              <a:rPr lang="en-US" sz="1100" dirty="0"/>
              <a:t>United States: 19; </a:t>
            </a:r>
          </a:p>
          <a:p>
            <a:r>
              <a:rPr lang="en-US" sz="1100" dirty="0"/>
              <a:t>South Korea: 10; </a:t>
            </a:r>
          </a:p>
          <a:p>
            <a:r>
              <a:rPr lang="en-US" sz="1100" dirty="0"/>
              <a:t>Canada: 19 …</a:t>
            </a:r>
          </a:p>
        </p:txBody>
      </p:sp>
      <p:sp>
        <p:nvSpPr>
          <p:cNvPr id="26" name="Rounded Rectangle 25">
            <a:extLst>
              <a:ext uri="{FF2B5EF4-FFF2-40B4-BE49-F238E27FC236}">
                <a16:creationId xmlns:a16="http://schemas.microsoft.com/office/drawing/2014/main" id="{F2DA4753-E770-F593-FD6F-ABF93C487796}"/>
              </a:ext>
            </a:extLst>
          </p:cNvPr>
          <p:cNvSpPr/>
          <p:nvPr/>
        </p:nvSpPr>
        <p:spPr>
          <a:xfrm>
            <a:off x="7742687" y="2357836"/>
            <a:ext cx="3797272" cy="984885"/>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D81820B3-C722-E87D-650C-95E811004147}"/>
              </a:ext>
            </a:extLst>
          </p:cNvPr>
          <p:cNvSpPr txBox="1"/>
          <p:nvPr/>
        </p:nvSpPr>
        <p:spPr>
          <a:xfrm>
            <a:off x="7911428" y="2341926"/>
            <a:ext cx="1530889" cy="984885"/>
          </a:xfrm>
          <a:prstGeom prst="rect">
            <a:avLst/>
          </a:prstGeom>
          <a:noFill/>
        </p:spPr>
        <p:txBody>
          <a:bodyPr wrap="square" rtlCol="0">
            <a:spAutoFit/>
          </a:bodyPr>
          <a:lstStyle/>
          <a:p>
            <a:r>
              <a:rPr lang="en-US" sz="1100" b="1" dirty="0"/>
              <a:t>379 variants left; </a:t>
            </a:r>
          </a:p>
          <a:p>
            <a:endParaRPr lang="en-US" sz="300" b="1" dirty="0"/>
          </a:p>
          <a:p>
            <a:r>
              <a:rPr lang="en-US" sz="1100" dirty="0"/>
              <a:t>United kingdom: 20; </a:t>
            </a:r>
          </a:p>
          <a:p>
            <a:r>
              <a:rPr lang="en-US" sz="1100" dirty="0"/>
              <a:t>United States: 20; </a:t>
            </a:r>
          </a:p>
          <a:p>
            <a:r>
              <a:rPr lang="en-US" sz="1100" dirty="0"/>
              <a:t>South Korea: 10; </a:t>
            </a:r>
          </a:p>
          <a:p>
            <a:r>
              <a:rPr lang="en-US" sz="1100" dirty="0"/>
              <a:t>Canada: 19 …</a:t>
            </a:r>
          </a:p>
        </p:txBody>
      </p:sp>
      <p:cxnSp>
        <p:nvCxnSpPr>
          <p:cNvPr id="28" name="Elbow Connector 27">
            <a:extLst>
              <a:ext uri="{FF2B5EF4-FFF2-40B4-BE49-F238E27FC236}">
                <a16:creationId xmlns:a16="http://schemas.microsoft.com/office/drawing/2014/main" id="{2FDEDD97-A1C4-C58B-8EF2-7BFC04C314F6}"/>
              </a:ext>
            </a:extLst>
          </p:cNvPr>
          <p:cNvCxnSpPr>
            <a:cxnSpLocks/>
            <a:stCxn id="10" idx="3"/>
            <a:endCxn id="24" idx="1"/>
          </p:cNvCxnSpPr>
          <p:nvPr/>
        </p:nvCxnSpPr>
        <p:spPr>
          <a:xfrm flipV="1">
            <a:off x="3734632" y="1777592"/>
            <a:ext cx="4008055" cy="174536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a:extLst>
              <a:ext uri="{FF2B5EF4-FFF2-40B4-BE49-F238E27FC236}">
                <a16:creationId xmlns:a16="http://schemas.microsoft.com/office/drawing/2014/main" id="{A3BFE9D3-BB68-2EFE-E42F-499AA8F4D8FE}"/>
              </a:ext>
            </a:extLst>
          </p:cNvPr>
          <p:cNvCxnSpPr>
            <a:cxnSpLocks/>
            <a:stCxn id="10" idx="3"/>
            <a:endCxn id="26" idx="1"/>
          </p:cNvCxnSpPr>
          <p:nvPr/>
        </p:nvCxnSpPr>
        <p:spPr>
          <a:xfrm flipV="1">
            <a:off x="3734632" y="2850279"/>
            <a:ext cx="4008055" cy="67267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Elbow Connector 33">
            <a:extLst>
              <a:ext uri="{FF2B5EF4-FFF2-40B4-BE49-F238E27FC236}">
                <a16:creationId xmlns:a16="http://schemas.microsoft.com/office/drawing/2014/main" id="{414101EA-5048-28E9-23EC-55547EF65FE2}"/>
              </a:ext>
            </a:extLst>
          </p:cNvPr>
          <p:cNvCxnSpPr>
            <a:cxnSpLocks/>
            <a:stCxn id="10" idx="3"/>
            <a:endCxn id="15" idx="1"/>
          </p:cNvCxnSpPr>
          <p:nvPr/>
        </p:nvCxnSpPr>
        <p:spPr>
          <a:xfrm flipV="1">
            <a:off x="3734632" y="712860"/>
            <a:ext cx="4008055" cy="281009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5BCCD09C-B733-4722-82E1-815717542054}"/>
              </a:ext>
            </a:extLst>
          </p:cNvPr>
          <p:cNvSpPr txBox="1"/>
          <p:nvPr/>
        </p:nvSpPr>
        <p:spPr>
          <a:xfrm>
            <a:off x="5711417" y="1798929"/>
            <a:ext cx="1576072" cy="253916"/>
          </a:xfrm>
          <a:prstGeom prst="rect">
            <a:avLst/>
          </a:prstGeom>
          <a:noFill/>
        </p:spPr>
        <p:txBody>
          <a:bodyPr wrap="none" rtlCol="0">
            <a:spAutoFit/>
          </a:bodyPr>
          <a:lstStyle/>
          <a:p>
            <a:pPr algn="ctr"/>
            <a:r>
              <a:rPr lang="en-US" sz="1050" b="1" dirty="0">
                <a:solidFill>
                  <a:schemeClr val="tx2">
                    <a:lumMod val="75000"/>
                    <a:lumOff val="25000"/>
                  </a:schemeClr>
                </a:solidFill>
              </a:rPr>
              <a:t>Share threshold = 20% </a:t>
            </a:r>
            <a:endParaRPr lang="en-US" sz="1050" dirty="0">
              <a:solidFill>
                <a:schemeClr val="tx2">
                  <a:lumMod val="75000"/>
                  <a:lumOff val="25000"/>
                </a:schemeClr>
              </a:solidFill>
            </a:endParaRPr>
          </a:p>
        </p:txBody>
      </p:sp>
      <p:sp>
        <p:nvSpPr>
          <p:cNvPr id="41" name="TextBox 40">
            <a:extLst>
              <a:ext uri="{FF2B5EF4-FFF2-40B4-BE49-F238E27FC236}">
                <a16:creationId xmlns:a16="http://schemas.microsoft.com/office/drawing/2014/main" id="{CD8D6280-B974-9723-3C88-3C62E12750E7}"/>
              </a:ext>
            </a:extLst>
          </p:cNvPr>
          <p:cNvSpPr txBox="1"/>
          <p:nvPr/>
        </p:nvSpPr>
        <p:spPr>
          <a:xfrm>
            <a:off x="5762751" y="2856025"/>
            <a:ext cx="1576072" cy="253916"/>
          </a:xfrm>
          <a:prstGeom prst="rect">
            <a:avLst/>
          </a:prstGeom>
          <a:noFill/>
        </p:spPr>
        <p:txBody>
          <a:bodyPr wrap="none" rtlCol="0">
            <a:spAutoFit/>
          </a:bodyPr>
          <a:lstStyle/>
          <a:p>
            <a:pPr algn="ctr"/>
            <a:r>
              <a:rPr lang="en-US" sz="1050" b="1" dirty="0">
                <a:solidFill>
                  <a:schemeClr val="tx2">
                    <a:lumMod val="75000"/>
                    <a:lumOff val="25000"/>
                  </a:schemeClr>
                </a:solidFill>
              </a:rPr>
              <a:t>Share threshold = 30% </a:t>
            </a:r>
            <a:endParaRPr lang="en-US" sz="1050" dirty="0">
              <a:solidFill>
                <a:schemeClr val="tx2">
                  <a:lumMod val="75000"/>
                  <a:lumOff val="25000"/>
                </a:schemeClr>
              </a:solidFill>
            </a:endParaRPr>
          </a:p>
        </p:txBody>
      </p:sp>
      <p:sp>
        <p:nvSpPr>
          <p:cNvPr id="78" name="Rounded Rectangle 77">
            <a:extLst>
              <a:ext uri="{FF2B5EF4-FFF2-40B4-BE49-F238E27FC236}">
                <a16:creationId xmlns:a16="http://schemas.microsoft.com/office/drawing/2014/main" id="{4D991F7B-B53B-5021-995A-2A950B69D45C}"/>
              </a:ext>
            </a:extLst>
          </p:cNvPr>
          <p:cNvSpPr/>
          <p:nvPr/>
        </p:nvSpPr>
        <p:spPr>
          <a:xfrm>
            <a:off x="8663502" y="3624420"/>
            <a:ext cx="3344755" cy="96897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4CAC0C36-D70D-4194-6BEC-C58E6533B8BF}"/>
              </a:ext>
            </a:extLst>
          </p:cNvPr>
          <p:cNvSpPr txBox="1"/>
          <p:nvPr/>
        </p:nvSpPr>
        <p:spPr>
          <a:xfrm>
            <a:off x="8887840" y="3608510"/>
            <a:ext cx="1530889" cy="984885"/>
          </a:xfrm>
          <a:prstGeom prst="rect">
            <a:avLst/>
          </a:prstGeom>
          <a:noFill/>
        </p:spPr>
        <p:txBody>
          <a:bodyPr wrap="square" rtlCol="0">
            <a:spAutoFit/>
          </a:bodyPr>
          <a:lstStyle/>
          <a:p>
            <a:r>
              <a:rPr lang="en-US" sz="1100" b="1" dirty="0"/>
              <a:t>314 variants left; </a:t>
            </a:r>
          </a:p>
          <a:p>
            <a:endParaRPr lang="en-US" sz="300" b="1" dirty="0"/>
          </a:p>
          <a:p>
            <a:r>
              <a:rPr lang="en-US" sz="1100" dirty="0"/>
              <a:t>United kingdom: 19; </a:t>
            </a:r>
          </a:p>
          <a:p>
            <a:r>
              <a:rPr lang="en-US" sz="1100" dirty="0"/>
              <a:t>United States: 19; </a:t>
            </a:r>
          </a:p>
          <a:p>
            <a:r>
              <a:rPr lang="en-US" sz="1100" dirty="0"/>
              <a:t>South Korea: 7; </a:t>
            </a:r>
          </a:p>
          <a:p>
            <a:r>
              <a:rPr lang="en-US" sz="1100" dirty="0"/>
              <a:t>Canada: 19 …</a:t>
            </a:r>
          </a:p>
        </p:txBody>
      </p:sp>
      <p:sp>
        <p:nvSpPr>
          <p:cNvPr id="80" name="Rounded Rectangle 79">
            <a:extLst>
              <a:ext uri="{FF2B5EF4-FFF2-40B4-BE49-F238E27FC236}">
                <a16:creationId xmlns:a16="http://schemas.microsoft.com/office/drawing/2014/main" id="{0FD08AA5-F4EE-C99A-E73B-C4109D90014F}"/>
              </a:ext>
            </a:extLst>
          </p:cNvPr>
          <p:cNvSpPr/>
          <p:nvPr/>
        </p:nvSpPr>
        <p:spPr>
          <a:xfrm>
            <a:off x="8663503" y="4689153"/>
            <a:ext cx="3344754" cy="968974"/>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extBox 80">
            <a:extLst>
              <a:ext uri="{FF2B5EF4-FFF2-40B4-BE49-F238E27FC236}">
                <a16:creationId xmlns:a16="http://schemas.microsoft.com/office/drawing/2014/main" id="{978CD34E-202B-D400-F001-D1DBF67E3FCA}"/>
              </a:ext>
            </a:extLst>
          </p:cNvPr>
          <p:cNvSpPr txBox="1"/>
          <p:nvPr/>
        </p:nvSpPr>
        <p:spPr>
          <a:xfrm>
            <a:off x="8851741" y="4673242"/>
            <a:ext cx="1530889" cy="984885"/>
          </a:xfrm>
          <a:prstGeom prst="rect">
            <a:avLst/>
          </a:prstGeom>
          <a:noFill/>
        </p:spPr>
        <p:txBody>
          <a:bodyPr wrap="square" rtlCol="0">
            <a:spAutoFit/>
          </a:bodyPr>
          <a:lstStyle/>
          <a:p>
            <a:r>
              <a:rPr lang="en-US" sz="1100" b="1" dirty="0"/>
              <a:t>366 variants left; </a:t>
            </a:r>
          </a:p>
          <a:p>
            <a:endParaRPr lang="en-US" sz="300" b="1" dirty="0"/>
          </a:p>
          <a:p>
            <a:r>
              <a:rPr lang="en-US" sz="1100" dirty="0"/>
              <a:t>United kingdom: 19; </a:t>
            </a:r>
          </a:p>
          <a:p>
            <a:r>
              <a:rPr lang="en-US" sz="1100" dirty="0"/>
              <a:t>United States: 20; </a:t>
            </a:r>
          </a:p>
          <a:p>
            <a:r>
              <a:rPr lang="en-US" sz="1100" dirty="0"/>
              <a:t>South Korea: 10 </a:t>
            </a:r>
          </a:p>
          <a:p>
            <a:r>
              <a:rPr lang="en-US" sz="1100" dirty="0"/>
              <a:t>Canada: 19 …</a:t>
            </a:r>
          </a:p>
        </p:txBody>
      </p:sp>
      <p:sp>
        <p:nvSpPr>
          <p:cNvPr id="82" name="Rounded Rectangle 81">
            <a:extLst>
              <a:ext uri="{FF2B5EF4-FFF2-40B4-BE49-F238E27FC236}">
                <a16:creationId xmlns:a16="http://schemas.microsoft.com/office/drawing/2014/main" id="{63B7668C-BB20-4C51-A8AB-4B7AFD6DE57C}"/>
              </a:ext>
            </a:extLst>
          </p:cNvPr>
          <p:cNvSpPr/>
          <p:nvPr/>
        </p:nvSpPr>
        <p:spPr>
          <a:xfrm>
            <a:off x="8663502" y="5753884"/>
            <a:ext cx="3344753" cy="98488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extBox 82">
            <a:extLst>
              <a:ext uri="{FF2B5EF4-FFF2-40B4-BE49-F238E27FC236}">
                <a16:creationId xmlns:a16="http://schemas.microsoft.com/office/drawing/2014/main" id="{FF9F75A3-A0C2-C992-16EA-E8F76B90FB4E}"/>
              </a:ext>
            </a:extLst>
          </p:cNvPr>
          <p:cNvSpPr txBox="1"/>
          <p:nvPr/>
        </p:nvSpPr>
        <p:spPr>
          <a:xfrm>
            <a:off x="8832244" y="5737974"/>
            <a:ext cx="1530889" cy="984885"/>
          </a:xfrm>
          <a:prstGeom prst="rect">
            <a:avLst/>
          </a:prstGeom>
          <a:noFill/>
        </p:spPr>
        <p:txBody>
          <a:bodyPr wrap="square" rtlCol="0">
            <a:spAutoFit/>
          </a:bodyPr>
          <a:lstStyle/>
          <a:p>
            <a:r>
              <a:rPr lang="en-US" sz="1100" b="1" dirty="0"/>
              <a:t>388 variants left; </a:t>
            </a:r>
          </a:p>
          <a:p>
            <a:endParaRPr lang="en-US" sz="300" b="1" dirty="0"/>
          </a:p>
          <a:p>
            <a:r>
              <a:rPr lang="en-US" sz="1100" dirty="0"/>
              <a:t>United kingdom: 19; </a:t>
            </a:r>
          </a:p>
          <a:p>
            <a:r>
              <a:rPr lang="en-US" sz="1100" dirty="0"/>
              <a:t>United States: 20; </a:t>
            </a:r>
          </a:p>
          <a:p>
            <a:r>
              <a:rPr lang="en-US" sz="1100" dirty="0"/>
              <a:t>South Korea: 10; </a:t>
            </a:r>
          </a:p>
          <a:p>
            <a:r>
              <a:rPr lang="en-US" sz="1100" dirty="0"/>
              <a:t>Canada: 19 …</a:t>
            </a:r>
          </a:p>
        </p:txBody>
      </p:sp>
      <p:sp>
        <p:nvSpPr>
          <p:cNvPr id="87" name="TextBox 86">
            <a:extLst>
              <a:ext uri="{FF2B5EF4-FFF2-40B4-BE49-F238E27FC236}">
                <a16:creationId xmlns:a16="http://schemas.microsoft.com/office/drawing/2014/main" id="{9EE2F8E9-9BAA-86FE-745C-3CFF0CC4959E}"/>
              </a:ext>
            </a:extLst>
          </p:cNvPr>
          <p:cNvSpPr txBox="1"/>
          <p:nvPr/>
        </p:nvSpPr>
        <p:spPr>
          <a:xfrm>
            <a:off x="4302052" y="1804153"/>
            <a:ext cx="1279517" cy="253916"/>
          </a:xfrm>
          <a:prstGeom prst="rect">
            <a:avLst/>
          </a:prstGeom>
          <a:noFill/>
        </p:spPr>
        <p:txBody>
          <a:bodyPr wrap="none" rtlCol="0">
            <a:spAutoFit/>
          </a:bodyPr>
          <a:lstStyle/>
          <a:p>
            <a:pPr algn="ctr"/>
            <a:r>
              <a:rPr lang="en-US" sz="1050" b="1" dirty="0">
                <a:solidFill>
                  <a:schemeClr val="tx2">
                    <a:lumMod val="75000"/>
                    <a:lumOff val="25000"/>
                  </a:schemeClr>
                </a:solidFill>
              </a:rPr>
              <a:t>Minimum = 7 days</a:t>
            </a:r>
            <a:endParaRPr lang="en-US" sz="1050" dirty="0">
              <a:solidFill>
                <a:schemeClr val="tx2">
                  <a:lumMod val="75000"/>
                  <a:lumOff val="25000"/>
                </a:schemeClr>
              </a:solidFill>
            </a:endParaRPr>
          </a:p>
        </p:txBody>
      </p:sp>
      <p:cxnSp>
        <p:nvCxnSpPr>
          <p:cNvPr id="88" name="Elbow Connector 87">
            <a:extLst>
              <a:ext uri="{FF2B5EF4-FFF2-40B4-BE49-F238E27FC236}">
                <a16:creationId xmlns:a16="http://schemas.microsoft.com/office/drawing/2014/main" id="{4425F0D0-D276-E2F8-128B-E257A82E14B6}"/>
              </a:ext>
            </a:extLst>
          </p:cNvPr>
          <p:cNvCxnSpPr>
            <a:cxnSpLocks/>
            <a:stCxn id="10" idx="3"/>
            <a:endCxn id="78" idx="1"/>
          </p:cNvCxnSpPr>
          <p:nvPr/>
        </p:nvCxnSpPr>
        <p:spPr>
          <a:xfrm>
            <a:off x="3734632" y="3522957"/>
            <a:ext cx="4928870" cy="585951"/>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1" name="Elbow Connector 90">
            <a:extLst>
              <a:ext uri="{FF2B5EF4-FFF2-40B4-BE49-F238E27FC236}">
                <a16:creationId xmlns:a16="http://schemas.microsoft.com/office/drawing/2014/main" id="{0C8DBB94-BDB2-ABAA-5110-FF1272AADDB6}"/>
              </a:ext>
            </a:extLst>
          </p:cNvPr>
          <p:cNvCxnSpPr>
            <a:cxnSpLocks/>
            <a:stCxn id="10" idx="3"/>
            <a:endCxn id="80" idx="1"/>
          </p:cNvCxnSpPr>
          <p:nvPr/>
        </p:nvCxnSpPr>
        <p:spPr>
          <a:xfrm>
            <a:off x="3734632" y="3522957"/>
            <a:ext cx="4928871" cy="1650683"/>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4" name="Elbow Connector 93">
            <a:extLst>
              <a:ext uri="{FF2B5EF4-FFF2-40B4-BE49-F238E27FC236}">
                <a16:creationId xmlns:a16="http://schemas.microsoft.com/office/drawing/2014/main" id="{9FF08AA0-6AAE-B1DB-1643-117BFFDECFB7}"/>
              </a:ext>
            </a:extLst>
          </p:cNvPr>
          <p:cNvCxnSpPr>
            <a:cxnSpLocks/>
            <a:stCxn id="10" idx="3"/>
            <a:endCxn id="82" idx="1"/>
          </p:cNvCxnSpPr>
          <p:nvPr/>
        </p:nvCxnSpPr>
        <p:spPr>
          <a:xfrm>
            <a:off x="3734632" y="3522957"/>
            <a:ext cx="4928870" cy="2723370"/>
          </a:xfrm>
          <a:prstGeom prst="bent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D9AED2EE-FAFB-AB89-887F-50452C9D277B}"/>
              </a:ext>
            </a:extLst>
          </p:cNvPr>
          <p:cNvSpPr txBox="1"/>
          <p:nvPr/>
        </p:nvSpPr>
        <p:spPr>
          <a:xfrm>
            <a:off x="4735931" y="4739676"/>
            <a:ext cx="1279517" cy="253916"/>
          </a:xfrm>
          <a:prstGeom prst="rect">
            <a:avLst/>
          </a:prstGeom>
          <a:noFill/>
        </p:spPr>
        <p:txBody>
          <a:bodyPr wrap="none" rtlCol="0">
            <a:spAutoFit/>
          </a:bodyPr>
          <a:lstStyle/>
          <a:p>
            <a:pPr algn="ctr"/>
            <a:r>
              <a:rPr lang="en-US" sz="1050" b="1" dirty="0">
                <a:solidFill>
                  <a:srgbClr val="C00000"/>
                </a:solidFill>
              </a:rPr>
              <a:t>Minimum = 5 days</a:t>
            </a:r>
            <a:endParaRPr lang="en-US" sz="1050" dirty="0">
              <a:solidFill>
                <a:srgbClr val="C00000"/>
              </a:solidFill>
            </a:endParaRPr>
          </a:p>
        </p:txBody>
      </p:sp>
      <p:sp>
        <p:nvSpPr>
          <p:cNvPr id="109" name="TextBox 108">
            <a:extLst>
              <a:ext uri="{FF2B5EF4-FFF2-40B4-BE49-F238E27FC236}">
                <a16:creationId xmlns:a16="http://schemas.microsoft.com/office/drawing/2014/main" id="{1F192C10-7A68-5F9E-1CC7-FED24C86412B}"/>
              </a:ext>
            </a:extLst>
          </p:cNvPr>
          <p:cNvSpPr txBox="1"/>
          <p:nvPr/>
        </p:nvSpPr>
        <p:spPr>
          <a:xfrm>
            <a:off x="6454511" y="3854992"/>
            <a:ext cx="1576072" cy="253916"/>
          </a:xfrm>
          <a:prstGeom prst="rect">
            <a:avLst/>
          </a:prstGeom>
          <a:noFill/>
        </p:spPr>
        <p:txBody>
          <a:bodyPr wrap="none" rtlCol="0">
            <a:spAutoFit/>
          </a:bodyPr>
          <a:lstStyle/>
          <a:p>
            <a:pPr algn="ctr"/>
            <a:r>
              <a:rPr lang="en-US" sz="1050" b="1" dirty="0">
                <a:solidFill>
                  <a:srgbClr val="C00000"/>
                </a:solidFill>
              </a:rPr>
              <a:t>Share threshold = 10% </a:t>
            </a:r>
            <a:endParaRPr lang="en-US" sz="1050" dirty="0">
              <a:solidFill>
                <a:srgbClr val="C00000"/>
              </a:solidFill>
            </a:endParaRPr>
          </a:p>
        </p:txBody>
      </p:sp>
      <p:sp>
        <p:nvSpPr>
          <p:cNvPr id="110" name="TextBox 109">
            <a:extLst>
              <a:ext uri="{FF2B5EF4-FFF2-40B4-BE49-F238E27FC236}">
                <a16:creationId xmlns:a16="http://schemas.microsoft.com/office/drawing/2014/main" id="{2BB35AF1-EB2C-C5C3-3CD9-4E03F0FBDDD2}"/>
              </a:ext>
            </a:extLst>
          </p:cNvPr>
          <p:cNvSpPr txBox="1"/>
          <p:nvPr/>
        </p:nvSpPr>
        <p:spPr>
          <a:xfrm>
            <a:off x="6454511" y="4941062"/>
            <a:ext cx="1576072" cy="253916"/>
          </a:xfrm>
          <a:prstGeom prst="rect">
            <a:avLst/>
          </a:prstGeom>
          <a:noFill/>
        </p:spPr>
        <p:txBody>
          <a:bodyPr wrap="none" rtlCol="0">
            <a:spAutoFit/>
          </a:bodyPr>
          <a:lstStyle/>
          <a:p>
            <a:pPr algn="ctr"/>
            <a:r>
              <a:rPr lang="en-US" sz="1050" b="1" dirty="0">
                <a:solidFill>
                  <a:srgbClr val="C00000"/>
                </a:solidFill>
              </a:rPr>
              <a:t>Share threshold = 20% </a:t>
            </a:r>
            <a:endParaRPr lang="en-US" sz="1050" dirty="0">
              <a:solidFill>
                <a:srgbClr val="C00000"/>
              </a:solidFill>
            </a:endParaRPr>
          </a:p>
        </p:txBody>
      </p:sp>
      <p:sp>
        <p:nvSpPr>
          <p:cNvPr id="111" name="TextBox 110">
            <a:extLst>
              <a:ext uri="{FF2B5EF4-FFF2-40B4-BE49-F238E27FC236}">
                <a16:creationId xmlns:a16="http://schemas.microsoft.com/office/drawing/2014/main" id="{DD9B8270-4B08-AAC5-4A11-EF268095BE55}"/>
              </a:ext>
            </a:extLst>
          </p:cNvPr>
          <p:cNvSpPr txBox="1"/>
          <p:nvPr/>
        </p:nvSpPr>
        <p:spPr>
          <a:xfrm>
            <a:off x="6505845" y="5998158"/>
            <a:ext cx="1576072" cy="253916"/>
          </a:xfrm>
          <a:prstGeom prst="rect">
            <a:avLst/>
          </a:prstGeom>
          <a:noFill/>
        </p:spPr>
        <p:txBody>
          <a:bodyPr wrap="none" rtlCol="0">
            <a:spAutoFit/>
          </a:bodyPr>
          <a:lstStyle/>
          <a:p>
            <a:pPr algn="ctr"/>
            <a:r>
              <a:rPr lang="en-US" sz="1050" b="1" dirty="0">
                <a:solidFill>
                  <a:srgbClr val="C00000"/>
                </a:solidFill>
              </a:rPr>
              <a:t>Share threshold = 30% </a:t>
            </a:r>
            <a:endParaRPr lang="en-US" sz="1050" dirty="0">
              <a:solidFill>
                <a:srgbClr val="C00000"/>
              </a:solidFill>
            </a:endParaRPr>
          </a:p>
        </p:txBody>
      </p:sp>
      <p:sp>
        <p:nvSpPr>
          <p:cNvPr id="157" name="TextBox 156">
            <a:extLst>
              <a:ext uri="{FF2B5EF4-FFF2-40B4-BE49-F238E27FC236}">
                <a16:creationId xmlns:a16="http://schemas.microsoft.com/office/drawing/2014/main" id="{07DCFFFD-1946-8649-20EB-B5B6FFA26A1F}"/>
              </a:ext>
            </a:extLst>
          </p:cNvPr>
          <p:cNvSpPr txBox="1"/>
          <p:nvPr/>
        </p:nvSpPr>
        <p:spPr>
          <a:xfrm>
            <a:off x="9297925" y="2502490"/>
            <a:ext cx="2241607" cy="677108"/>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Poland, Slovenia, Turkey</a:t>
            </a:r>
            <a:endParaRPr lang="en-US" sz="300" b="1" dirty="0"/>
          </a:p>
        </p:txBody>
      </p:sp>
      <p:sp>
        <p:nvSpPr>
          <p:cNvPr id="158" name="TextBox 157">
            <a:extLst>
              <a:ext uri="{FF2B5EF4-FFF2-40B4-BE49-F238E27FC236}">
                <a16:creationId xmlns:a16="http://schemas.microsoft.com/office/drawing/2014/main" id="{2261BE6F-AE61-192C-1629-C8D7239FEBAD}"/>
              </a:ext>
            </a:extLst>
          </p:cNvPr>
          <p:cNvSpPr txBox="1"/>
          <p:nvPr/>
        </p:nvSpPr>
        <p:spPr>
          <a:xfrm>
            <a:off x="9297924" y="1369787"/>
            <a:ext cx="2241607" cy="815608"/>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Poland, Slovenia, Turkey, Austria, Luxembourg, Peru, Russia</a:t>
            </a:r>
            <a:endParaRPr lang="en-US" sz="300" b="1" dirty="0"/>
          </a:p>
        </p:txBody>
      </p:sp>
      <p:sp>
        <p:nvSpPr>
          <p:cNvPr id="160" name="TextBox 159">
            <a:extLst>
              <a:ext uri="{FF2B5EF4-FFF2-40B4-BE49-F238E27FC236}">
                <a16:creationId xmlns:a16="http://schemas.microsoft.com/office/drawing/2014/main" id="{875C7372-ECE7-E80E-A8D0-9AEF37AEEFA3}"/>
              </a:ext>
            </a:extLst>
          </p:cNvPr>
          <p:cNvSpPr txBox="1"/>
          <p:nvPr/>
        </p:nvSpPr>
        <p:spPr>
          <a:xfrm>
            <a:off x="9297924" y="297100"/>
            <a:ext cx="2241607" cy="815608"/>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Poland, Slovenia, Turkey, Austria, Luxembourg, Peru, Russia, Mexico, South Korea</a:t>
            </a:r>
            <a:endParaRPr lang="en-US" sz="300" b="1" dirty="0"/>
          </a:p>
        </p:txBody>
      </p:sp>
      <p:sp>
        <p:nvSpPr>
          <p:cNvPr id="162" name="TextBox 161">
            <a:extLst>
              <a:ext uri="{FF2B5EF4-FFF2-40B4-BE49-F238E27FC236}">
                <a16:creationId xmlns:a16="http://schemas.microsoft.com/office/drawing/2014/main" id="{63B898BA-73EB-F24C-427F-798B77CD2DFD}"/>
              </a:ext>
            </a:extLst>
          </p:cNvPr>
          <p:cNvSpPr txBox="1"/>
          <p:nvPr/>
        </p:nvSpPr>
        <p:spPr>
          <a:xfrm>
            <a:off x="10255711" y="3624420"/>
            <a:ext cx="1915565" cy="954107"/>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Poland, Slovenia, Turkey, Austria, Luxembourg, Peru, Russia, Mexico, South Korea</a:t>
            </a:r>
            <a:endParaRPr lang="en-US" sz="300" b="1" dirty="0"/>
          </a:p>
        </p:txBody>
      </p:sp>
      <p:sp>
        <p:nvSpPr>
          <p:cNvPr id="163" name="TextBox 162">
            <a:extLst>
              <a:ext uri="{FF2B5EF4-FFF2-40B4-BE49-F238E27FC236}">
                <a16:creationId xmlns:a16="http://schemas.microsoft.com/office/drawing/2014/main" id="{E0D945F2-D144-B39E-9351-383EA45969B6}"/>
              </a:ext>
            </a:extLst>
          </p:cNvPr>
          <p:cNvSpPr txBox="1"/>
          <p:nvPr/>
        </p:nvSpPr>
        <p:spPr>
          <a:xfrm>
            <a:off x="10255712" y="4787174"/>
            <a:ext cx="1752544" cy="815608"/>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Poland, Slovenia, Turkey, Austria, Luxembourg, Peru, Russia</a:t>
            </a:r>
            <a:endParaRPr lang="en-US" sz="300" b="1" dirty="0"/>
          </a:p>
        </p:txBody>
      </p:sp>
      <p:sp>
        <p:nvSpPr>
          <p:cNvPr id="164" name="TextBox 163">
            <a:extLst>
              <a:ext uri="{FF2B5EF4-FFF2-40B4-BE49-F238E27FC236}">
                <a16:creationId xmlns:a16="http://schemas.microsoft.com/office/drawing/2014/main" id="{D6A91026-D9FA-4573-7399-43E6FB53AE28}"/>
              </a:ext>
            </a:extLst>
          </p:cNvPr>
          <p:cNvSpPr txBox="1"/>
          <p:nvPr/>
        </p:nvSpPr>
        <p:spPr>
          <a:xfrm>
            <a:off x="10255712" y="5899654"/>
            <a:ext cx="1752544" cy="538609"/>
          </a:xfrm>
          <a:prstGeom prst="rect">
            <a:avLst/>
          </a:prstGeom>
          <a:noFill/>
        </p:spPr>
        <p:txBody>
          <a:bodyPr wrap="square" rtlCol="0">
            <a:spAutoFit/>
          </a:bodyPr>
          <a:lstStyle/>
          <a:p>
            <a:r>
              <a:rPr lang="en-US" sz="1100" b="1" dirty="0"/>
              <a:t>Countries &lt; 10 variants; </a:t>
            </a:r>
          </a:p>
          <a:p>
            <a:endParaRPr lang="en-US" sz="900" dirty="0"/>
          </a:p>
          <a:p>
            <a:r>
              <a:rPr lang="en-US" sz="900" dirty="0"/>
              <a:t>China, Czech Republic,  Turkey</a:t>
            </a:r>
            <a:endParaRPr lang="en-US" sz="300" b="1" dirty="0"/>
          </a:p>
        </p:txBody>
      </p:sp>
    </p:spTree>
    <p:extLst>
      <p:ext uri="{BB962C8B-B14F-4D97-AF65-F5344CB8AC3E}">
        <p14:creationId xmlns:p14="http://schemas.microsoft.com/office/powerpoint/2010/main" val="776570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group of graphs showing different types of data&#10;&#10;AI-generated content may be incorrect.">
            <a:extLst>
              <a:ext uri="{FF2B5EF4-FFF2-40B4-BE49-F238E27FC236}">
                <a16:creationId xmlns:a16="http://schemas.microsoft.com/office/drawing/2014/main" id="{A3353585-725E-AD11-9E88-1DF3F421A09C}"/>
              </a:ext>
            </a:extLst>
          </p:cNvPr>
          <p:cNvPicPr>
            <a:picLocks noChangeAspect="1"/>
          </p:cNvPicPr>
          <p:nvPr/>
        </p:nvPicPr>
        <p:blipFill>
          <a:blip r:embed="rId2"/>
          <a:stretch>
            <a:fillRect/>
          </a:stretch>
        </p:blipFill>
        <p:spPr>
          <a:xfrm>
            <a:off x="0" y="1017213"/>
            <a:ext cx="12161520" cy="5472684"/>
          </a:xfrm>
          <a:prstGeom prst="rect">
            <a:avLst/>
          </a:prstGeom>
        </p:spPr>
      </p:pic>
      <p:sp>
        <p:nvSpPr>
          <p:cNvPr id="4" name="직사각형 3">
            <a:extLst>
              <a:ext uri="{FF2B5EF4-FFF2-40B4-BE49-F238E27FC236}">
                <a16:creationId xmlns:a16="http://schemas.microsoft.com/office/drawing/2014/main" id="{6659E28C-C29B-00E2-DA2E-9468F3BA7CB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itle 1">
            <a:extLst>
              <a:ext uri="{FF2B5EF4-FFF2-40B4-BE49-F238E27FC236}">
                <a16:creationId xmlns:a16="http://schemas.microsoft.com/office/drawing/2014/main" id="{401D576F-1CF9-5384-5342-D4B1606B4DF0}"/>
              </a:ext>
            </a:extLst>
          </p:cNvPr>
          <p:cNvSpPr>
            <a:spLocks noGrp="1"/>
          </p:cNvSpPr>
          <p:nvPr>
            <p:ph type="title"/>
          </p:nvPr>
        </p:nvSpPr>
        <p:spPr>
          <a:xfrm>
            <a:off x="342527" y="119231"/>
            <a:ext cx="5404935" cy="858935"/>
          </a:xfrm>
        </p:spPr>
        <p:txBody>
          <a:bodyPr>
            <a:normAutofit fontScale="90000"/>
          </a:bodyPr>
          <a:lstStyle/>
          <a:p>
            <a:r>
              <a:rPr lang="en-US" sz="3600" b="1" dirty="0">
                <a:latin typeface="+mn-lt"/>
                <a:cs typeface="Times New Roman" panose="02020603050405020304" pitchFamily="18" charset="0"/>
              </a:rPr>
              <a:t>Problematic variant in South Korea (7 days, 20%)</a:t>
            </a:r>
          </a:p>
        </p:txBody>
      </p:sp>
      <p:sp>
        <p:nvSpPr>
          <p:cNvPr id="6" name="직사각형 8">
            <a:extLst>
              <a:ext uri="{FF2B5EF4-FFF2-40B4-BE49-F238E27FC236}">
                <a16:creationId xmlns:a16="http://schemas.microsoft.com/office/drawing/2014/main" id="{8129DA61-7D62-D449-F5D1-27D6F0A4D2E9}"/>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17" name="Rectangle 16">
            <a:extLst>
              <a:ext uri="{FF2B5EF4-FFF2-40B4-BE49-F238E27FC236}">
                <a16:creationId xmlns:a16="http://schemas.microsoft.com/office/drawing/2014/main" id="{718EA61A-E7AE-1A2B-31A1-B43C1F4C356C}"/>
              </a:ext>
            </a:extLst>
          </p:cNvPr>
          <p:cNvSpPr/>
          <p:nvPr/>
        </p:nvSpPr>
        <p:spPr>
          <a:xfrm>
            <a:off x="4842914" y="1352811"/>
            <a:ext cx="2217807" cy="14029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C7EE57D-A9ED-C628-B053-58365FE5FE4D}"/>
              </a:ext>
            </a:extLst>
          </p:cNvPr>
          <p:cNvSpPr/>
          <p:nvPr/>
        </p:nvSpPr>
        <p:spPr>
          <a:xfrm>
            <a:off x="7258081" y="1352811"/>
            <a:ext cx="2217807" cy="14029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59E8A65-98E4-8C0C-5477-38E94974D845}"/>
              </a:ext>
            </a:extLst>
          </p:cNvPr>
          <p:cNvSpPr/>
          <p:nvPr/>
        </p:nvSpPr>
        <p:spPr>
          <a:xfrm>
            <a:off x="7258081" y="4664835"/>
            <a:ext cx="2217807" cy="14029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9BAAD6-0F70-5712-6D90-D1F2407B4AAD}"/>
              </a:ext>
            </a:extLst>
          </p:cNvPr>
          <p:cNvSpPr/>
          <p:nvPr/>
        </p:nvSpPr>
        <p:spPr>
          <a:xfrm>
            <a:off x="4842914" y="4664835"/>
            <a:ext cx="2217807" cy="14029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EEFC2A-80AF-651D-526F-72346AC6EBD8}"/>
              </a:ext>
            </a:extLst>
          </p:cNvPr>
          <p:cNvSpPr/>
          <p:nvPr/>
        </p:nvSpPr>
        <p:spPr>
          <a:xfrm>
            <a:off x="2543344" y="1353852"/>
            <a:ext cx="2217807" cy="140291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4625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0BBB5D-42C4-1D4D-5EEE-8EB828E3F771}"/>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DB93069-F73E-7246-B6EE-5C77BD9D4B4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946E2B59-D4BC-E038-A189-06D5962CF6F8}"/>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graph of a graph&#10;&#10;Description automatically generated with medium confidence">
            <a:extLst>
              <a:ext uri="{FF2B5EF4-FFF2-40B4-BE49-F238E27FC236}">
                <a16:creationId xmlns:a16="http://schemas.microsoft.com/office/drawing/2014/main" id="{8CC0EADC-7658-3122-50CE-0B8D95D2A0AC}"/>
              </a:ext>
            </a:extLst>
          </p:cNvPr>
          <p:cNvPicPr>
            <a:picLocks noChangeAspect="1"/>
          </p:cNvPicPr>
          <p:nvPr/>
        </p:nvPicPr>
        <p:blipFill>
          <a:blip r:embed="rId2"/>
          <a:stretch>
            <a:fillRect/>
          </a:stretch>
        </p:blipFill>
        <p:spPr>
          <a:xfrm>
            <a:off x="2069361" y="3994458"/>
            <a:ext cx="1518679" cy="2556352"/>
          </a:xfrm>
          <a:prstGeom prst="rect">
            <a:avLst/>
          </a:prstGeom>
        </p:spPr>
      </p:pic>
      <p:pic>
        <p:nvPicPr>
          <p:cNvPr id="9" name="Picture 8" descr="A graph of a number of days&#10;&#10;Description automatically generated">
            <a:extLst>
              <a:ext uri="{FF2B5EF4-FFF2-40B4-BE49-F238E27FC236}">
                <a16:creationId xmlns:a16="http://schemas.microsoft.com/office/drawing/2014/main" id="{E241E92A-9198-D57C-CE73-8D6AFB5FF8BF}"/>
              </a:ext>
            </a:extLst>
          </p:cNvPr>
          <p:cNvPicPr>
            <a:picLocks noChangeAspect="1"/>
          </p:cNvPicPr>
          <p:nvPr/>
        </p:nvPicPr>
        <p:blipFill>
          <a:blip r:embed="rId3"/>
          <a:stretch>
            <a:fillRect/>
          </a:stretch>
        </p:blipFill>
        <p:spPr>
          <a:xfrm>
            <a:off x="1887239" y="850752"/>
            <a:ext cx="6596727" cy="3143708"/>
          </a:xfrm>
          <a:prstGeom prst="rect">
            <a:avLst/>
          </a:prstGeom>
        </p:spPr>
      </p:pic>
      <p:sp>
        <p:nvSpPr>
          <p:cNvPr id="10" name="Rectangle 9">
            <a:extLst>
              <a:ext uri="{FF2B5EF4-FFF2-40B4-BE49-F238E27FC236}">
                <a16:creationId xmlns:a16="http://schemas.microsoft.com/office/drawing/2014/main" id="{A16A6DC0-DAF5-130F-9160-2AA31131DD70}"/>
              </a:ext>
            </a:extLst>
          </p:cNvPr>
          <p:cNvSpPr/>
          <p:nvPr/>
        </p:nvSpPr>
        <p:spPr>
          <a:xfrm>
            <a:off x="2542083" y="968924"/>
            <a:ext cx="863835" cy="250725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graph with blue dots&#10;&#10;Description automatically generated">
            <a:extLst>
              <a:ext uri="{FF2B5EF4-FFF2-40B4-BE49-F238E27FC236}">
                <a16:creationId xmlns:a16="http://schemas.microsoft.com/office/drawing/2014/main" id="{65AA763A-6CF9-BDEC-541B-FD90B18610D7}"/>
              </a:ext>
            </a:extLst>
          </p:cNvPr>
          <p:cNvPicPr>
            <a:picLocks noChangeAspect="1"/>
          </p:cNvPicPr>
          <p:nvPr/>
        </p:nvPicPr>
        <p:blipFill>
          <a:blip r:embed="rId4"/>
          <a:stretch>
            <a:fillRect/>
          </a:stretch>
        </p:blipFill>
        <p:spPr>
          <a:xfrm>
            <a:off x="5735965" y="3994460"/>
            <a:ext cx="4568796" cy="2650406"/>
          </a:xfrm>
          <a:prstGeom prst="rect">
            <a:avLst/>
          </a:prstGeom>
        </p:spPr>
      </p:pic>
      <p:sp>
        <p:nvSpPr>
          <p:cNvPr id="15" name="Down Arrow 14">
            <a:extLst>
              <a:ext uri="{FF2B5EF4-FFF2-40B4-BE49-F238E27FC236}">
                <a16:creationId xmlns:a16="http://schemas.microsoft.com/office/drawing/2014/main" id="{00FD968E-BD0B-A20C-9603-92AA8A52CD42}"/>
              </a:ext>
            </a:extLst>
          </p:cNvPr>
          <p:cNvSpPr/>
          <p:nvPr/>
        </p:nvSpPr>
        <p:spPr>
          <a:xfrm rot="16200000">
            <a:off x="4635913" y="4696561"/>
            <a:ext cx="393699" cy="1152145"/>
          </a:xfrm>
          <a:prstGeom prst="downArrow">
            <a:avLst>
              <a:gd name="adj1" fmla="val 50000"/>
              <a:gd name="adj2" fmla="val 660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EF054448-1AD3-3CD4-913A-C0C837750553}"/>
              </a:ext>
            </a:extLst>
          </p:cNvPr>
          <p:cNvSpPr txBox="1"/>
          <p:nvPr/>
        </p:nvSpPr>
        <p:spPr>
          <a:xfrm>
            <a:off x="8020363" y="3594350"/>
            <a:ext cx="3651121"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Growth Rate (GR) series</a:t>
            </a:r>
          </a:p>
        </p:txBody>
      </p:sp>
    </p:spTree>
    <p:extLst>
      <p:ext uri="{BB962C8B-B14F-4D97-AF65-F5344CB8AC3E}">
        <p14:creationId xmlns:p14="http://schemas.microsoft.com/office/powerpoint/2010/main" val="2764460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E47DA-94E7-7983-3167-933B60651906}"/>
            </a:ext>
          </a:extLst>
        </p:cNvPr>
        <p:cNvGrpSpPr/>
        <p:nvPr/>
      </p:nvGrpSpPr>
      <p:grpSpPr>
        <a:xfrm>
          <a:off x="0" y="0"/>
          <a:ext cx="0" cy="0"/>
          <a:chOff x="0" y="0"/>
          <a:chExt cx="0" cy="0"/>
        </a:xfrm>
      </p:grpSpPr>
      <p:pic>
        <p:nvPicPr>
          <p:cNvPr id="7" name="Picture 6" descr="A screenshot of a graph&#10;&#10;AI-generated content may be incorrect.">
            <a:extLst>
              <a:ext uri="{FF2B5EF4-FFF2-40B4-BE49-F238E27FC236}">
                <a16:creationId xmlns:a16="http://schemas.microsoft.com/office/drawing/2014/main" id="{346FD38E-94B7-4062-EABE-FC126C0F9BE9}"/>
              </a:ext>
            </a:extLst>
          </p:cNvPr>
          <p:cNvPicPr>
            <a:picLocks noChangeAspect="1"/>
          </p:cNvPicPr>
          <p:nvPr/>
        </p:nvPicPr>
        <p:blipFill>
          <a:blip r:embed="rId2"/>
          <a:stretch>
            <a:fillRect/>
          </a:stretch>
        </p:blipFill>
        <p:spPr>
          <a:xfrm>
            <a:off x="0" y="0"/>
            <a:ext cx="12192000" cy="6096000"/>
          </a:xfrm>
          <a:prstGeom prst="rect">
            <a:avLst/>
          </a:prstGeom>
        </p:spPr>
      </p:pic>
      <p:pic>
        <p:nvPicPr>
          <p:cNvPr id="10" name="Picture 9">
            <a:extLst>
              <a:ext uri="{FF2B5EF4-FFF2-40B4-BE49-F238E27FC236}">
                <a16:creationId xmlns:a16="http://schemas.microsoft.com/office/drawing/2014/main" id="{3840C868-44E9-0A5A-1E43-65B13CF46215}"/>
              </a:ext>
            </a:extLst>
          </p:cNvPr>
          <p:cNvPicPr>
            <a:picLocks noChangeAspect="1"/>
          </p:cNvPicPr>
          <p:nvPr/>
        </p:nvPicPr>
        <p:blipFill>
          <a:blip r:embed="rId3"/>
          <a:stretch>
            <a:fillRect/>
          </a:stretch>
        </p:blipFill>
        <p:spPr>
          <a:xfrm>
            <a:off x="2599023" y="6096000"/>
            <a:ext cx="6993954" cy="546306"/>
          </a:xfrm>
          <a:prstGeom prst="rect">
            <a:avLst/>
          </a:prstGeom>
        </p:spPr>
      </p:pic>
    </p:spTree>
    <p:extLst>
      <p:ext uri="{BB962C8B-B14F-4D97-AF65-F5344CB8AC3E}">
        <p14:creationId xmlns:p14="http://schemas.microsoft.com/office/powerpoint/2010/main" val="262207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8820BEF-CAFD-E7CF-00DB-0252E7D418D1}"/>
              </a:ext>
            </a:extLst>
          </p:cNvPr>
          <p:cNvSpPr txBox="1">
            <a:spLocks/>
          </p:cNvSpPr>
          <p:nvPr/>
        </p:nvSpPr>
        <p:spPr>
          <a:xfrm>
            <a:off x="342527" y="1611313"/>
            <a:ext cx="11678785" cy="3635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lnSpc>
                <a:spcPct val="150000"/>
              </a:lnSpc>
              <a:buFont typeface="+mj-lt"/>
              <a:buAutoNum type="arabicPeriod"/>
            </a:pPr>
            <a:r>
              <a:rPr lang="en-US" sz="1800" dirty="0">
                <a:effectLst/>
                <a:ea typeface="DengXian" panose="02010600030101010101" pitchFamily="2" charset="-122"/>
                <a:cs typeface="Times New Roman" panose="02020603050405020304" pitchFamily="18" charset="0"/>
              </a:rPr>
              <a:t>The GSAID data, </a:t>
            </a:r>
            <a:r>
              <a:rPr lang="en-US" sz="1800" u="sng" dirty="0">
                <a:effectLst/>
                <a:ea typeface="DengXian" panose="02010600030101010101" pitchFamily="2" charset="-122"/>
                <a:cs typeface="Times New Roman" panose="02020603050405020304" pitchFamily="18" charset="0"/>
              </a:rPr>
              <a:t>over 3,000 lineages</a:t>
            </a:r>
            <a:r>
              <a:rPr lang="en-US" sz="1800" dirty="0">
                <a:effectLst/>
                <a:ea typeface="DengXian" panose="02010600030101010101" pitchFamily="2" charset="-122"/>
                <a:cs typeface="Times New Roman" panose="02020603050405020304" pitchFamily="18" charset="0"/>
              </a:rPr>
              <a:t> for TOP 30 countries, was grouped into </a:t>
            </a:r>
            <a:r>
              <a:rPr lang="en-US" sz="1800" u="sng" dirty="0">
                <a:effectLst/>
                <a:ea typeface="DengXian" panose="02010600030101010101" pitchFamily="2" charset="-122"/>
                <a:cs typeface="Times New Roman" panose="02020603050405020304" pitchFamily="18" charset="0"/>
              </a:rPr>
              <a:t>22 shared classified lineages </a:t>
            </a:r>
            <a:r>
              <a:rPr lang="en-US" sz="1800" dirty="0">
                <a:effectLst/>
                <a:ea typeface="DengXian" panose="02010600030101010101" pitchFamily="2" charset="-122"/>
                <a:cs typeface="Times New Roman" panose="02020603050405020304" pitchFamily="18" charset="0"/>
              </a:rPr>
              <a:t>based on strings of possible parent lineages (following the UKHSAC alias grouping). </a:t>
            </a:r>
          </a:p>
          <a:p>
            <a:pPr marL="914400" lvl="1" indent="-457200">
              <a:lnSpc>
                <a:spcPct val="150000"/>
              </a:lnSpc>
              <a:buFont typeface="+mj-lt"/>
              <a:buAutoNum type="arabicPeriod"/>
            </a:pPr>
            <a:r>
              <a:rPr lang="en-US" sz="1800" dirty="0">
                <a:ea typeface="DengXian" panose="02010600030101010101" pitchFamily="2" charset="-122"/>
              </a:rPr>
              <a:t>In the latest version, the initial stage was redefined by a flexible observation period  before reaching the threshold (20% here), to avoid overlapping with dominance information. </a:t>
            </a:r>
          </a:p>
          <a:p>
            <a:pPr marL="914400" lvl="1" indent="-457200">
              <a:lnSpc>
                <a:spcPct val="150000"/>
              </a:lnSpc>
              <a:buFont typeface="+mj-lt"/>
              <a:buAutoNum type="arabicPeriod"/>
            </a:pPr>
            <a:r>
              <a:rPr lang="en-US" sz="1800" kern="100" dirty="0">
                <a:ea typeface="DengXian" panose="02010600030101010101" pitchFamily="2" charset="-122"/>
                <a:cs typeface="Times New Roman" panose="02020603050405020304" pitchFamily="18" charset="0"/>
              </a:rPr>
              <a:t>The growth rate were calculated and converted </a:t>
            </a:r>
            <a:r>
              <a:rPr lang="en-US" sz="1800" u="sng" kern="100" dirty="0">
                <a:ea typeface="DengXian" panose="02010600030101010101" pitchFamily="2" charset="-122"/>
                <a:cs typeface="Times New Roman" panose="02020603050405020304" pitchFamily="18" charset="0"/>
              </a:rPr>
              <a:t>into Occupation Time Curves (OTCs) </a:t>
            </a:r>
            <a:r>
              <a:rPr lang="en-US" sz="1800" kern="100" dirty="0">
                <a:ea typeface="DengXian" panose="02010600030101010101" pitchFamily="2" charset="-122"/>
                <a:cs typeface="Times New Roman" panose="02020603050405020304" pitchFamily="18" charset="0"/>
              </a:rPr>
              <a:t>to facilitate clearer interpretation following </a:t>
            </a:r>
            <a:r>
              <a:rPr lang="en-US" sz="1800" u="sng" kern="100" dirty="0">
                <a:ea typeface="DengXian" panose="02010600030101010101" pitchFamily="2" charset="-122"/>
                <a:cs typeface="Times New Roman" panose="02020603050405020304" pitchFamily="18" charset="0"/>
              </a:rPr>
              <a:t>Functional Data Analysis (FDA).</a:t>
            </a:r>
          </a:p>
          <a:p>
            <a:pPr marL="914400" lvl="1" indent="-457200">
              <a:lnSpc>
                <a:spcPct val="150000"/>
              </a:lnSpc>
              <a:buFont typeface="+mj-lt"/>
              <a:buAutoNum type="arabicPeriod"/>
            </a:pPr>
            <a:r>
              <a:rPr lang="en-US" sz="1800" kern="100" dirty="0">
                <a:ea typeface="DengXian" panose="02010600030101010101" pitchFamily="2" charset="-122"/>
                <a:cs typeface="Times New Roman" panose="02020603050405020304" pitchFamily="18" charset="0"/>
              </a:rPr>
              <a:t>The </a:t>
            </a:r>
            <a:r>
              <a:rPr lang="en-US" sz="1800" u="sng" kern="100" dirty="0">
                <a:ea typeface="DengXian" panose="02010600030101010101" pitchFamily="2" charset="-122"/>
                <a:cs typeface="Times New Roman" panose="02020603050405020304" pitchFamily="18" charset="0"/>
              </a:rPr>
              <a:t>Adapted Lasso Regression </a:t>
            </a:r>
            <a:r>
              <a:rPr lang="en-US" sz="1800" kern="100" dirty="0">
                <a:ea typeface="DengXian" panose="02010600030101010101" pitchFamily="2" charset="-122"/>
                <a:cs typeface="Times New Roman" panose="02020603050405020304" pitchFamily="18" charset="0"/>
              </a:rPr>
              <a:t>was applied to estimate the functional parameters, showing in the following steps. </a:t>
            </a:r>
            <a:endParaRPr lang="en-US" sz="1800" dirty="0">
              <a:cs typeface="Times New Roman" panose="02020603050405020304" pitchFamily="18" charset="0"/>
            </a:endParaRPr>
          </a:p>
        </p:txBody>
      </p:sp>
      <p:sp>
        <p:nvSpPr>
          <p:cNvPr id="5" name="Title 1">
            <a:extLst>
              <a:ext uri="{FF2B5EF4-FFF2-40B4-BE49-F238E27FC236}">
                <a16:creationId xmlns:a16="http://schemas.microsoft.com/office/drawing/2014/main" id="{0CE15D18-43DA-2623-1938-C69ECD634C00}"/>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Methodologies</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9E01E5F9-11A4-B3A7-27BD-546B1536149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25A965E3-07C9-9E35-BB31-0550E9B1C9F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3677840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21A1FA95-9560-3EDB-2FD9-1B1F32FBD7F1}"/>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Occupation Time Curve Conversion</a:t>
            </a:r>
          </a:p>
        </p:txBody>
      </p:sp>
      <p:sp>
        <p:nvSpPr>
          <p:cNvPr id="31" name="직사각형 3">
            <a:extLst>
              <a:ext uri="{FF2B5EF4-FFF2-40B4-BE49-F238E27FC236}">
                <a16:creationId xmlns:a16="http://schemas.microsoft.com/office/drawing/2014/main" id="{F215BB27-8A11-77DB-C35D-71F9BC8369B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8">
            <a:extLst>
              <a:ext uri="{FF2B5EF4-FFF2-40B4-BE49-F238E27FC236}">
                <a16:creationId xmlns:a16="http://schemas.microsoft.com/office/drawing/2014/main" id="{C0C62C49-4FDF-2387-0B9B-EA70DD25361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9A21413A-F4DC-F614-301F-9CF78892A888}"/>
              </a:ext>
            </a:extLst>
          </p:cNvPr>
          <p:cNvSpPr/>
          <p:nvPr/>
        </p:nvSpPr>
        <p:spPr>
          <a:xfrm>
            <a:off x="783300" y="1803748"/>
            <a:ext cx="143626" cy="40459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of growth and progress&#10;&#10;AI-generated content may be incorrect.">
            <a:extLst>
              <a:ext uri="{FF2B5EF4-FFF2-40B4-BE49-F238E27FC236}">
                <a16:creationId xmlns:a16="http://schemas.microsoft.com/office/drawing/2014/main" id="{E22A47E7-E76E-A75A-4ACD-359E0F4E0943}"/>
              </a:ext>
            </a:extLst>
          </p:cNvPr>
          <p:cNvPicPr>
            <a:picLocks noChangeAspect="1"/>
          </p:cNvPicPr>
          <p:nvPr/>
        </p:nvPicPr>
        <p:blipFill>
          <a:blip r:embed="rId2"/>
          <a:stretch>
            <a:fillRect/>
          </a:stretch>
        </p:blipFill>
        <p:spPr>
          <a:xfrm>
            <a:off x="342527" y="1628209"/>
            <a:ext cx="7728857" cy="3657600"/>
          </a:xfrm>
          <a:prstGeom prst="rect">
            <a:avLst/>
          </a:prstGeom>
        </p:spPr>
      </p:pic>
      <p:sp>
        <p:nvSpPr>
          <p:cNvPr id="10" name="Right Arrow 9">
            <a:extLst>
              <a:ext uri="{FF2B5EF4-FFF2-40B4-BE49-F238E27FC236}">
                <a16:creationId xmlns:a16="http://schemas.microsoft.com/office/drawing/2014/main" id="{EBD319BA-9D4F-3C71-9360-2B9CEC65007A}"/>
              </a:ext>
            </a:extLst>
          </p:cNvPr>
          <p:cNvSpPr/>
          <p:nvPr/>
        </p:nvSpPr>
        <p:spPr>
          <a:xfrm>
            <a:off x="2648606" y="3374608"/>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3462EDDC-3531-7CEB-174A-BC16681EA50B}"/>
              </a:ext>
            </a:extLst>
          </p:cNvPr>
          <p:cNvSpPr/>
          <p:nvPr/>
        </p:nvSpPr>
        <p:spPr>
          <a:xfrm>
            <a:off x="5233870" y="3376315"/>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BD4AB2-1AE1-E688-CF5B-C53D73D2CCA8}"/>
              </a:ext>
            </a:extLst>
          </p:cNvPr>
          <p:cNvSpPr/>
          <p:nvPr/>
        </p:nvSpPr>
        <p:spPr>
          <a:xfrm>
            <a:off x="5505429" y="1431359"/>
            <a:ext cx="2565955" cy="39952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192ADAE-695E-14A3-48FC-985D8666CC5D}"/>
              </a:ext>
            </a:extLst>
          </p:cNvPr>
          <p:cNvSpPr txBox="1"/>
          <p:nvPr/>
        </p:nvSpPr>
        <p:spPr>
          <a:xfrm>
            <a:off x="5764706" y="1031249"/>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Series</a:t>
            </a:r>
          </a:p>
        </p:txBody>
      </p:sp>
      <p:sp>
        <p:nvSpPr>
          <p:cNvPr id="14" name="Right Arrow 13">
            <a:extLst>
              <a:ext uri="{FF2B5EF4-FFF2-40B4-BE49-F238E27FC236}">
                <a16:creationId xmlns:a16="http://schemas.microsoft.com/office/drawing/2014/main" id="{C4896122-A6BB-C39C-8DB3-FB1111C8A987}"/>
              </a:ext>
            </a:extLst>
          </p:cNvPr>
          <p:cNvSpPr/>
          <p:nvPr/>
        </p:nvSpPr>
        <p:spPr>
          <a:xfrm>
            <a:off x="8172844" y="3291840"/>
            <a:ext cx="365760"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F0719E4-69BD-936F-F28B-378AF698B478}"/>
              </a:ext>
            </a:extLst>
          </p:cNvPr>
          <p:cNvSpPr txBox="1"/>
          <p:nvPr/>
        </p:nvSpPr>
        <p:spPr>
          <a:xfrm>
            <a:off x="8786824" y="3136612"/>
            <a:ext cx="3235150" cy="584775"/>
          </a:xfrm>
          <a:prstGeom prst="rect">
            <a:avLst/>
          </a:prstGeom>
          <a:noFill/>
        </p:spPr>
        <p:txBody>
          <a:bodyPr wrap="square" rtlCol="0">
            <a:spAutoFit/>
          </a:bodyPr>
          <a:lstStyle/>
          <a:p>
            <a:r>
              <a:rPr lang="en-US" sz="1600" b="1" dirty="0">
                <a:solidFill>
                  <a:srgbClr val="0E0E0E"/>
                </a:solidFill>
                <a:effectLst/>
                <a:latin typeface=".AppleSystemUIFont"/>
              </a:rPr>
              <a:t>Dominance =  96 (%)</a:t>
            </a:r>
            <a:endParaRPr lang="en-US" sz="1600" dirty="0">
              <a:solidFill>
                <a:srgbClr val="0E0E0E"/>
              </a:solidFill>
              <a:effectLst/>
              <a:latin typeface=".AppleSystemUIFont"/>
            </a:endParaRPr>
          </a:p>
          <a:p>
            <a:r>
              <a:rPr lang="en-US" sz="1600" b="1" dirty="0">
                <a:solidFill>
                  <a:srgbClr val="0E0E0E"/>
                </a:solidFill>
                <a:effectLst/>
                <a:latin typeface=".AppleSystemUIFont"/>
              </a:rPr>
              <a:t>Duration = 313 (Days)</a:t>
            </a:r>
            <a:endParaRPr lang="en-US" sz="1600" dirty="0">
              <a:solidFill>
                <a:srgbClr val="0E0E0E"/>
              </a:solidFill>
              <a:effectLst/>
              <a:latin typeface=".AppleSystemUIFont"/>
            </a:endParaRPr>
          </a:p>
        </p:txBody>
      </p:sp>
      <p:sp>
        <p:nvSpPr>
          <p:cNvPr id="17" name="Rectangle 16">
            <a:extLst>
              <a:ext uri="{FF2B5EF4-FFF2-40B4-BE49-F238E27FC236}">
                <a16:creationId xmlns:a16="http://schemas.microsoft.com/office/drawing/2014/main" id="{E8C1270A-3A08-F2E1-D087-2B615B0DC05E}"/>
              </a:ext>
            </a:extLst>
          </p:cNvPr>
          <p:cNvSpPr/>
          <p:nvPr/>
        </p:nvSpPr>
        <p:spPr>
          <a:xfrm>
            <a:off x="8749487" y="3016469"/>
            <a:ext cx="2097189" cy="8092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6A18DE5-CE0F-4017-75A1-4D45762E4B23}"/>
              </a:ext>
            </a:extLst>
          </p:cNvPr>
          <p:cNvSpPr txBox="1"/>
          <p:nvPr/>
        </p:nvSpPr>
        <p:spPr>
          <a:xfrm>
            <a:off x="8774381" y="2484253"/>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Output Scaler</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C4FEA2-4582-16E7-4385-08C849FAC194}"/>
                  </a:ext>
                </a:extLst>
              </p:cNvPr>
              <p:cNvSpPr txBox="1"/>
              <p:nvPr/>
            </p:nvSpPr>
            <p:spPr>
              <a:xfrm>
                <a:off x="8369651" y="1231303"/>
                <a:ext cx="277131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𝑂𝑇𝐶</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𝑐</m:t>
                          </m:r>
                        </m:e>
                      </m:d>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𝑐</m:t>
                      </m:r>
                      <m:r>
                        <a:rPr lang="en-US" sz="2000" b="0" i="1" smtClean="0">
                          <a:latin typeface="Cambria Math" panose="02040503050406030204" pitchFamily="18" charset="0"/>
                        </a:rPr>
                        <m:t>)</m:t>
                      </m:r>
                    </m:oMath>
                  </m:oMathPara>
                </a14:m>
                <a:endParaRPr lang="en-US" sz="2000" dirty="0"/>
              </a:p>
            </p:txBody>
          </p:sp>
        </mc:Choice>
        <mc:Fallback xmlns="">
          <p:sp>
            <p:nvSpPr>
              <p:cNvPr id="19" name="TextBox 18">
                <a:extLst>
                  <a:ext uri="{FF2B5EF4-FFF2-40B4-BE49-F238E27FC236}">
                    <a16:creationId xmlns:a16="http://schemas.microsoft.com/office/drawing/2014/main" id="{0AC4FEA2-4582-16E7-4385-08C849FAC194}"/>
                  </a:ext>
                </a:extLst>
              </p:cNvPr>
              <p:cNvSpPr txBox="1">
                <a:spLocks noRot="1" noChangeAspect="1" noMove="1" noResize="1" noEditPoints="1" noAdjustHandles="1" noChangeArrowheads="1" noChangeShapeType="1" noTextEdit="1"/>
              </p:cNvSpPr>
              <p:nvPr/>
            </p:nvSpPr>
            <p:spPr>
              <a:xfrm>
                <a:off x="8369651" y="1231303"/>
                <a:ext cx="2771315" cy="400110"/>
              </a:xfrm>
              <a:prstGeom prst="rect">
                <a:avLst/>
              </a:prstGeom>
              <a:blipFill>
                <a:blip r:embed="rId3"/>
                <a:stretch>
                  <a:fillRect b="-12121"/>
                </a:stretch>
              </a:blipFill>
            </p:spPr>
            <p:txBody>
              <a:bodyPr/>
              <a:lstStyle/>
              <a:p>
                <a:r>
                  <a:rPr lang="en-US">
                    <a:noFill/>
                  </a:rPr>
                  <a:t> </a:t>
                </a:r>
              </a:p>
            </p:txBody>
          </p:sp>
        </mc:Fallback>
      </mc:AlternateContent>
    </p:spTree>
    <p:extLst>
      <p:ext uri="{BB962C8B-B14F-4D97-AF65-F5344CB8AC3E}">
        <p14:creationId xmlns:p14="http://schemas.microsoft.com/office/powerpoint/2010/main" val="462367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number of different colored lines&#10;&#10;AI-generated content may be incorrect.">
            <a:extLst>
              <a:ext uri="{FF2B5EF4-FFF2-40B4-BE49-F238E27FC236}">
                <a16:creationId xmlns:a16="http://schemas.microsoft.com/office/drawing/2014/main" id="{97FCEDC9-9AC1-67B0-BC7F-AA6A8FBA7889}"/>
              </a:ext>
            </a:extLst>
          </p:cNvPr>
          <p:cNvPicPr>
            <a:picLocks noChangeAspect="1"/>
          </p:cNvPicPr>
          <p:nvPr/>
        </p:nvPicPr>
        <p:blipFill>
          <a:blip r:embed="rId2"/>
          <a:stretch>
            <a:fillRect/>
          </a:stretch>
        </p:blipFill>
        <p:spPr>
          <a:xfrm>
            <a:off x="1981200" y="342900"/>
            <a:ext cx="8229600" cy="6172200"/>
          </a:xfrm>
          <a:prstGeom prst="rect">
            <a:avLst/>
          </a:prstGeom>
        </p:spPr>
      </p:pic>
    </p:spTree>
    <p:extLst>
      <p:ext uri="{BB962C8B-B14F-4D97-AF65-F5344CB8AC3E}">
        <p14:creationId xmlns:p14="http://schemas.microsoft.com/office/powerpoint/2010/main" val="2562859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420F-EFF0-9895-2C06-EF7FC533B1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02F587A-1835-1C5B-9958-1D52E9228FD5}"/>
              </a:ext>
            </a:extLst>
          </p:cNvPr>
          <p:cNvPicPr>
            <a:picLocks noChangeAspect="1"/>
          </p:cNvPicPr>
          <p:nvPr/>
        </p:nvPicPr>
        <p:blipFill>
          <a:blip r:embed="rId2"/>
          <a:stretch>
            <a:fillRect/>
          </a:stretch>
        </p:blipFill>
        <p:spPr>
          <a:xfrm>
            <a:off x="1981200" y="342900"/>
            <a:ext cx="8229600" cy="6172200"/>
          </a:xfrm>
          <a:prstGeom prst="rect">
            <a:avLst/>
          </a:prstGeom>
        </p:spPr>
      </p:pic>
    </p:spTree>
    <p:extLst>
      <p:ext uri="{BB962C8B-B14F-4D97-AF65-F5344CB8AC3E}">
        <p14:creationId xmlns:p14="http://schemas.microsoft.com/office/powerpoint/2010/main" val="2293413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D5CCDD3-F4D6-9EBD-2DD2-34F2B7571786}"/>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Functional Regression with OTCs</a:t>
            </a:r>
          </a:p>
        </p:txBody>
      </p:sp>
      <p:sp>
        <p:nvSpPr>
          <p:cNvPr id="11" name="직사각형 3">
            <a:extLst>
              <a:ext uri="{FF2B5EF4-FFF2-40B4-BE49-F238E27FC236}">
                <a16:creationId xmlns:a16="http://schemas.microsoft.com/office/drawing/2014/main" id="{D5686A5E-D7AB-8A67-407C-0B976504717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05742E52-ABCB-1643-043C-9A185676B9D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18" name="Picture 17">
            <a:extLst>
              <a:ext uri="{FF2B5EF4-FFF2-40B4-BE49-F238E27FC236}">
                <a16:creationId xmlns:a16="http://schemas.microsoft.com/office/drawing/2014/main" id="{CCBD7B96-EA80-A2A2-832E-9F2FFE1498C5}"/>
              </a:ext>
            </a:extLst>
          </p:cNvPr>
          <p:cNvPicPr>
            <a:picLocks noChangeAspect="1"/>
          </p:cNvPicPr>
          <p:nvPr/>
        </p:nvPicPr>
        <p:blipFill>
          <a:blip r:embed="rId2"/>
          <a:stretch>
            <a:fillRect/>
          </a:stretch>
        </p:blipFill>
        <p:spPr>
          <a:xfrm>
            <a:off x="1821722" y="1618763"/>
            <a:ext cx="4274278" cy="4424546"/>
          </a:xfrm>
          <a:prstGeom prst="rect">
            <a:avLst/>
          </a:prstGeom>
        </p:spPr>
      </p:pic>
      <p:sp>
        <p:nvSpPr>
          <p:cNvPr id="19" name="Oval 18">
            <a:extLst>
              <a:ext uri="{FF2B5EF4-FFF2-40B4-BE49-F238E27FC236}">
                <a16:creationId xmlns:a16="http://schemas.microsoft.com/office/drawing/2014/main" id="{D5EB7FA0-6B32-92FC-A45D-AB6184DD8258}"/>
              </a:ext>
            </a:extLst>
          </p:cNvPr>
          <p:cNvSpPr/>
          <p:nvPr/>
        </p:nvSpPr>
        <p:spPr>
          <a:xfrm>
            <a:off x="3132085" y="4436098"/>
            <a:ext cx="315308" cy="38814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c 19">
            <a:extLst>
              <a:ext uri="{FF2B5EF4-FFF2-40B4-BE49-F238E27FC236}">
                <a16:creationId xmlns:a16="http://schemas.microsoft.com/office/drawing/2014/main" id="{C19DEE74-4C6F-F5C5-317E-4B483DB4CF32}"/>
              </a:ext>
            </a:extLst>
          </p:cNvPr>
          <p:cNvSpPr/>
          <p:nvPr/>
        </p:nvSpPr>
        <p:spPr>
          <a:xfrm>
            <a:off x="3289739" y="4136056"/>
            <a:ext cx="4115904" cy="602830"/>
          </a:xfrm>
          <a:prstGeom prst="arc">
            <a:avLst>
              <a:gd name="adj1" fmla="val 10882072"/>
              <a:gd name="adj2" fmla="val 21475047"/>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A5F812E-2F38-96BB-D03A-FBCC7C02034F}"/>
                  </a:ext>
                </a:extLst>
              </p:cNvPr>
              <p:cNvSpPr txBox="1"/>
              <p:nvPr/>
            </p:nvSpPr>
            <p:spPr>
              <a:xfrm>
                <a:off x="6942599" y="4436591"/>
                <a:ext cx="4187496" cy="73693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𝜃</m:t>
                        </m:r>
                      </m:e>
                      <m:sub>
                        <m:r>
                          <a:rPr lang="en-US" sz="2000" b="0" i="1" smtClean="0">
                            <a:latin typeface="Cambria Math" panose="02040503050406030204" pitchFamily="18" charset="0"/>
                            <a:cs typeface="Times New Roman" panose="02020603050405020304" pitchFamily="18" charset="0"/>
                          </a:rPr>
                          <m:t>𝑗</m:t>
                        </m:r>
                      </m:sub>
                    </m:sSub>
                  </m:oMath>
                </a14:m>
                <a:r>
                  <a:rPr lang="en-US" sz="2000" dirty="0">
                    <a:latin typeface="+mj-lt"/>
                    <a:cs typeface="Times New Roman" panose="02020603050405020304" pitchFamily="18" charset="0"/>
                  </a:rPr>
                  <a:t> estimated via adapted fused Lasso, and then formed to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𝛽</m:t>
                        </m:r>
                      </m:e>
                      <m:sub>
                        <m:r>
                          <a:rPr lang="en-US" sz="2000" b="0" i="1" smtClean="0">
                            <a:latin typeface="Cambria Math" panose="02040503050406030204" pitchFamily="18" charset="0"/>
                            <a:cs typeface="Times New Roman" panose="02020603050405020304" pitchFamily="18" charset="0"/>
                          </a:rPr>
                          <m:t>𝑘</m:t>
                        </m:r>
                      </m:sub>
                    </m:sSub>
                  </m:oMath>
                </a14:m>
                <a:endParaRPr lang="en-US" sz="2000" b="0" dirty="0">
                  <a:latin typeface="+mj-lt"/>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EA5F812E-2F38-96BB-D03A-FBCC7C02034F}"/>
                  </a:ext>
                </a:extLst>
              </p:cNvPr>
              <p:cNvSpPr txBox="1">
                <a:spLocks noRot="1" noChangeAspect="1" noMove="1" noResize="1" noEditPoints="1" noAdjustHandles="1" noChangeArrowheads="1" noChangeShapeType="1" noTextEdit="1"/>
              </p:cNvSpPr>
              <p:nvPr/>
            </p:nvSpPr>
            <p:spPr>
              <a:xfrm>
                <a:off x="6942599" y="4436591"/>
                <a:ext cx="4187496" cy="736933"/>
              </a:xfrm>
              <a:prstGeom prst="rect">
                <a:avLst/>
              </a:prstGeom>
              <a:blipFill>
                <a:blip r:embed="rId3"/>
                <a:stretch>
                  <a:fillRect l="-1511" t="-3390" b="-15254"/>
                </a:stretch>
              </a:blipFill>
            </p:spPr>
            <p:txBody>
              <a:bodyPr/>
              <a:lstStyle/>
              <a:p>
                <a:r>
                  <a:rPr lang="en-US">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 name="Ink 1">
                <a:extLst>
                  <a:ext uri="{FF2B5EF4-FFF2-40B4-BE49-F238E27FC236}">
                    <a16:creationId xmlns:a16="http://schemas.microsoft.com/office/drawing/2014/main" id="{91E3B95F-FEBC-F4EF-A0D0-76ECBBFFEA6B}"/>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6610519F-3C57-219F-2CD2-9D92A84233E9}"/>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4" name="Ink 3">
                <a:extLst>
                  <a:ext uri="{FF2B5EF4-FFF2-40B4-BE49-F238E27FC236}">
                    <a16:creationId xmlns:a16="http://schemas.microsoft.com/office/drawing/2014/main" id="{2E451228-D9D0-53F4-6EE2-54A763D7280E}"/>
                  </a:ext>
                </a:extLst>
              </p14:cNvPr>
              <p14:cNvContentPartPr/>
              <p14:nvPr/>
            </p14:nvContentPartPr>
            <p14:xfrm>
              <a:off x="9233052" y="6021972"/>
              <a:ext cx="360" cy="360"/>
            </p14:xfrm>
          </p:contentPart>
        </mc:Choice>
        <mc:Fallback xmlns="">
          <p:pic>
            <p:nvPicPr>
              <p:cNvPr id="4" name="Ink 3">
                <a:extLst>
                  <a:ext uri="{FF2B5EF4-FFF2-40B4-BE49-F238E27FC236}">
                    <a16:creationId xmlns:a16="http://schemas.microsoft.com/office/drawing/2014/main" id="{2E451228-D9D0-53F4-6EE2-54A763D7280E}"/>
                  </a:ext>
                </a:extLst>
              </p:cNvPr>
              <p:cNvPicPr/>
              <p:nvPr/>
            </p:nvPicPr>
            <p:blipFill>
              <a:blip r:embed="rId11"/>
              <a:stretch>
                <a:fillRect/>
              </a:stretch>
            </p:blipFill>
            <p:spPr>
              <a:xfrm>
                <a:off x="9215052" y="5914332"/>
                <a:ext cx="36000" cy="216000"/>
              </a:xfrm>
              <a:prstGeom prst="rect">
                <a:avLst/>
              </a:prstGeom>
            </p:spPr>
          </p:pic>
        </mc:Fallback>
      </mc:AlternateContent>
    </p:spTree>
    <p:extLst>
      <p:ext uri="{BB962C8B-B14F-4D97-AF65-F5344CB8AC3E}">
        <p14:creationId xmlns:p14="http://schemas.microsoft.com/office/powerpoint/2010/main" val="13486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descr="A graph with numbers and lines&#10;&#10;AI-generated content may be incorrect.">
            <a:extLst>
              <a:ext uri="{FF2B5EF4-FFF2-40B4-BE49-F238E27FC236}">
                <a16:creationId xmlns:a16="http://schemas.microsoft.com/office/drawing/2014/main" id="{44BC433D-8F75-829A-C119-171E4AD3A75F}"/>
              </a:ext>
            </a:extLst>
          </p:cNvPr>
          <p:cNvPicPr>
            <a:picLocks noChangeAspect="1"/>
          </p:cNvPicPr>
          <p:nvPr/>
        </p:nvPicPr>
        <p:blipFill>
          <a:blip r:embed="rId2"/>
          <a:stretch>
            <a:fillRect/>
          </a:stretch>
        </p:blipFill>
        <p:spPr>
          <a:xfrm>
            <a:off x="6382616" y="3873289"/>
            <a:ext cx="3657600" cy="2332275"/>
          </a:xfrm>
          <a:prstGeom prst="rect">
            <a:avLst/>
          </a:prstGeom>
        </p:spPr>
      </p:pic>
      <p:pic>
        <p:nvPicPr>
          <p:cNvPr id="43" name="Picture 42" descr="A graph with numbers and a line&#10;&#10;AI-generated content may be incorrect.">
            <a:extLst>
              <a:ext uri="{FF2B5EF4-FFF2-40B4-BE49-F238E27FC236}">
                <a16:creationId xmlns:a16="http://schemas.microsoft.com/office/drawing/2014/main" id="{2192B539-CB70-A3E2-CBB9-763BA2133D5D}"/>
              </a:ext>
            </a:extLst>
          </p:cNvPr>
          <p:cNvPicPr>
            <a:picLocks noChangeAspect="1"/>
          </p:cNvPicPr>
          <p:nvPr/>
        </p:nvPicPr>
        <p:blipFill>
          <a:blip r:embed="rId3"/>
          <a:stretch>
            <a:fillRect/>
          </a:stretch>
        </p:blipFill>
        <p:spPr>
          <a:xfrm>
            <a:off x="6361849" y="1432413"/>
            <a:ext cx="3657600" cy="2332275"/>
          </a:xfrm>
          <a:prstGeom prst="rect">
            <a:avLst/>
          </a:prstGeom>
        </p:spPr>
      </p:pic>
      <p:pic>
        <p:nvPicPr>
          <p:cNvPr id="41" name="Picture 40" descr="A graph of a graph showing the growth rate of a graph&#10;&#10;AI-generated content may be incorrect.">
            <a:extLst>
              <a:ext uri="{FF2B5EF4-FFF2-40B4-BE49-F238E27FC236}">
                <a16:creationId xmlns:a16="http://schemas.microsoft.com/office/drawing/2014/main" id="{D3CEE051-1509-9FB6-F6DD-5BD02AC88D64}"/>
              </a:ext>
            </a:extLst>
          </p:cNvPr>
          <p:cNvPicPr>
            <a:picLocks noChangeAspect="1"/>
          </p:cNvPicPr>
          <p:nvPr/>
        </p:nvPicPr>
        <p:blipFill>
          <a:blip r:embed="rId4"/>
          <a:stretch>
            <a:fillRect/>
          </a:stretch>
        </p:blipFill>
        <p:spPr>
          <a:xfrm>
            <a:off x="461515" y="995564"/>
            <a:ext cx="5120640" cy="3265185"/>
          </a:xfrm>
          <a:prstGeom prst="rect">
            <a:avLst/>
          </a:prstGeom>
        </p:spPr>
      </p:pic>
      <p:sp>
        <p:nvSpPr>
          <p:cNvPr id="4" name="Title 1">
            <a:extLst>
              <a:ext uri="{FF2B5EF4-FFF2-40B4-BE49-F238E27FC236}">
                <a16:creationId xmlns:a16="http://schemas.microsoft.com/office/drawing/2014/main" id="{78E8185E-F0A7-DAAB-1C25-261100D6BC48}"/>
              </a:ext>
            </a:extLst>
          </p:cNvPr>
          <p:cNvSpPr txBox="1">
            <a:spLocks/>
          </p:cNvSpPr>
          <p:nvPr/>
        </p:nvSpPr>
        <p:spPr>
          <a:xfrm>
            <a:off x="342527" y="119232"/>
            <a:ext cx="8013197"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n-lt"/>
                <a:cs typeface="Times New Roman" panose="02020603050405020304" pitchFamily="18" charset="0"/>
              </a:rPr>
              <a:t>Dominance Interpretations (South Korea)</a:t>
            </a:r>
          </a:p>
        </p:txBody>
      </p:sp>
      <p:sp>
        <p:nvSpPr>
          <p:cNvPr id="5" name="직사각형 3">
            <a:extLst>
              <a:ext uri="{FF2B5EF4-FFF2-40B4-BE49-F238E27FC236}">
                <a16:creationId xmlns:a16="http://schemas.microsoft.com/office/drawing/2014/main" id="{0D5FA642-3663-6DB3-2997-D0B869DA7583}"/>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AEFFBCD4-633C-FECC-344E-96D75D07F06B}"/>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cxnSp>
        <p:nvCxnSpPr>
          <p:cNvPr id="8" name="Straight Connector 7">
            <a:extLst>
              <a:ext uri="{FF2B5EF4-FFF2-40B4-BE49-F238E27FC236}">
                <a16:creationId xmlns:a16="http://schemas.microsoft.com/office/drawing/2014/main" id="{37C92A37-FA2C-9849-C2F5-F3E8BD919DE8}"/>
              </a:ext>
            </a:extLst>
          </p:cNvPr>
          <p:cNvCxnSpPr>
            <a:cxnSpLocks/>
          </p:cNvCxnSpPr>
          <p:nvPr/>
        </p:nvCxnSpPr>
        <p:spPr>
          <a:xfrm>
            <a:off x="2477396" y="1593782"/>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6D677DD-6836-CA30-F852-1AE5370C7E19}"/>
              </a:ext>
            </a:extLst>
          </p:cNvPr>
          <p:cNvCxnSpPr>
            <a:cxnSpLocks/>
          </p:cNvCxnSpPr>
          <p:nvPr/>
        </p:nvCxnSpPr>
        <p:spPr>
          <a:xfrm>
            <a:off x="3082153" y="1551391"/>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C526FCD-CBAC-6643-1D6B-FF3719198F13}"/>
              </a:ext>
            </a:extLst>
          </p:cNvPr>
          <p:cNvSpPr txBox="1"/>
          <p:nvPr/>
        </p:nvSpPr>
        <p:spPr>
          <a:xfrm>
            <a:off x="2492715" y="2252667"/>
            <a:ext cx="604653" cy="369332"/>
          </a:xfrm>
          <a:prstGeom prst="rect">
            <a:avLst/>
          </a:prstGeom>
          <a:noFill/>
        </p:spPr>
        <p:txBody>
          <a:bodyPr wrap="none" rtlCol="0">
            <a:spAutoFit/>
          </a:bodyPr>
          <a:lstStyle/>
          <a:p>
            <a:r>
              <a:rPr lang="en-US" dirty="0">
                <a:solidFill>
                  <a:srgbClr val="FF0000"/>
                </a:solidFill>
              </a:rPr>
              <a:t>high</a:t>
            </a:r>
          </a:p>
        </p:txBody>
      </p:sp>
      <p:sp>
        <p:nvSpPr>
          <p:cNvPr id="13" name="TextBox 12">
            <a:extLst>
              <a:ext uri="{FF2B5EF4-FFF2-40B4-BE49-F238E27FC236}">
                <a16:creationId xmlns:a16="http://schemas.microsoft.com/office/drawing/2014/main" id="{FA81B394-FA27-CE3E-7E64-10DEF04A154F}"/>
              </a:ext>
            </a:extLst>
          </p:cNvPr>
          <p:cNvSpPr txBox="1"/>
          <p:nvPr/>
        </p:nvSpPr>
        <p:spPr>
          <a:xfrm>
            <a:off x="1345963" y="2366547"/>
            <a:ext cx="1018677" cy="369332"/>
          </a:xfrm>
          <a:prstGeom prst="rect">
            <a:avLst/>
          </a:prstGeom>
          <a:noFill/>
        </p:spPr>
        <p:txBody>
          <a:bodyPr wrap="none" rtlCol="0">
            <a:spAutoFit/>
          </a:bodyPr>
          <a:lstStyle/>
          <a:p>
            <a:r>
              <a:rPr lang="en-US" dirty="0">
                <a:solidFill>
                  <a:srgbClr val="FF0000"/>
                </a:solidFill>
              </a:rPr>
              <a:t>negative</a:t>
            </a:r>
          </a:p>
        </p:txBody>
      </p:sp>
      <p:sp>
        <p:nvSpPr>
          <p:cNvPr id="14" name="TextBox 13">
            <a:extLst>
              <a:ext uri="{FF2B5EF4-FFF2-40B4-BE49-F238E27FC236}">
                <a16:creationId xmlns:a16="http://schemas.microsoft.com/office/drawing/2014/main" id="{0EDC7AF8-0323-CE58-003A-B0AFB8E659D0}"/>
              </a:ext>
            </a:extLst>
          </p:cNvPr>
          <p:cNvSpPr txBox="1"/>
          <p:nvPr/>
        </p:nvSpPr>
        <p:spPr>
          <a:xfrm>
            <a:off x="3758667" y="1906061"/>
            <a:ext cx="938077" cy="369332"/>
          </a:xfrm>
          <a:prstGeom prst="rect">
            <a:avLst/>
          </a:prstGeom>
          <a:noFill/>
        </p:spPr>
        <p:txBody>
          <a:bodyPr wrap="none" rtlCol="0">
            <a:spAutoFit/>
          </a:bodyPr>
          <a:lstStyle/>
          <a:p>
            <a:r>
              <a:rPr lang="en-US" dirty="0">
                <a:solidFill>
                  <a:srgbClr val="FF0000"/>
                </a:solidFill>
              </a:rPr>
              <a:t>median</a:t>
            </a:r>
          </a:p>
        </p:txBody>
      </p:sp>
      <p:sp>
        <p:nvSpPr>
          <p:cNvPr id="23" name="TextBox 22">
            <a:extLst>
              <a:ext uri="{FF2B5EF4-FFF2-40B4-BE49-F238E27FC236}">
                <a16:creationId xmlns:a16="http://schemas.microsoft.com/office/drawing/2014/main" id="{4845F32E-F389-18D7-C9A7-F280085B985C}"/>
              </a:ext>
            </a:extLst>
          </p:cNvPr>
          <p:cNvSpPr txBox="1"/>
          <p:nvPr/>
        </p:nvSpPr>
        <p:spPr>
          <a:xfrm>
            <a:off x="10040216" y="2104937"/>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0.77 </a:t>
            </a:r>
          </a:p>
          <a:p>
            <a:r>
              <a:rPr lang="en-US" sz="1400" dirty="0">
                <a:solidFill>
                  <a:schemeClr val="tx2">
                    <a:lumMod val="75000"/>
                    <a:lumOff val="25000"/>
                  </a:schemeClr>
                </a:solidFill>
              </a:rPr>
              <a:t>Predicted: 0.70</a:t>
            </a:r>
          </a:p>
        </p:txBody>
      </p:sp>
      <p:sp>
        <p:nvSpPr>
          <p:cNvPr id="25" name="TextBox 24">
            <a:extLst>
              <a:ext uri="{FF2B5EF4-FFF2-40B4-BE49-F238E27FC236}">
                <a16:creationId xmlns:a16="http://schemas.microsoft.com/office/drawing/2014/main" id="{C6C6F9E3-6DC3-5576-8F8B-D71301ADAB90}"/>
              </a:ext>
            </a:extLst>
          </p:cNvPr>
          <p:cNvSpPr txBox="1"/>
          <p:nvPr/>
        </p:nvSpPr>
        <p:spPr>
          <a:xfrm>
            <a:off x="10040216" y="457844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0.05 </a:t>
            </a:r>
          </a:p>
          <a:p>
            <a:r>
              <a:rPr lang="en-US" sz="1400" dirty="0">
                <a:solidFill>
                  <a:schemeClr val="tx2">
                    <a:lumMod val="75000"/>
                    <a:lumOff val="25000"/>
                  </a:schemeClr>
                </a:solidFill>
              </a:rPr>
              <a:t>Predicted: 0.02</a:t>
            </a:r>
          </a:p>
        </p:txBody>
      </p:sp>
      <p:sp>
        <p:nvSpPr>
          <p:cNvPr id="26" name="TextBox 25">
            <a:extLst>
              <a:ext uri="{FF2B5EF4-FFF2-40B4-BE49-F238E27FC236}">
                <a16:creationId xmlns:a16="http://schemas.microsoft.com/office/drawing/2014/main" id="{234A81D7-4E77-C4EE-F7EA-066BFD532D97}"/>
              </a:ext>
            </a:extLst>
          </p:cNvPr>
          <p:cNvSpPr txBox="1"/>
          <p:nvPr/>
        </p:nvSpPr>
        <p:spPr>
          <a:xfrm>
            <a:off x="8073577" y="2110670"/>
            <a:ext cx="644728" cy="261610"/>
          </a:xfrm>
          <a:prstGeom prst="rect">
            <a:avLst/>
          </a:prstGeom>
          <a:noFill/>
        </p:spPr>
        <p:txBody>
          <a:bodyPr wrap="none" rtlCol="0">
            <a:spAutoFit/>
          </a:bodyPr>
          <a:lstStyle/>
          <a:p>
            <a:r>
              <a:rPr lang="en-US" sz="1100" dirty="0">
                <a:solidFill>
                  <a:srgbClr val="FF0000"/>
                </a:solidFill>
              </a:rPr>
              <a:t>median</a:t>
            </a:r>
          </a:p>
        </p:txBody>
      </p:sp>
      <p:sp>
        <p:nvSpPr>
          <p:cNvPr id="27" name="TextBox 26">
            <a:extLst>
              <a:ext uri="{FF2B5EF4-FFF2-40B4-BE49-F238E27FC236}">
                <a16:creationId xmlns:a16="http://schemas.microsoft.com/office/drawing/2014/main" id="{C218BF7A-6D4F-DB07-709E-2B279C539EC8}"/>
              </a:ext>
            </a:extLst>
          </p:cNvPr>
          <p:cNvSpPr txBox="1"/>
          <p:nvPr/>
        </p:nvSpPr>
        <p:spPr>
          <a:xfrm>
            <a:off x="8095217" y="3067332"/>
            <a:ext cx="697627" cy="261610"/>
          </a:xfrm>
          <a:prstGeom prst="rect">
            <a:avLst/>
          </a:prstGeom>
          <a:noFill/>
        </p:spPr>
        <p:txBody>
          <a:bodyPr wrap="none" rtlCol="0">
            <a:spAutoFit/>
          </a:bodyPr>
          <a:lstStyle/>
          <a:p>
            <a:r>
              <a:rPr lang="en-US" sz="1100" dirty="0">
                <a:solidFill>
                  <a:srgbClr val="FF0000"/>
                </a:solidFill>
              </a:rPr>
              <a:t>negative</a:t>
            </a:r>
          </a:p>
        </p:txBody>
      </p:sp>
      <p:sp>
        <p:nvSpPr>
          <p:cNvPr id="28" name="TextBox 27">
            <a:extLst>
              <a:ext uri="{FF2B5EF4-FFF2-40B4-BE49-F238E27FC236}">
                <a16:creationId xmlns:a16="http://schemas.microsoft.com/office/drawing/2014/main" id="{7283B110-2F87-CC57-0405-49D9026563C9}"/>
              </a:ext>
            </a:extLst>
          </p:cNvPr>
          <p:cNvSpPr txBox="1"/>
          <p:nvPr/>
        </p:nvSpPr>
        <p:spPr>
          <a:xfrm>
            <a:off x="8173765" y="2688053"/>
            <a:ext cx="444352" cy="261610"/>
          </a:xfrm>
          <a:prstGeom prst="rect">
            <a:avLst/>
          </a:prstGeom>
          <a:noFill/>
        </p:spPr>
        <p:txBody>
          <a:bodyPr wrap="none" rtlCol="0">
            <a:spAutoFit/>
          </a:bodyPr>
          <a:lstStyle/>
          <a:p>
            <a:r>
              <a:rPr lang="en-US" sz="1100" dirty="0">
                <a:solidFill>
                  <a:srgbClr val="FF0000"/>
                </a:solidFill>
              </a:rPr>
              <a:t>high</a:t>
            </a:r>
          </a:p>
        </p:txBody>
      </p:sp>
      <p:pic>
        <p:nvPicPr>
          <p:cNvPr id="11" name="Picture 10" descr="A graph of different colors&#10;&#10;AI-generated content may be incorrect.">
            <a:extLst>
              <a:ext uri="{FF2B5EF4-FFF2-40B4-BE49-F238E27FC236}">
                <a16:creationId xmlns:a16="http://schemas.microsoft.com/office/drawing/2014/main" id="{9EE267EC-9353-384E-17B4-0522D0C54C0D}"/>
              </a:ext>
            </a:extLst>
          </p:cNvPr>
          <p:cNvPicPr>
            <a:picLocks noChangeAspect="1"/>
          </p:cNvPicPr>
          <p:nvPr/>
        </p:nvPicPr>
        <p:blipFill>
          <a:blip r:embed="rId5"/>
          <a:stretch>
            <a:fillRect/>
          </a:stretch>
        </p:blipFill>
        <p:spPr>
          <a:xfrm>
            <a:off x="127233" y="4160520"/>
            <a:ext cx="5176010" cy="2697480"/>
          </a:xfrm>
          <a:prstGeom prst="rect">
            <a:avLst/>
          </a:prstGeom>
        </p:spPr>
      </p:pic>
      <p:sp>
        <p:nvSpPr>
          <p:cNvPr id="36" name="TextBox 35">
            <a:extLst>
              <a:ext uri="{FF2B5EF4-FFF2-40B4-BE49-F238E27FC236}">
                <a16:creationId xmlns:a16="http://schemas.microsoft.com/office/drawing/2014/main" id="{ACC04A8E-FE48-4130-4C36-2C0C5971F482}"/>
              </a:ext>
            </a:extLst>
          </p:cNvPr>
          <p:cNvSpPr txBox="1"/>
          <p:nvPr/>
        </p:nvSpPr>
        <p:spPr>
          <a:xfrm>
            <a:off x="8168276" y="4412163"/>
            <a:ext cx="644728" cy="261610"/>
          </a:xfrm>
          <a:prstGeom prst="rect">
            <a:avLst/>
          </a:prstGeom>
          <a:noFill/>
        </p:spPr>
        <p:txBody>
          <a:bodyPr wrap="none" rtlCol="0">
            <a:spAutoFit/>
          </a:bodyPr>
          <a:lstStyle/>
          <a:p>
            <a:r>
              <a:rPr lang="en-US" sz="1100" dirty="0">
                <a:solidFill>
                  <a:srgbClr val="FF0000"/>
                </a:solidFill>
              </a:rPr>
              <a:t>median</a:t>
            </a:r>
          </a:p>
        </p:txBody>
      </p:sp>
      <p:sp>
        <p:nvSpPr>
          <p:cNvPr id="37" name="TextBox 36">
            <a:extLst>
              <a:ext uri="{FF2B5EF4-FFF2-40B4-BE49-F238E27FC236}">
                <a16:creationId xmlns:a16="http://schemas.microsoft.com/office/drawing/2014/main" id="{20C22DBB-4866-BFAE-841D-0BE6511DFB55}"/>
              </a:ext>
            </a:extLst>
          </p:cNvPr>
          <p:cNvSpPr txBox="1"/>
          <p:nvPr/>
        </p:nvSpPr>
        <p:spPr>
          <a:xfrm>
            <a:off x="8173765" y="5247650"/>
            <a:ext cx="697627" cy="261610"/>
          </a:xfrm>
          <a:prstGeom prst="rect">
            <a:avLst/>
          </a:prstGeom>
          <a:noFill/>
        </p:spPr>
        <p:txBody>
          <a:bodyPr wrap="none" rtlCol="0">
            <a:spAutoFit/>
          </a:bodyPr>
          <a:lstStyle/>
          <a:p>
            <a:r>
              <a:rPr lang="en-US" sz="1100" dirty="0">
                <a:solidFill>
                  <a:srgbClr val="FF0000"/>
                </a:solidFill>
              </a:rPr>
              <a:t>negative</a:t>
            </a:r>
          </a:p>
        </p:txBody>
      </p:sp>
      <p:sp>
        <p:nvSpPr>
          <p:cNvPr id="38" name="TextBox 37">
            <a:extLst>
              <a:ext uri="{FF2B5EF4-FFF2-40B4-BE49-F238E27FC236}">
                <a16:creationId xmlns:a16="http://schemas.microsoft.com/office/drawing/2014/main" id="{784313C2-74FC-05C2-8500-EF6D69FF2A8F}"/>
              </a:ext>
            </a:extLst>
          </p:cNvPr>
          <p:cNvSpPr txBox="1"/>
          <p:nvPr/>
        </p:nvSpPr>
        <p:spPr>
          <a:xfrm>
            <a:off x="8268464" y="4789189"/>
            <a:ext cx="444352" cy="261610"/>
          </a:xfrm>
          <a:prstGeom prst="rect">
            <a:avLst/>
          </a:prstGeom>
          <a:noFill/>
        </p:spPr>
        <p:txBody>
          <a:bodyPr wrap="none" rtlCol="0">
            <a:spAutoFit/>
          </a:bodyPr>
          <a:lstStyle/>
          <a:p>
            <a:r>
              <a:rPr lang="en-US" sz="1100" dirty="0">
                <a:solidFill>
                  <a:srgbClr val="FF0000"/>
                </a:solidFill>
              </a:rPr>
              <a:t>high</a:t>
            </a:r>
          </a:p>
        </p:txBody>
      </p:sp>
      <p:sp>
        <p:nvSpPr>
          <p:cNvPr id="39" name="TextBox 38">
            <a:extLst>
              <a:ext uri="{FF2B5EF4-FFF2-40B4-BE49-F238E27FC236}">
                <a16:creationId xmlns:a16="http://schemas.microsoft.com/office/drawing/2014/main" id="{5FED9825-55E4-00CD-3B44-1361A551C8B7}"/>
              </a:ext>
            </a:extLst>
          </p:cNvPr>
          <p:cNvSpPr txBox="1"/>
          <p:nvPr/>
        </p:nvSpPr>
        <p:spPr>
          <a:xfrm>
            <a:off x="4349125" y="952794"/>
            <a:ext cx="1233030" cy="369332"/>
          </a:xfrm>
          <a:prstGeom prst="rect">
            <a:avLst/>
          </a:prstGeom>
          <a:noFill/>
        </p:spPr>
        <p:txBody>
          <a:bodyPr wrap="none" rtlCol="0">
            <a:spAutoFit/>
          </a:bodyPr>
          <a:lstStyle/>
          <a:p>
            <a:r>
              <a:rPr lang="en-US" b="1" dirty="0"/>
              <a:t>R^2 = 0.9</a:t>
            </a:r>
            <a:r>
              <a:rPr lang="en-US" altLang="zh-CN" b="1" dirty="0"/>
              <a:t>5</a:t>
            </a:r>
            <a:endParaRPr lang="en-US" b="1" dirty="0"/>
          </a:p>
        </p:txBody>
      </p:sp>
    </p:spTree>
    <p:extLst>
      <p:ext uri="{BB962C8B-B14F-4D97-AF65-F5344CB8AC3E}">
        <p14:creationId xmlns:p14="http://schemas.microsoft.com/office/powerpoint/2010/main" val="1487543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graph with numbers and a red line&#10;&#10;AI-generated content may be incorrect.">
            <a:extLst>
              <a:ext uri="{FF2B5EF4-FFF2-40B4-BE49-F238E27FC236}">
                <a16:creationId xmlns:a16="http://schemas.microsoft.com/office/drawing/2014/main" id="{242BE12A-616F-9CBF-2B7A-2C5C6200EC8E}"/>
              </a:ext>
            </a:extLst>
          </p:cNvPr>
          <p:cNvPicPr>
            <a:picLocks noChangeAspect="1"/>
          </p:cNvPicPr>
          <p:nvPr/>
        </p:nvPicPr>
        <p:blipFill>
          <a:blip r:embed="rId2"/>
          <a:stretch>
            <a:fillRect/>
          </a:stretch>
        </p:blipFill>
        <p:spPr>
          <a:xfrm>
            <a:off x="6432861" y="1322126"/>
            <a:ext cx="3657600" cy="2332275"/>
          </a:xfrm>
          <a:prstGeom prst="rect">
            <a:avLst/>
          </a:prstGeom>
        </p:spPr>
      </p:pic>
      <p:pic>
        <p:nvPicPr>
          <p:cNvPr id="9" name="Picture 8" descr="A graph with numbers and a line&#10;&#10;AI-generated content may be incorrect.">
            <a:extLst>
              <a:ext uri="{FF2B5EF4-FFF2-40B4-BE49-F238E27FC236}">
                <a16:creationId xmlns:a16="http://schemas.microsoft.com/office/drawing/2014/main" id="{2637CFF9-5130-6B74-608C-E16D746DD5DB}"/>
              </a:ext>
            </a:extLst>
          </p:cNvPr>
          <p:cNvPicPr>
            <a:picLocks noChangeAspect="1"/>
          </p:cNvPicPr>
          <p:nvPr/>
        </p:nvPicPr>
        <p:blipFill>
          <a:blip r:embed="rId3"/>
          <a:stretch>
            <a:fillRect/>
          </a:stretch>
        </p:blipFill>
        <p:spPr>
          <a:xfrm>
            <a:off x="6440898" y="4048831"/>
            <a:ext cx="3657600" cy="2332275"/>
          </a:xfrm>
          <a:prstGeom prst="rect">
            <a:avLst/>
          </a:prstGeom>
        </p:spPr>
      </p:pic>
      <p:sp>
        <p:nvSpPr>
          <p:cNvPr id="4" name="Title 1">
            <a:extLst>
              <a:ext uri="{FF2B5EF4-FFF2-40B4-BE49-F238E27FC236}">
                <a16:creationId xmlns:a16="http://schemas.microsoft.com/office/drawing/2014/main" id="{6AF21093-EA20-C9B2-74A8-8273732F6928}"/>
              </a:ext>
            </a:extLst>
          </p:cNvPr>
          <p:cNvSpPr txBox="1">
            <a:spLocks/>
          </p:cNvSpPr>
          <p:nvPr/>
        </p:nvSpPr>
        <p:spPr>
          <a:xfrm>
            <a:off x="342527" y="119232"/>
            <a:ext cx="10837340"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n-lt"/>
                <a:cs typeface="Times New Roman" panose="02020603050405020304" pitchFamily="18" charset="0"/>
              </a:rPr>
              <a:t>Dominance Interpretations (United Kingdom)</a:t>
            </a:r>
          </a:p>
        </p:txBody>
      </p:sp>
      <p:sp>
        <p:nvSpPr>
          <p:cNvPr id="5" name="직사각형 3">
            <a:extLst>
              <a:ext uri="{FF2B5EF4-FFF2-40B4-BE49-F238E27FC236}">
                <a16:creationId xmlns:a16="http://schemas.microsoft.com/office/drawing/2014/main" id="{7C0EA1C4-51B1-C57E-6DB9-6CABC56ABF3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B64AD971-3A09-3418-1C3F-481281646379}"/>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cxnSp>
        <p:nvCxnSpPr>
          <p:cNvPr id="10" name="Straight Connector 9">
            <a:extLst>
              <a:ext uri="{FF2B5EF4-FFF2-40B4-BE49-F238E27FC236}">
                <a16:creationId xmlns:a16="http://schemas.microsoft.com/office/drawing/2014/main" id="{2EBA84A0-EC4C-2F41-5B48-AEF6B0061EA6}"/>
              </a:ext>
            </a:extLst>
          </p:cNvPr>
          <p:cNvCxnSpPr>
            <a:cxnSpLocks/>
          </p:cNvCxnSpPr>
          <p:nvPr/>
        </p:nvCxnSpPr>
        <p:spPr>
          <a:xfrm>
            <a:off x="2303681" y="1549454"/>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3FEB99F-769A-DB65-D7A7-A652BB4B217D}"/>
              </a:ext>
            </a:extLst>
          </p:cNvPr>
          <p:cNvCxnSpPr>
            <a:cxnSpLocks/>
          </p:cNvCxnSpPr>
          <p:nvPr/>
        </p:nvCxnSpPr>
        <p:spPr>
          <a:xfrm>
            <a:off x="2888380" y="1549454"/>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40F0721-86C9-6C11-0B46-03E9A5DA8EB6}"/>
              </a:ext>
            </a:extLst>
          </p:cNvPr>
          <p:cNvSpPr txBox="1"/>
          <p:nvPr/>
        </p:nvSpPr>
        <p:spPr>
          <a:xfrm>
            <a:off x="3574035" y="2139295"/>
            <a:ext cx="604653" cy="369332"/>
          </a:xfrm>
          <a:prstGeom prst="rect">
            <a:avLst/>
          </a:prstGeom>
          <a:noFill/>
        </p:spPr>
        <p:txBody>
          <a:bodyPr wrap="none" rtlCol="0">
            <a:spAutoFit/>
          </a:bodyPr>
          <a:lstStyle/>
          <a:p>
            <a:r>
              <a:rPr lang="en-US" dirty="0">
                <a:solidFill>
                  <a:srgbClr val="FF0000"/>
                </a:solidFill>
              </a:rPr>
              <a:t>high</a:t>
            </a:r>
          </a:p>
        </p:txBody>
      </p:sp>
      <p:sp>
        <p:nvSpPr>
          <p:cNvPr id="14" name="TextBox 13">
            <a:extLst>
              <a:ext uri="{FF2B5EF4-FFF2-40B4-BE49-F238E27FC236}">
                <a16:creationId xmlns:a16="http://schemas.microsoft.com/office/drawing/2014/main" id="{5364E79E-0BD6-4873-6151-35FA8A65A6A3}"/>
              </a:ext>
            </a:extLst>
          </p:cNvPr>
          <p:cNvSpPr txBox="1"/>
          <p:nvPr/>
        </p:nvSpPr>
        <p:spPr>
          <a:xfrm>
            <a:off x="2328489" y="2199954"/>
            <a:ext cx="535083" cy="369332"/>
          </a:xfrm>
          <a:prstGeom prst="rect">
            <a:avLst/>
          </a:prstGeom>
          <a:noFill/>
        </p:spPr>
        <p:txBody>
          <a:bodyPr wrap="none" rtlCol="0">
            <a:spAutoFit/>
          </a:bodyPr>
          <a:lstStyle/>
          <a:p>
            <a:r>
              <a:rPr lang="en-US" dirty="0">
                <a:solidFill>
                  <a:srgbClr val="FF0000"/>
                </a:solidFill>
              </a:rPr>
              <a:t>low</a:t>
            </a:r>
          </a:p>
        </p:txBody>
      </p:sp>
      <p:sp>
        <p:nvSpPr>
          <p:cNvPr id="15" name="TextBox 14">
            <a:extLst>
              <a:ext uri="{FF2B5EF4-FFF2-40B4-BE49-F238E27FC236}">
                <a16:creationId xmlns:a16="http://schemas.microsoft.com/office/drawing/2014/main" id="{5C2FEDCA-FD4D-10F6-0418-C2032153BDC2}"/>
              </a:ext>
            </a:extLst>
          </p:cNvPr>
          <p:cNvSpPr txBox="1"/>
          <p:nvPr/>
        </p:nvSpPr>
        <p:spPr>
          <a:xfrm>
            <a:off x="1315126" y="2199954"/>
            <a:ext cx="938077" cy="369332"/>
          </a:xfrm>
          <a:prstGeom prst="rect">
            <a:avLst/>
          </a:prstGeom>
          <a:noFill/>
        </p:spPr>
        <p:txBody>
          <a:bodyPr wrap="none" rtlCol="0">
            <a:spAutoFit/>
          </a:bodyPr>
          <a:lstStyle/>
          <a:p>
            <a:r>
              <a:rPr lang="en-US" dirty="0">
                <a:solidFill>
                  <a:srgbClr val="FF0000"/>
                </a:solidFill>
              </a:rPr>
              <a:t>median</a:t>
            </a:r>
          </a:p>
        </p:txBody>
      </p:sp>
      <p:sp>
        <p:nvSpPr>
          <p:cNvPr id="21" name="TextBox 20">
            <a:extLst>
              <a:ext uri="{FF2B5EF4-FFF2-40B4-BE49-F238E27FC236}">
                <a16:creationId xmlns:a16="http://schemas.microsoft.com/office/drawing/2014/main" id="{6AA2545F-D5B2-86C4-E1E1-0C9D9D2F12AE}"/>
              </a:ext>
            </a:extLst>
          </p:cNvPr>
          <p:cNvSpPr txBox="1"/>
          <p:nvPr/>
        </p:nvSpPr>
        <p:spPr>
          <a:xfrm>
            <a:off x="10297807" y="204606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0.70 </a:t>
            </a:r>
          </a:p>
          <a:p>
            <a:r>
              <a:rPr lang="en-US" sz="1400" dirty="0">
                <a:solidFill>
                  <a:schemeClr val="tx2">
                    <a:lumMod val="75000"/>
                    <a:lumOff val="25000"/>
                  </a:schemeClr>
                </a:solidFill>
              </a:rPr>
              <a:t>Predicted: 0.66</a:t>
            </a:r>
          </a:p>
        </p:txBody>
      </p:sp>
      <p:sp>
        <p:nvSpPr>
          <p:cNvPr id="23" name="TextBox 22">
            <a:extLst>
              <a:ext uri="{FF2B5EF4-FFF2-40B4-BE49-F238E27FC236}">
                <a16:creationId xmlns:a16="http://schemas.microsoft.com/office/drawing/2014/main" id="{C06680E7-BF23-221F-2C63-ABAA8E244321}"/>
              </a:ext>
            </a:extLst>
          </p:cNvPr>
          <p:cNvSpPr txBox="1"/>
          <p:nvPr/>
        </p:nvSpPr>
        <p:spPr>
          <a:xfrm>
            <a:off x="10297807" y="488111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0.35 </a:t>
            </a:r>
          </a:p>
          <a:p>
            <a:r>
              <a:rPr lang="en-US" sz="1400" dirty="0">
                <a:solidFill>
                  <a:schemeClr val="tx2">
                    <a:lumMod val="75000"/>
                    <a:lumOff val="25000"/>
                  </a:schemeClr>
                </a:solidFill>
              </a:rPr>
              <a:t>Predicted: 0.30</a:t>
            </a:r>
          </a:p>
        </p:txBody>
      </p:sp>
      <p:sp>
        <p:nvSpPr>
          <p:cNvPr id="24" name="TextBox 23">
            <a:extLst>
              <a:ext uri="{FF2B5EF4-FFF2-40B4-BE49-F238E27FC236}">
                <a16:creationId xmlns:a16="http://schemas.microsoft.com/office/drawing/2014/main" id="{A5D5BF21-9926-E317-8D41-05BBCCD9A603}"/>
              </a:ext>
            </a:extLst>
          </p:cNvPr>
          <p:cNvSpPr txBox="1"/>
          <p:nvPr/>
        </p:nvSpPr>
        <p:spPr>
          <a:xfrm>
            <a:off x="8291338" y="2837996"/>
            <a:ext cx="644728" cy="261610"/>
          </a:xfrm>
          <a:prstGeom prst="rect">
            <a:avLst/>
          </a:prstGeom>
          <a:noFill/>
        </p:spPr>
        <p:txBody>
          <a:bodyPr wrap="none" rtlCol="0">
            <a:spAutoFit/>
          </a:bodyPr>
          <a:lstStyle/>
          <a:p>
            <a:r>
              <a:rPr lang="en-US" sz="1100" dirty="0">
                <a:solidFill>
                  <a:srgbClr val="FF0000"/>
                </a:solidFill>
              </a:rPr>
              <a:t>median</a:t>
            </a:r>
          </a:p>
        </p:txBody>
      </p:sp>
      <p:sp>
        <p:nvSpPr>
          <p:cNvPr id="25" name="TextBox 24">
            <a:extLst>
              <a:ext uri="{FF2B5EF4-FFF2-40B4-BE49-F238E27FC236}">
                <a16:creationId xmlns:a16="http://schemas.microsoft.com/office/drawing/2014/main" id="{016D0C33-8CDF-63BE-41D6-2E769A9C01C0}"/>
              </a:ext>
            </a:extLst>
          </p:cNvPr>
          <p:cNvSpPr txBox="1"/>
          <p:nvPr/>
        </p:nvSpPr>
        <p:spPr>
          <a:xfrm>
            <a:off x="8411495" y="5446658"/>
            <a:ext cx="401072" cy="261610"/>
          </a:xfrm>
          <a:prstGeom prst="rect">
            <a:avLst/>
          </a:prstGeom>
          <a:noFill/>
        </p:spPr>
        <p:txBody>
          <a:bodyPr wrap="none" rtlCol="0">
            <a:spAutoFit/>
          </a:bodyPr>
          <a:lstStyle/>
          <a:p>
            <a:r>
              <a:rPr lang="en-US" sz="1100" dirty="0">
                <a:solidFill>
                  <a:srgbClr val="FF0000"/>
                </a:solidFill>
              </a:rPr>
              <a:t>low</a:t>
            </a:r>
          </a:p>
        </p:txBody>
      </p:sp>
      <p:sp>
        <p:nvSpPr>
          <p:cNvPr id="26" name="TextBox 25">
            <a:extLst>
              <a:ext uri="{FF2B5EF4-FFF2-40B4-BE49-F238E27FC236}">
                <a16:creationId xmlns:a16="http://schemas.microsoft.com/office/drawing/2014/main" id="{DAB79AAD-CAD2-A13C-176A-FDDE9095AC0C}"/>
              </a:ext>
            </a:extLst>
          </p:cNvPr>
          <p:cNvSpPr txBox="1"/>
          <p:nvPr/>
        </p:nvSpPr>
        <p:spPr>
          <a:xfrm>
            <a:off x="8369886" y="2021591"/>
            <a:ext cx="444352" cy="261610"/>
          </a:xfrm>
          <a:prstGeom prst="rect">
            <a:avLst/>
          </a:prstGeom>
          <a:noFill/>
        </p:spPr>
        <p:txBody>
          <a:bodyPr wrap="none" rtlCol="0">
            <a:spAutoFit/>
          </a:bodyPr>
          <a:lstStyle/>
          <a:p>
            <a:r>
              <a:rPr lang="en-US" sz="1100" dirty="0">
                <a:solidFill>
                  <a:srgbClr val="FF0000"/>
                </a:solidFill>
              </a:rPr>
              <a:t>high</a:t>
            </a:r>
          </a:p>
        </p:txBody>
      </p:sp>
      <p:sp>
        <p:nvSpPr>
          <p:cNvPr id="27" name="TextBox 26">
            <a:extLst>
              <a:ext uri="{FF2B5EF4-FFF2-40B4-BE49-F238E27FC236}">
                <a16:creationId xmlns:a16="http://schemas.microsoft.com/office/drawing/2014/main" id="{5A15BE9C-1EE0-0C54-1C48-FEE9D6FF51D3}"/>
              </a:ext>
            </a:extLst>
          </p:cNvPr>
          <p:cNvSpPr txBox="1"/>
          <p:nvPr/>
        </p:nvSpPr>
        <p:spPr>
          <a:xfrm>
            <a:off x="8269698" y="5708268"/>
            <a:ext cx="644728" cy="261610"/>
          </a:xfrm>
          <a:prstGeom prst="rect">
            <a:avLst/>
          </a:prstGeom>
          <a:noFill/>
        </p:spPr>
        <p:txBody>
          <a:bodyPr wrap="none" rtlCol="0">
            <a:spAutoFit/>
          </a:bodyPr>
          <a:lstStyle/>
          <a:p>
            <a:r>
              <a:rPr lang="en-US" sz="1100" dirty="0">
                <a:solidFill>
                  <a:srgbClr val="FF0000"/>
                </a:solidFill>
              </a:rPr>
              <a:t>median</a:t>
            </a:r>
          </a:p>
        </p:txBody>
      </p:sp>
      <p:sp>
        <p:nvSpPr>
          <p:cNvPr id="28" name="TextBox 27">
            <a:extLst>
              <a:ext uri="{FF2B5EF4-FFF2-40B4-BE49-F238E27FC236}">
                <a16:creationId xmlns:a16="http://schemas.microsoft.com/office/drawing/2014/main" id="{41D777BC-FEC7-AE95-7F6B-8EEF7EC85D3B}"/>
              </a:ext>
            </a:extLst>
          </p:cNvPr>
          <p:cNvSpPr txBox="1"/>
          <p:nvPr/>
        </p:nvSpPr>
        <p:spPr>
          <a:xfrm>
            <a:off x="8391526" y="2580466"/>
            <a:ext cx="401072" cy="261610"/>
          </a:xfrm>
          <a:prstGeom prst="rect">
            <a:avLst/>
          </a:prstGeom>
          <a:noFill/>
        </p:spPr>
        <p:txBody>
          <a:bodyPr wrap="none" rtlCol="0">
            <a:spAutoFit/>
          </a:bodyPr>
          <a:lstStyle/>
          <a:p>
            <a:r>
              <a:rPr lang="en-US" sz="1100" dirty="0">
                <a:solidFill>
                  <a:srgbClr val="FF0000"/>
                </a:solidFill>
              </a:rPr>
              <a:t>low</a:t>
            </a:r>
          </a:p>
        </p:txBody>
      </p:sp>
      <p:sp>
        <p:nvSpPr>
          <p:cNvPr id="29" name="TextBox 28">
            <a:extLst>
              <a:ext uri="{FF2B5EF4-FFF2-40B4-BE49-F238E27FC236}">
                <a16:creationId xmlns:a16="http://schemas.microsoft.com/office/drawing/2014/main" id="{CA519F2F-AF46-242E-E068-153CDC060388}"/>
              </a:ext>
            </a:extLst>
          </p:cNvPr>
          <p:cNvSpPr txBox="1"/>
          <p:nvPr/>
        </p:nvSpPr>
        <p:spPr>
          <a:xfrm>
            <a:off x="8391526" y="4750311"/>
            <a:ext cx="444352" cy="261610"/>
          </a:xfrm>
          <a:prstGeom prst="rect">
            <a:avLst/>
          </a:prstGeom>
          <a:noFill/>
        </p:spPr>
        <p:txBody>
          <a:bodyPr wrap="none" rtlCol="0">
            <a:spAutoFit/>
          </a:bodyPr>
          <a:lstStyle/>
          <a:p>
            <a:r>
              <a:rPr lang="en-US" sz="1100" dirty="0">
                <a:solidFill>
                  <a:srgbClr val="FF0000"/>
                </a:solidFill>
              </a:rPr>
              <a:t>high</a:t>
            </a:r>
          </a:p>
        </p:txBody>
      </p:sp>
      <p:pic>
        <p:nvPicPr>
          <p:cNvPr id="17" name="Picture 16" descr="A graph of different colored bars&#10;&#10;AI-generated content may be incorrect.">
            <a:extLst>
              <a:ext uri="{FF2B5EF4-FFF2-40B4-BE49-F238E27FC236}">
                <a16:creationId xmlns:a16="http://schemas.microsoft.com/office/drawing/2014/main" id="{4B76FC08-0901-F45E-F415-F40809E57D31}"/>
              </a:ext>
            </a:extLst>
          </p:cNvPr>
          <p:cNvPicPr>
            <a:picLocks noChangeAspect="1"/>
          </p:cNvPicPr>
          <p:nvPr/>
        </p:nvPicPr>
        <p:blipFill>
          <a:blip r:embed="rId4"/>
          <a:stretch>
            <a:fillRect/>
          </a:stretch>
        </p:blipFill>
        <p:spPr>
          <a:xfrm>
            <a:off x="598155" y="4130650"/>
            <a:ext cx="4532292" cy="2697480"/>
          </a:xfrm>
          <a:prstGeom prst="rect">
            <a:avLst/>
          </a:prstGeom>
        </p:spPr>
      </p:pic>
      <p:pic>
        <p:nvPicPr>
          <p:cNvPr id="3" name="Picture 2" descr="A graph of a graph showing the growth rate of a number of plots&#10;&#10;AI-generated content may be incorrect.">
            <a:extLst>
              <a:ext uri="{FF2B5EF4-FFF2-40B4-BE49-F238E27FC236}">
                <a16:creationId xmlns:a16="http://schemas.microsoft.com/office/drawing/2014/main" id="{2CCEDA8E-B81F-C76A-1B99-337143F7B7DC}"/>
              </a:ext>
            </a:extLst>
          </p:cNvPr>
          <p:cNvPicPr>
            <a:picLocks noChangeAspect="1"/>
          </p:cNvPicPr>
          <p:nvPr/>
        </p:nvPicPr>
        <p:blipFill>
          <a:blip r:embed="rId5"/>
          <a:stretch>
            <a:fillRect/>
          </a:stretch>
        </p:blipFill>
        <p:spPr>
          <a:xfrm>
            <a:off x="328060" y="1035418"/>
            <a:ext cx="5120640" cy="3265185"/>
          </a:xfrm>
          <a:prstGeom prst="rect">
            <a:avLst/>
          </a:prstGeom>
        </p:spPr>
      </p:pic>
      <p:sp>
        <p:nvSpPr>
          <p:cNvPr id="19" name="TextBox 18">
            <a:extLst>
              <a:ext uri="{FF2B5EF4-FFF2-40B4-BE49-F238E27FC236}">
                <a16:creationId xmlns:a16="http://schemas.microsoft.com/office/drawing/2014/main" id="{BD6E1934-94A7-9755-3E16-37DC25DFA485}"/>
              </a:ext>
            </a:extLst>
          </p:cNvPr>
          <p:cNvSpPr txBox="1"/>
          <p:nvPr/>
        </p:nvSpPr>
        <p:spPr>
          <a:xfrm>
            <a:off x="4349125" y="952794"/>
            <a:ext cx="1223412" cy="369332"/>
          </a:xfrm>
          <a:prstGeom prst="rect">
            <a:avLst/>
          </a:prstGeom>
          <a:noFill/>
        </p:spPr>
        <p:txBody>
          <a:bodyPr wrap="none" rtlCol="0">
            <a:spAutoFit/>
          </a:bodyPr>
          <a:lstStyle/>
          <a:p>
            <a:r>
              <a:rPr lang="en-US" b="1" dirty="0"/>
              <a:t>R^2 = 0.83</a:t>
            </a:r>
          </a:p>
        </p:txBody>
      </p:sp>
    </p:spTree>
    <p:extLst>
      <p:ext uri="{BB962C8B-B14F-4D97-AF65-F5344CB8AC3E}">
        <p14:creationId xmlns:p14="http://schemas.microsoft.com/office/powerpoint/2010/main" val="1994824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98244C-41BC-E517-4743-8534E29294CA}"/>
              </a:ext>
            </a:extLst>
          </p:cNvPr>
          <p:cNvSpPr txBox="1">
            <a:spLocks/>
          </p:cNvSpPr>
          <p:nvPr/>
        </p:nvSpPr>
        <p:spPr>
          <a:xfrm>
            <a:off x="342527" y="119232"/>
            <a:ext cx="10837340"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n-lt"/>
                <a:cs typeface="Times New Roman" panose="02020603050405020304" pitchFamily="18" charset="0"/>
              </a:rPr>
              <a:t>Duration Interpretation</a:t>
            </a:r>
          </a:p>
        </p:txBody>
      </p:sp>
      <p:sp>
        <p:nvSpPr>
          <p:cNvPr id="5" name="직사각형 3">
            <a:extLst>
              <a:ext uri="{FF2B5EF4-FFF2-40B4-BE49-F238E27FC236}">
                <a16:creationId xmlns:a16="http://schemas.microsoft.com/office/drawing/2014/main" id="{A75310AC-4B16-36CC-A42B-0274F6ADCDB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EE18B97C-495D-2352-2238-678FC1B26BD4}"/>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graph with a red line&#10;&#10;AI-generated content may be incorrect.">
            <a:extLst>
              <a:ext uri="{FF2B5EF4-FFF2-40B4-BE49-F238E27FC236}">
                <a16:creationId xmlns:a16="http://schemas.microsoft.com/office/drawing/2014/main" id="{3841E91A-E636-4B10-06AB-D1DC6D03A29D}"/>
              </a:ext>
            </a:extLst>
          </p:cNvPr>
          <p:cNvPicPr>
            <a:picLocks noChangeAspect="1"/>
          </p:cNvPicPr>
          <p:nvPr/>
        </p:nvPicPr>
        <p:blipFill>
          <a:blip r:embed="rId2"/>
          <a:stretch>
            <a:fillRect/>
          </a:stretch>
        </p:blipFill>
        <p:spPr>
          <a:xfrm>
            <a:off x="243774" y="2225673"/>
            <a:ext cx="5120640" cy="3265185"/>
          </a:xfrm>
          <a:prstGeom prst="rect">
            <a:avLst/>
          </a:prstGeom>
        </p:spPr>
      </p:pic>
      <p:pic>
        <p:nvPicPr>
          <p:cNvPr id="10" name="Picture 9" descr="A graph with lines and dots&#10;&#10;AI-generated content may be incorrect.">
            <a:extLst>
              <a:ext uri="{FF2B5EF4-FFF2-40B4-BE49-F238E27FC236}">
                <a16:creationId xmlns:a16="http://schemas.microsoft.com/office/drawing/2014/main" id="{FFAAFB16-6C04-6033-4973-EF863B44B9EA}"/>
              </a:ext>
            </a:extLst>
          </p:cNvPr>
          <p:cNvPicPr>
            <a:picLocks noChangeAspect="1"/>
          </p:cNvPicPr>
          <p:nvPr/>
        </p:nvPicPr>
        <p:blipFill>
          <a:blip r:embed="rId3"/>
          <a:stretch>
            <a:fillRect/>
          </a:stretch>
        </p:blipFill>
        <p:spPr>
          <a:xfrm>
            <a:off x="6538843" y="2225673"/>
            <a:ext cx="5120640" cy="3265185"/>
          </a:xfrm>
          <a:prstGeom prst="rect">
            <a:avLst/>
          </a:prstGeom>
        </p:spPr>
      </p:pic>
      <p:sp>
        <p:nvSpPr>
          <p:cNvPr id="11" name="TextBox 10">
            <a:extLst>
              <a:ext uri="{FF2B5EF4-FFF2-40B4-BE49-F238E27FC236}">
                <a16:creationId xmlns:a16="http://schemas.microsoft.com/office/drawing/2014/main" id="{EBF4047E-98B6-B79F-76D5-87B3DC393B20}"/>
              </a:ext>
            </a:extLst>
          </p:cNvPr>
          <p:cNvSpPr txBox="1"/>
          <p:nvPr/>
        </p:nvSpPr>
        <p:spPr>
          <a:xfrm>
            <a:off x="10472071" y="2181840"/>
            <a:ext cx="1233030" cy="369332"/>
          </a:xfrm>
          <a:prstGeom prst="rect">
            <a:avLst/>
          </a:prstGeom>
          <a:noFill/>
        </p:spPr>
        <p:txBody>
          <a:bodyPr wrap="none" rtlCol="0">
            <a:spAutoFit/>
          </a:bodyPr>
          <a:lstStyle/>
          <a:p>
            <a:r>
              <a:rPr lang="en-US" b="1" dirty="0"/>
              <a:t>R^2 = 0.91</a:t>
            </a:r>
          </a:p>
        </p:txBody>
      </p:sp>
      <p:sp>
        <p:nvSpPr>
          <p:cNvPr id="12" name="TextBox 11">
            <a:extLst>
              <a:ext uri="{FF2B5EF4-FFF2-40B4-BE49-F238E27FC236}">
                <a16:creationId xmlns:a16="http://schemas.microsoft.com/office/drawing/2014/main" id="{362AC46C-9C32-D1B9-59D2-0530327056B9}"/>
              </a:ext>
            </a:extLst>
          </p:cNvPr>
          <p:cNvSpPr txBox="1"/>
          <p:nvPr/>
        </p:nvSpPr>
        <p:spPr>
          <a:xfrm>
            <a:off x="4383795" y="2181840"/>
            <a:ext cx="1233030" cy="369332"/>
          </a:xfrm>
          <a:prstGeom prst="rect">
            <a:avLst/>
          </a:prstGeom>
          <a:noFill/>
        </p:spPr>
        <p:txBody>
          <a:bodyPr wrap="none" rtlCol="0">
            <a:spAutoFit/>
          </a:bodyPr>
          <a:lstStyle/>
          <a:p>
            <a:r>
              <a:rPr lang="en-US" b="1" dirty="0"/>
              <a:t>R^2 = 0.97</a:t>
            </a:r>
          </a:p>
        </p:txBody>
      </p:sp>
      <p:sp>
        <p:nvSpPr>
          <p:cNvPr id="14" name="TextBox 13">
            <a:extLst>
              <a:ext uri="{FF2B5EF4-FFF2-40B4-BE49-F238E27FC236}">
                <a16:creationId xmlns:a16="http://schemas.microsoft.com/office/drawing/2014/main" id="{EC18A088-DFC6-0C99-5975-6FC78CABAEDB}"/>
              </a:ext>
            </a:extLst>
          </p:cNvPr>
          <p:cNvSpPr txBox="1"/>
          <p:nvPr/>
        </p:nvSpPr>
        <p:spPr>
          <a:xfrm>
            <a:off x="1930110" y="1390290"/>
            <a:ext cx="2453685" cy="584775"/>
          </a:xfrm>
          <a:prstGeom prst="rect">
            <a:avLst/>
          </a:prstGeom>
          <a:noFill/>
        </p:spPr>
        <p:txBody>
          <a:bodyPr wrap="none" rtlCol="0">
            <a:spAutoFit/>
          </a:bodyPr>
          <a:lstStyle/>
          <a:p>
            <a:r>
              <a:rPr lang="en-US" sz="3200" b="1" dirty="0"/>
              <a:t>South Korea</a:t>
            </a:r>
          </a:p>
        </p:txBody>
      </p:sp>
      <p:sp>
        <p:nvSpPr>
          <p:cNvPr id="15" name="TextBox 14">
            <a:extLst>
              <a:ext uri="{FF2B5EF4-FFF2-40B4-BE49-F238E27FC236}">
                <a16:creationId xmlns:a16="http://schemas.microsoft.com/office/drawing/2014/main" id="{C2AAAE46-D408-0A07-400B-6CC73A2B72E8}"/>
              </a:ext>
            </a:extLst>
          </p:cNvPr>
          <p:cNvSpPr txBox="1"/>
          <p:nvPr/>
        </p:nvSpPr>
        <p:spPr>
          <a:xfrm>
            <a:off x="7871424" y="1390290"/>
            <a:ext cx="3164071" cy="584775"/>
          </a:xfrm>
          <a:prstGeom prst="rect">
            <a:avLst/>
          </a:prstGeom>
          <a:noFill/>
        </p:spPr>
        <p:txBody>
          <a:bodyPr wrap="none" rtlCol="0">
            <a:spAutoFit/>
          </a:bodyPr>
          <a:lstStyle/>
          <a:p>
            <a:r>
              <a:rPr lang="en-US" sz="3200" b="1" dirty="0"/>
              <a:t>United Kingdom</a:t>
            </a:r>
          </a:p>
        </p:txBody>
      </p:sp>
    </p:spTree>
    <p:extLst>
      <p:ext uri="{BB962C8B-B14F-4D97-AF65-F5344CB8AC3E}">
        <p14:creationId xmlns:p14="http://schemas.microsoft.com/office/powerpoint/2010/main" val="954375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901E9-BD05-1599-0E68-874721AE86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C03D47-2093-4098-2A66-033743716959}"/>
              </a:ext>
            </a:extLst>
          </p:cNvPr>
          <p:cNvSpPr txBox="1"/>
          <p:nvPr/>
        </p:nvSpPr>
        <p:spPr>
          <a:xfrm>
            <a:off x="307965" y="86916"/>
            <a:ext cx="11476318" cy="5755422"/>
          </a:xfrm>
          <a:prstGeom prst="rect">
            <a:avLst/>
          </a:prstGeom>
          <a:noFill/>
        </p:spPr>
        <p:txBody>
          <a:bodyPr wrap="square" rtlCol="0">
            <a:spAutoFit/>
          </a:bodyPr>
          <a:lstStyle/>
          <a:p>
            <a:r>
              <a:rPr lang="en-US" b="1" dirty="0">
                <a:cs typeface="Times New Roman" panose="02020603050405020304" pitchFamily="18" charset="0"/>
              </a:rPr>
              <a:t>Innovation/Strengths (Justification of the model approach)</a:t>
            </a:r>
          </a:p>
          <a:p>
            <a:endParaRPr lang="en-US" sz="1400" b="1" dirty="0">
              <a:cs typeface="Times New Roman" panose="02020603050405020304" pitchFamily="18" charset="0"/>
            </a:endParaRPr>
          </a:p>
          <a:p>
            <a:r>
              <a:rPr lang="en-US" sz="1400" b="1" dirty="0">
                <a:cs typeface="Times New Roman" panose="02020603050405020304" pitchFamily="18" charset="0"/>
              </a:rPr>
              <a:t>Why do we choose to use the share growth rate instead of the frequency growth rate?</a:t>
            </a:r>
          </a:p>
          <a:p>
            <a:pPr marL="285750" indent="-285750">
              <a:buFont typeface="Arial" panose="020B0604020202020204" pitchFamily="34" charset="0"/>
              <a:buChar char="•"/>
            </a:pPr>
            <a:r>
              <a:rPr lang="en-US" sz="1400" dirty="0">
                <a:solidFill>
                  <a:srgbClr val="212121"/>
                </a:solidFill>
                <a:cs typeface="Times New Roman" panose="02020603050405020304" pitchFamily="18" charset="0"/>
              </a:rPr>
              <a:t>S</a:t>
            </a:r>
            <a:r>
              <a:rPr lang="en-US" sz="1400" b="0" i="0" u="none" strike="noStrike" dirty="0">
                <a:solidFill>
                  <a:srgbClr val="212121"/>
                </a:solidFill>
                <a:effectLst/>
              </a:rPr>
              <a:t>ince testing policies have changed a lot over time, so that the total number of cases is not a good representative of how prevalent a variant is. Using the relative proportion as a measure of dominance, this is less sensitive to testing policy and therefore provides a more stable measure over time.</a:t>
            </a:r>
          </a:p>
          <a:p>
            <a:r>
              <a:rPr lang="en-US" sz="1400" b="1" dirty="0">
                <a:cs typeface="Times New Roman" panose="02020603050405020304" pitchFamily="18" charset="0"/>
              </a:rPr>
              <a:t>Why do we choose the Occupational Time Curve (OTC) transformation: </a:t>
            </a:r>
          </a:p>
          <a:p>
            <a:pPr marL="285750" indent="-285750">
              <a:buFont typeface="Arial" panose="020B0604020202020204" pitchFamily="34" charset="0"/>
              <a:buChar char="•"/>
            </a:pPr>
            <a:r>
              <a:rPr lang="en-US" sz="1400" dirty="0">
                <a:solidFill>
                  <a:srgbClr val="000000"/>
                </a:solidFill>
              </a:rPr>
              <a:t>In conventional approach, r</a:t>
            </a:r>
            <a:r>
              <a:rPr lang="en-US" sz="1400" b="0" i="0" u="none" strike="noStrike" dirty="0">
                <a:solidFill>
                  <a:srgbClr val="000000"/>
                </a:solidFill>
                <a:effectLst/>
              </a:rPr>
              <a:t>esearchers often estimates a smooth curve as functional parameter </a:t>
            </a:r>
            <a:r>
              <a:rPr lang="el-GR" sz="1400" b="0" i="0" u="none" strike="noStrike" dirty="0">
                <a:solidFill>
                  <a:srgbClr val="000000"/>
                </a:solidFill>
                <a:effectLst/>
              </a:rPr>
              <a:t>θ(</a:t>
            </a:r>
            <a:r>
              <a:rPr lang="en-US" sz="1400" b="0" i="0" u="none" strike="noStrike" dirty="0">
                <a:solidFill>
                  <a:srgbClr val="000000"/>
                </a:solidFill>
                <a:effectLst/>
              </a:rPr>
              <a:t>c) using basis expansions, such as B-splines, natural cubic splines, and tensors, among others (Goldsmith, </a:t>
            </a:r>
            <a:r>
              <a:rPr lang="en-US" sz="1400" b="0" i="0" u="none" strike="noStrike" dirty="0" err="1">
                <a:solidFill>
                  <a:srgbClr val="000000"/>
                </a:solidFill>
                <a:effectLst/>
              </a:rPr>
              <a:t>Zipunnikov</a:t>
            </a:r>
            <a:r>
              <a:rPr lang="en-US" sz="1400" b="0" i="0" u="none" strike="noStrike" dirty="0">
                <a:solidFill>
                  <a:srgbClr val="000000"/>
                </a:solidFill>
                <a:effectLst/>
              </a:rPr>
              <a:t> and </a:t>
            </a:r>
            <a:r>
              <a:rPr lang="en-US" sz="1400" b="0" i="0" u="none" strike="noStrike" dirty="0" err="1">
                <a:solidFill>
                  <a:srgbClr val="000000"/>
                </a:solidFill>
                <a:effectLst/>
              </a:rPr>
              <a:t>Schrack</a:t>
            </a:r>
            <a:r>
              <a:rPr lang="en-US" sz="1400" b="0" i="0" u="none" strike="noStrike" dirty="0">
                <a:solidFill>
                  <a:srgbClr val="000000"/>
                </a:solidFill>
                <a:effectLst/>
              </a:rPr>
              <a:t>, 2015; Goldsmith et al., 2012). </a:t>
            </a:r>
            <a:r>
              <a:rPr lang="en-US" sz="1400" dirty="0">
                <a:solidFill>
                  <a:srgbClr val="000000"/>
                </a:solidFill>
              </a:rPr>
              <a:t>Given our goal is to define a prediction model across countries with different variants trend, such time-based functional model ignores the information of different start time of each variant across countries. Moreover, time-based functional models often produce fluctuating time-varying coefficients, making it challenging to interpret the impact of share growth rate on dominance across different observation periods for initial growth. </a:t>
            </a:r>
            <a:endParaRPr lang="en-US" sz="1400" dirty="0">
              <a:solidFill>
                <a:srgbClr val="0000FF"/>
              </a:solidFill>
              <a:effectLst/>
            </a:endParaRPr>
          </a:p>
          <a:p>
            <a:pPr marL="285750" indent="-285750">
              <a:buFont typeface="Arial" panose="020B0604020202020204" pitchFamily="34" charset="0"/>
              <a:buChar char="•"/>
            </a:pPr>
            <a:r>
              <a:rPr lang="en-US" sz="1400" dirty="0">
                <a:solidFill>
                  <a:srgbClr val="000000"/>
                </a:solidFill>
              </a:rPr>
              <a:t>Therefore, o</a:t>
            </a:r>
            <a:r>
              <a:rPr lang="en-US" sz="1400" dirty="0">
                <a:solidFill>
                  <a:srgbClr val="000000"/>
                </a:solidFill>
                <a:effectLst/>
              </a:rPr>
              <a:t>ur approach is to  transform the timing varying sequence </a:t>
            </a:r>
            <a:r>
              <a:rPr lang="en-US" sz="1400" dirty="0">
                <a:solidFill>
                  <a:srgbClr val="000000"/>
                </a:solidFill>
              </a:rPr>
              <a:t>to the frequency probability of initial share growth rate information. By </a:t>
            </a:r>
            <a:r>
              <a:rPr lang="en-US" sz="1400" dirty="0">
                <a:solidFill>
                  <a:srgbClr val="000000"/>
                </a:solidFill>
                <a:effectLst/>
              </a:rPr>
              <a:t>discretizing the continuous functional parameter estimate </a:t>
            </a:r>
            <a:r>
              <a:rPr lang="el-GR" sz="1400" dirty="0">
                <a:solidFill>
                  <a:srgbClr val="000000"/>
                </a:solidFill>
                <a:effectLst/>
              </a:rPr>
              <a:t>θ(</a:t>
            </a:r>
            <a:r>
              <a:rPr lang="en-US" sz="1400" dirty="0">
                <a:solidFill>
                  <a:srgbClr val="000000"/>
                </a:solidFill>
                <a:effectLst/>
              </a:rPr>
              <a:t>c) as a piece-wise function with change points, </a:t>
            </a:r>
            <a:r>
              <a:rPr lang="en-US" sz="1400" dirty="0">
                <a:solidFill>
                  <a:srgbClr val="000000"/>
                </a:solidFill>
              </a:rPr>
              <a:t>it allows</a:t>
            </a:r>
            <a:r>
              <a:rPr lang="en-US" sz="1400" dirty="0">
                <a:solidFill>
                  <a:srgbClr val="000000"/>
                </a:solidFill>
                <a:effectLst/>
              </a:rPr>
              <a:t> effectively defining windows of share growth rates by fusing the </a:t>
            </a:r>
            <a:r>
              <a:rPr lang="el-GR" sz="1400" dirty="0">
                <a:solidFill>
                  <a:srgbClr val="000000"/>
                </a:solidFill>
                <a:effectLst/>
              </a:rPr>
              <a:t>θ(</a:t>
            </a:r>
            <a:r>
              <a:rPr lang="en-US" sz="1400" dirty="0">
                <a:solidFill>
                  <a:srgbClr val="000000"/>
                </a:solidFill>
                <a:effectLst/>
              </a:rPr>
              <a:t>c) of adjacent growth rate ranges with similar effects on the dominance</a:t>
            </a:r>
            <a:r>
              <a:rPr lang="en-US" sz="1400" dirty="0">
                <a:effectLst/>
              </a:rPr>
              <a:t>. The process categorizes the frequency-based growth rate in the stepwise function quantifying the relative contribution of different growth rate range on the share dominance; </a:t>
            </a:r>
          </a:p>
          <a:p>
            <a:r>
              <a:rPr lang="en-US" sz="1400" b="1" dirty="0">
                <a:cs typeface="Times New Roman" panose="02020603050405020304" pitchFamily="18" charset="0"/>
              </a:rPr>
              <a:t>How and why did we redefine the initial period (input): </a:t>
            </a:r>
          </a:p>
          <a:p>
            <a:pPr marL="285750" indent="-285750">
              <a:buFont typeface="Arial" panose="020B0604020202020204" pitchFamily="34" charset="0"/>
              <a:buChar char="•"/>
            </a:pPr>
            <a:r>
              <a:rPr lang="en-US" sz="1400" dirty="0">
                <a:solidFill>
                  <a:srgbClr val="FF0000"/>
                </a:solidFill>
              </a:rPr>
              <a:t>We use a flexible observation period to prevent input information from overlapping with the target output, "Dominance." This period extends until the set threshold is reached or the maximum number of days is reached. However, cases where the threshold is met within seven days cannot be modeled.</a:t>
            </a:r>
          </a:p>
          <a:p>
            <a:pPr marL="285750" indent="-285750">
              <a:buFont typeface="Arial" panose="020B0604020202020204" pitchFamily="34" charset="0"/>
              <a:buChar char="•"/>
            </a:pPr>
            <a:r>
              <a:rPr lang="en-US" sz="1400" dirty="0">
                <a:solidFill>
                  <a:srgbClr val="0E0E0E"/>
                </a:solidFill>
              </a:rPr>
              <a:t>For each variant, the original initial stage may include a prolonged period with a single recorded infection on the first day, followed by a long gap with no cases. This could result from </a:t>
            </a:r>
            <a:r>
              <a:rPr lang="en-US" sz="1400" dirty="0" err="1">
                <a:solidFill>
                  <a:srgbClr val="0E0E0E"/>
                </a:solidFill>
              </a:rPr>
              <a:t>misrecorded</a:t>
            </a:r>
            <a:r>
              <a:rPr lang="en-US" sz="1400" dirty="0">
                <a:solidFill>
                  <a:srgbClr val="0E0E0E"/>
                </a:solidFill>
              </a:rPr>
              <a:t> cases, which were especially common in the early stages of COVID-19. If such a period is considered part of the initial stage, it would provide no meaningful information for prediction.</a:t>
            </a:r>
          </a:p>
          <a:p>
            <a:pPr marL="285750" indent="-285750">
              <a:buFont typeface="Arial" panose="020B0604020202020204" pitchFamily="34" charset="0"/>
              <a:buChar char="•"/>
            </a:pPr>
            <a:r>
              <a:rPr lang="en-US" sz="1400" dirty="0">
                <a:solidFill>
                  <a:srgbClr val="FF0000"/>
                </a:solidFill>
              </a:rPr>
              <a:t>We also excluded instances of negative growth during the initial period, as these are likely artifacts of the smoothing process applied to the unstable early-stage share growth rate. (during this update, we didn’t exclude)</a:t>
            </a:r>
          </a:p>
        </p:txBody>
      </p:sp>
    </p:spTree>
    <p:extLst>
      <p:ext uri="{BB962C8B-B14F-4D97-AF65-F5344CB8AC3E}">
        <p14:creationId xmlns:p14="http://schemas.microsoft.com/office/powerpoint/2010/main" val="4270486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2135-CCDA-0BCA-D6AE-3010718BD1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A3F749-EA16-A406-CA8A-2922B7BD3E5F}"/>
              </a:ext>
            </a:extLst>
          </p:cNvPr>
          <p:cNvSpPr txBox="1">
            <a:spLocks/>
          </p:cNvSpPr>
          <p:nvPr/>
        </p:nvSpPr>
        <p:spPr>
          <a:xfrm>
            <a:off x="605658" y="2103437"/>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ko-KR" sz="3200" b="1" dirty="0">
                <a:latin typeface="Times New Roman" panose="02020603050405020304" pitchFamily="18" charset="0"/>
                <a:cs typeface="Times New Roman" panose="02020603050405020304" pitchFamily="18" charset="0"/>
              </a:rPr>
              <a:t>Global Hospitalization/Infection Rate Prediction Using Variant Share Sequences</a:t>
            </a:r>
          </a:p>
        </p:txBody>
      </p:sp>
    </p:spTree>
    <p:extLst>
      <p:ext uri="{BB962C8B-B14F-4D97-AF65-F5344CB8AC3E}">
        <p14:creationId xmlns:p14="http://schemas.microsoft.com/office/powerpoint/2010/main" val="2221889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F8400-38CA-A288-6A8B-8CA1E226A9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2E043-B1E7-15CA-3ED9-FA51BAAF547B}"/>
              </a:ext>
            </a:extLst>
          </p:cNvPr>
          <p:cNvSpPr>
            <a:spLocks noGrp="1"/>
          </p:cNvSpPr>
          <p:nvPr>
            <p:ph idx="1"/>
          </p:nvPr>
        </p:nvSpPr>
        <p:spPr>
          <a:xfrm>
            <a:off x="324527" y="959223"/>
            <a:ext cx="10170839" cy="4958101"/>
          </a:xfrm>
        </p:spPr>
        <p:txBody>
          <a:bodyPr>
            <a:normAutofit fontScale="92500" lnSpcReduction="10000"/>
          </a:bodyPr>
          <a:lstStyle/>
          <a:p>
            <a:pPr algn="just">
              <a:buFont typeface="Wingdings" pitchFamily="2" charset="2"/>
              <a:buChar char="§"/>
            </a:pPr>
            <a:r>
              <a:rPr lang="en-US" sz="2600" b="1" dirty="0"/>
              <a:t>2</a:t>
            </a:r>
            <a:r>
              <a:rPr lang="en-US" sz="2600" b="1" baseline="30000" dirty="0"/>
              <a:t>nd</a:t>
            </a:r>
            <a:r>
              <a:rPr lang="en-US" sz="2600" b="1" dirty="0"/>
              <a:t> Analysis</a:t>
            </a:r>
            <a:r>
              <a:rPr lang="en-US" sz="2600" dirty="0"/>
              <a:t>: </a:t>
            </a:r>
            <a:r>
              <a:rPr lang="en-US" sz="2600" dirty="0">
                <a:solidFill>
                  <a:srgbClr val="0E0E0E"/>
                </a:solidFill>
                <a:effectLst/>
                <a:latin typeface="+mj-lt"/>
              </a:rPr>
              <a:t>Which variants contributed the most to the hospitalization-to-infection rate during the Omicron wave across countries?</a:t>
            </a:r>
            <a:endParaRPr lang="en-US" sz="2600" dirty="0">
              <a:latin typeface="+mj-lt"/>
            </a:endParaRPr>
          </a:p>
          <a:p>
            <a:pPr algn="just"/>
            <a:endParaRPr lang="en-US" sz="2400" dirty="0"/>
          </a:p>
          <a:p>
            <a:pPr lvl="1" algn="just"/>
            <a:r>
              <a:rPr lang="en-US" sz="2200" b="1" dirty="0"/>
              <a:t>a) </a:t>
            </a:r>
            <a:r>
              <a:rPr lang="en-US" sz="2200" dirty="0">
                <a:solidFill>
                  <a:srgbClr val="0E0E0E"/>
                </a:solidFill>
                <a:effectLst/>
                <a:latin typeface=".AppleSystemUIFont"/>
              </a:rPr>
              <a:t>To determine whether, and to what extent, dominant variants were closely associated with the hospitalization-to-infection rate.</a:t>
            </a:r>
          </a:p>
          <a:p>
            <a:pPr lvl="1" algn="just"/>
            <a:endParaRPr lang="en-US" sz="2200" dirty="0"/>
          </a:p>
          <a:p>
            <a:pPr lvl="1" algn="just"/>
            <a:endParaRPr lang="en-US" sz="2200" dirty="0"/>
          </a:p>
          <a:p>
            <a:pPr lvl="1" algn="just"/>
            <a:r>
              <a:rPr lang="en-US" sz="2200" b="1" dirty="0"/>
              <a:t>b) </a:t>
            </a:r>
            <a:r>
              <a:rPr lang="en-US" sz="2200" dirty="0">
                <a:solidFill>
                  <a:srgbClr val="0E0E0E"/>
                </a:solidFill>
                <a:effectLst/>
                <a:latin typeface=".AppleSystemUIFont"/>
              </a:rPr>
              <a:t>To compare groups of dominant variants and their association with the hospitalization-to-infection rate across countries.</a:t>
            </a:r>
          </a:p>
          <a:p>
            <a:pPr marL="457200" lvl="1" indent="0" algn="just">
              <a:buNone/>
            </a:pPr>
            <a:endParaRPr lang="en-US" sz="2000" dirty="0"/>
          </a:p>
          <a:p>
            <a:pPr lvl="1" algn="just"/>
            <a:endParaRPr lang="en-US" sz="2000" dirty="0"/>
          </a:p>
          <a:p>
            <a:pPr lvl="1" algn="just"/>
            <a:r>
              <a:rPr lang="en-US" sz="2200" b="1" dirty="0">
                <a:solidFill>
                  <a:srgbClr val="0E0E0E"/>
                </a:solidFill>
                <a:effectLst/>
                <a:latin typeface=".AppleSystemUIFont"/>
              </a:rPr>
              <a:t>Model Utility: </a:t>
            </a:r>
          </a:p>
          <a:p>
            <a:pPr lvl="2" algn="just"/>
            <a:r>
              <a:rPr lang="en-US" sz="2200" dirty="0">
                <a:solidFill>
                  <a:srgbClr val="0E0E0E"/>
                </a:solidFill>
                <a:effectLst/>
                <a:latin typeface=".AppleSystemUIFont"/>
              </a:rPr>
              <a:t>To estimate population-level epidemic consequences based on nationwide sampled genotype data.</a:t>
            </a:r>
          </a:p>
          <a:p>
            <a:pPr lvl="2" algn="just"/>
            <a:r>
              <a:rPr lang="en-US" sz="2200" dirty="0">
                <a:solidFill>
                  <a:srgbClr val="0E0E0E"/>
                </a:solidFill>
                <a:effectLst/>
                <a:latin typeface=".AppleSystemUIFont"/>
              </a:rPr>
              <a:t>To quantify the discrepancy between high share dominance and high hospitalization-to-infection contribution.</a:t>
            </a:r>
          </a:p>
          <a:p>
            <a:pPr lvl="2" algn="just"/>
            <a:endParaRPr lang="en-US" sz="1600" dirty="0">
              <a:solidFill>
                <a:srgbClr val="0E0E0E"/>
              </a:solidFill>
              <a:effectLst/>
              <a:latin typeface=".AppleSystemUIFont"/>
            </a:endParaRP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39D13FB5-8C79-5BE1-A43A-8724B84AEE58}"/>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9EECA49-6B38-8F35-62BE-07D1CC53D84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1E09C00F-250A-9577-B6C2-8448A1C376B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81451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1B1C068-9196-B559-F275-8CF92BAE6893}"/>
              </a:ext>
            </a:extLst>
          </p:cNvPr>
          <p:cNvSpPr txBox="1">
            <a:spLocks/>
          </p:cNvSpPr>
          <p:nvPr/>
        </p:nvSpPr>
        <p:spPr>
          <a:xfrm>
            <a:off x="256606" y="331076"/>
            <a:ext cx="11678785" cy="2266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 Linking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22 shared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data to the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Hospitalization and Infection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from</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 Our World in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website. </a:t>
            </a:r>
            <a:endParaRPr lang="en-US" sz="2000" dirty="0">
              <a:effectLst/>
              <a:latin typeface="Times New Roman" panose="02020603050405020304" pitchFamily="18" charset="0"/>
              <a:ea typeface="DengXian" panose="02010600030101010101" pitchFamily="2" charset="-122"/>
            </a:endParaRP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hospitalization-infection (Hosp-Infec) rate was calculated as a sequence, and the problem was modeled as a multiple time series prediction problem.</a:t>
            </a:r>
            <a:endParaRPr lang="en-US" sz="1900" dirty="0">
              <a:latin typeface="Arial" panose="020B06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BEFFD43-C486-DF54-EE6E-FE03DC33D650}"/>
              </a:ext>
            </a:extLst>
          </p:cNvPr>
          <p:cNvSpPr txBox="1">
            <a:spLocks/>
          </p:cNvSpPr>
          <p:nvPr/>
        </p:nvSpPr>
        <p:spPr>
          <a:xfrm>
            <a:off x="256606" y="3168870"/>
            <a:ext cx="11678785" cy="1886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Definition and Methodology</a:t>
            </a:r>
          </a:p>
          <a:p>
            <a:pPr lvl="1">
              <a:lnSpc>
                <a:spcPct val="120000"/>
              </a:lnSpc>
            </a:pPr>
            <a:r>
              <a:rPr lang="en-US" sz="2000" dirty="0">
                <a:latin typeface="Times New Roman" panose="02020603050405020304" pitchFamily="18" charset="0"/>
                <a:ea typeface="DengXian" panose="02010600030101010101" pitchFamily="2" charset="-122"/>
              </a:rPr>
              <a:t>The Hosp-Infec rate was calculated using the absolute number of infections and hospitalizations recorded.</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a:t>
            </a:r>
            <a:r>
              <a:rPr lang="en-US" sz="2000" b="1" dirty="0">
                <a:latin typeface="Times New Roman" panose="02020603050405020304" pitchFamily="18" charset="0"/>
                <a:ea typeface="DengXian" panose="02010600030101010101" pitchFamily="2" charset="-122"/>
                <a:cs typeface="Times New Roman" panose="02020603050405020304" pitchFamily="18" charset="0"/>
              </a:rPr>
              <a:t>ARIMAX</a:t>
            </a:r>
            <a:r>
              <a:rPr lang="en-US" sz="2000" dirty="0">
                <a:latin typeface="Times New Roman" panose="02020603050405020304" pitchFamily="18" charset="0"/>
                <a:ea typeface="DengXian" panose="02010600030101010101" pitchFamily="2" charset="-122"/>
                <a:cs typeface="Times New Roman" panose="02020603050405020304" pitchFamily="18" charset="0"/>
              </a:rPr>
              <a:t> model was applied for multiple time series predictions to better provide the the contribution of exogenous variables (multiple series of variants)</a:t>
            </a:r>
          </a:p>
        </p:txBody>
      </p:sp>
      <p:pic>
        <p:nvPicPr>
          <p:cNvPr id="2" name="Picture 1">
            <a:extLst>
              <a:ext uri="{FF2B5EF4-FFF2-40B4-BE49-F238E27FC236}">
                <a16:creationId xmlns:a16="http://schemas.microsoft.com/office/drawing/2014/main" id="{0DF7B418-3DA7-733D-D2EA-CF04EC4649F5}"/>
              </a:ext>
            </a:extLst>
          </p:cNvPr>
          <p:cNvPicPr>
            <a:picLocks noChangeAspect="1"/>
          </p:cNvPicPr>
          <p:nvPr/>
        </p:nvPicPr>
        <p:blipFill>
          <a:blip r:embed="rId2"/>
          <a:stretch>
            <a:fillRect/>
          </a:stretch>
        </p:blipFill>
        <p:spPr>
          <a:xfrm>
            <a:off x="2724148" y="5197135"/>
            <a:ext cx="6743700" cy="1130300"/>
          </a:xfrm>
          <a:prstGeom prst="rect">
            <a:avLst/>
          </a:prstGeom>
        </p:spPr>
      </p:pic>
    </p:spTree>
    <p:extLst>
      <p:ext uri="{BB962C8B-B14F-4D97-AF65-F5344CB8AC3E}">
        <p14:creationId xmlns:p14="http://schemas.microsoft.com/office/powerpoint/2010/main" val="1429092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39780-1A6A-A6AF-1F53-DD8A57346983}"/>
              </a:ext>
            </a:extLst>
          </p:cNvPr>
          <p:cNvPicPr>
            <a:picLocks noChangeAspect="1"/>
          </p:cNvPicPr>
          <p:nvPr/>
        </p:nvPicPr>
        <p:blipFill>
          <a:blip r:embed="rId2"/>
          <a:stretch>
            <a:fillRect/>
          </a:stretch>
        </p:blipFill>
        <p:spPr>
          <a:xfrm>
            <a:off x="1918138" y="295604"/>
            <a:ext cx="8355723" cy="6266792"/>
          </a:xfrm>
          <a:prstGeom prst="rect">
            <a:avLst/>
          </a:prstGeom>
        </p:spPr>
      </p:pic>
    </p:spTree>
    <p:extLst>
      <p:ext uri="{BB962C8B-B14F-4D97-AF65-F5344CB8AC3E}">
        <p14:creationId xmlns:p14="http://schemas.microsoft.com/office/powerpoint/2010/main" val="1899376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blue dots&#10;&#10;Description automatically generated">
            <a:extLst>
              <a:ext uri="{FF2B5EF4-FFF2-40B4-BE49-F238E27FC236}">
                <a16:creationId xmlns:a16="http://schemas.microsoft.com/office/drawing/2014/main" id="{ED7FD13E-1E61-B3BD-433F-1104F197ABB7}"/>
              </a:ext>
            </a:extLst>
          </p:cNvPr>
          <p:cNvPicPr>
            <a:picLocks noChangeAspect="1"/>
          </p:cNvPicPr>
          <p:nvPr/>
        </p:nvPicPr>
        <p:blipFill>
          <a:blip r:embed="rId2"/>
          <a:stretch>
            <a:fillRect/>
          </a:stretch>
        </p:blipFill>
        <p:spPr>
          <a:xfrm>
            <a:off x="208692" y="725738"/>
            <a:ext cx="5887308" cy="5203960"/>
          </a:xfrm>
          <a:prstGeom prst="rect">
            <a:avLst/>
          </a:prstGeom>
        </p:spPr>
      </p:pic>
      <p:pic>
        <p:nvPicPr>
          <p:cNvPr id="9" name="Picture 8" descr="A graph with blue dots&#10;&#10;Description automatically generated">
            <a:extLst>
              <a:ext uri="{FF2B5EF4-FFF2-40B4-BE49-F238E27FC236}">
                <a16:creationId xmlns:a16="http://schemas.microsoft.com/office/drawing/2014/main" id="{E7B8F350-61DB-E454-CAE3-6F85BF7EBC2A}"/>
              </a:ext>
            </a:extLst>
          </p:cNvPr>
          <p:cNvPicPr>
            <a:picLocks noChangeAspect="1"/>
          </p:cNvPicPr>
          <p:nvPr/>
        </p:nvPicPr>
        <p:blipFill>
          <a:blip r:embed="rId3"/>
          <a:stretch>
            <a:fillRect/>
          </a:stretch>
        </p:blipFill>
        <p:spPr>
          <a:xfrm>
            <a:off x="6304692" y="725738"/>
            <a:ext cx="5887308" cy="5203960"/>
          </a:xfrm>
          <a:prstGeom prst="rect">
            <a:avLst/>
          </a:prstGeom>
        </p:spPr>
      </p:pic>
    </p:spTree>
    <p:extLst>
      <p:ext uri="{BB962C8B-B14F-4D97-AF65-F5344CB8AC3E}">
        <p14:creationId xmlns:p14="http://schemas.microsoft.com/office/powerpoint/2010/main" val="3631312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with blue dots&#10;&#10;Description automatically generated">
            <a:extLst>
              <a:ext uri="{FF2B5EF4-FFF2-40B4-BE49-F238E27FC236}">
                <a16:creationId xmlns:a16="http://schemas.microsoft.com/office/drawing/2014/main" id="{CA655D13-F601-E23C-0E1C-F8F404BF03D0}"/>
              </a:ext>
            </a:extLst>
          </p:cNvPr>
          <p:cNvPicPr>
            <a:picLocks noChangeAspect="1"/>
          </p:cNvPicPr>
          <p:nvPr/>
        </p:nvPicPr>
        <p:blipFill>
          <a:blip r:embed="rId2"/>
          <a:stretch>
            <a:fillRect/>
          </a:stretch>
        </p:blipFill>
        <p:spPr>
          <a:xfrm>
            <a:off x="2806357" y="707203"/>
            <a:ext cx="6579286" cy="5815619"/>
          </a:xfrm>
          <a:prstGeom prst="rect">
            <a:avLst/>
          </a:prstGeom>
        </p:spPr>
      </p:pic>
    </p:spTree>
    <p:extLst>
      <p:ext uri="{BB962C8B-B14F-4D97-AF65-F5344CB8AC3E}">
        <p14:creationId xmlns:p14="http://schemas.microsoft.com/office/powerpoint/2010/main" val="2034234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8597</TotalTime>
  <Words>1733</Words>
  <Application>Microsoft Macintosh PowerPoint</Application>
  <PresentationFormat>Widescreen</PresentationFormat>
  <Paragraphs>192</Paragraphs>
  <Slides>24</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.AppleSystemUIFont</vt:lpstr>
      <vt:lpstr>DengXian</vt:lpstr>
      <vt:lpstr>Aptos</vt:lpstr>
      <vt:lpstr>Aptos Display</vt:lpstr>
      <vt:lpstr>Arial</vt:lpstr>
      <vt:lpstr>Calibri</vt:lpstr>
      <vt:lpstr>Cambria Math</vt:lpstr>
      <vt:lpstr>Times New Roman</vt:lpstr>
      <vt:lpstr>Wingdings</vt:lpstr>
      <vt:lpstr>Office Theme</vt:lpstr>
      <vt:lpstr>PowerPoint Presentation</vt:lpstr>
      <vt:lpstr>Introduction</vt:lpstr>
      <vt:lpstr>PowerPoint Presentation</vt:lpstr>
      <vt:lpstr>Epidemic Wave Definition</vt:lpstr>
      <vt:lpstr>Initial Stage Definition</vt:lpstr>
      <vt:lpstr>PowerPoint Presentation</vt:lpstr>
      <vt:lpstr>Problematic variant in South Korea (7 days, 20%)</vt:lpstr>
      <vt:lpstr>Explanation of Model Input and Output</vt:lpstr>
      <vt:lpstr>PowerPoint Presentation</vt:lpstr>
      <vt:lpstr>Methodologies</vt:lpstr>
      <vt:lpstr>Occupation Time Curve Conversion</vt:lpstr>
      <vt:lpstr>PowerPoint Presentation</vt:lpstr>
      <vt:lpstr>PowerPoint Presentation</vt:lpstr>
      <vt:lpstr>Functional Regression with OTCs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Franky</dc:creator>
  <cp:lastModifiedBy>Zhang, Franky</cp:lastModifiedBy>
  <cp:revision>34</cp:revision>
  <dcterms:created xsi:type="dcterms:W3CDTF">2024-10-16T12:27:48Z</dcterms:created>
  <dcterms:modified xsi:type="dcterms:W3CDTF">2025-03-28T19:23:16Z</dcterms:modified>
</cp:coreProperties>
</file>