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93" r:id="rId4"/>
    <p:sldId id="294" r:id="rId5"/>
    <p:sldId id="289" r:id="rId6"/>
    <p:sldId id="282" r:id="rId7"/>
    <p:sldId id="283" r:id="rId8"/>
    <p:sldId id="284" r:id="rId9"/>
    <p:sldId id="275" r:id="rId10"/>
    <p:sldId id="271" r:id="rId11"/>
    <p:sldId id="272" r:id="rId12"/>
    <p:sldId id="276" r:id="rId13"/>
    <p:sldId id="273" r:id="rId14"/>
    <p:sldId id="278" r:id="rId15"/>
    <p:sldId id="274" r:id="rId16"/>
    <p:sldId id="279" r:id="rId17"/>
    <p:sldId id="287" r:id="rId18"/>
    <p:sldId id="265" r:id="rId19"/>
    <p:sldId id="266" r:id="rId20"/>
    <p:sldId id="290" r:id="rId21"/>
    <p:sldId id="292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FE40A-642C-924A-A992-C70CE6112380}" v="28" dt="2024-12-18T14:55:23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5"/>
    <p:restoredTop sz="94694"/>
  </p:normalViewPr>
  <p:slideViewPr>
    <p:cSldViewPr snapToGrid="0">
      <p:cViewPr varScale="1">
        <p:scale>
          <a:sx n="121" d="100"/>
          <a:sy n="121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Franky" userId="6ce4719b-7f4a-4549-8832-a74568dd27a3" providerId="ADAL" clId="{AC4FE40A-642C-924A-A992-C70CE6112380}"/>
    <pc:docChg chg="undo custSel addSld delSld modSld sldOrd">
      <pc:chgData name="Zhang, Franky" userId="6ce4719b-7f4a-4549-8832-a74568dd27a3" providerId="ADAL" clId="{AC4FE40A-642C-924A-A992-C70CE6112380}" dt="2024-12-23T21:08:41.815" v="2688" actId="13926"/>
      <pc:docMkLst>
        <pc:docMk/>
      </pc:docMkLst>
      <pc:sldChg chg="addSp modSp mod">
        <pc:chgData name="Zhang, Franky" userId="6ce4719b-7f4a-4549-8832-a74568dd27a3" providerId="ADAL" clId="{AC4FE40A-642C-924A-A992-C70CE6112380}" dt="2024-12-18T14:37:19.827" v="429" actId="767"/>
        <pc:sldMkLst>
          <pc:docMk/>
          <pc:sldMk cId="1442647368" sldId="258"/>
        </pc:sldMkLst>
        <pc:spChg chg="add mod">
          <ac:chgData name="Zhang, Franky" userId="6ce4719b-7f4a-4549-8832-a74568dd27a3" providerId="ADAL" clId="{AC4FE40A-642C-924A-A992-C70CE6112380}" dt="2024-12-18T14:37:19.827" v="429" actId="767"/>
          <ac:spMkLst>
            <pc:docMk/>
            <pc:sldMk cId="1442647368" sldId="258"/>
            <ac:spMk id="2" creationId="{DBABC1FA-A85C-1A81-4F1D-654B2EC3BBE2}"/>
          </ac:spMkLst>
        </pc:spChg>
      </pc:sldChg>
      <pc:sldChg chg="addSp modSp mod">
        <pc:chgData name="Zhang, Franky" userId="6ce4719b-7f4a-4549-8832-a74568dd27a3" providerId="ADAL" clId="{AC4FE40A-642C-924A-A992-C70CE6112380}" dt="2024-12-18T13:05:50.654" v="275" actId="1076"/>
        <pc:sldMkLst>
          <pc:docMk/>
          <pc:sldMk cId="1429092474" sldId="266"/>
        </pc:sldMkLst>
        <pc:spChg chg="mod">
          <ac:chgData name="Zhang, Franky" userId="6ce4719b-7f4a-4549-8832-a74568dd27a3" providerId="ADAL" clId="{AC4FE40A-642C-924A-A992-C70CE6112380}" dt="2024-12-18T13:05:43.928" v="274" actId="20577"/>
          <ac:spMkLst>
            <pc:docMk/>
            <pc:sldMk cId="1429092474" sldId="266"/>
            <ac:spMk id="5" creationId="{5BEFFD43-C486-DF54-EE6E-FE03DC33D650}"/>
          </ac:spMkLst>
        </pc:spChg>
        <pc:picChg chg="add mod">
          <ac:chgData name="Zhang, Franky" userId="6ce4719b-7f4a-4549-8832-a74568dd27a3" providerId="ADAL" clId="{AC4FE40A-642C-924A-A992-C70CE6112380}" dt="2024-12-18T13:05:50.654" v="275" actId="1076"/>
          <ac:picMkLst>
            <pc:docMk/>
            <pc:sldMk cId="1429092474" sldId="266"/>
            <ac:picMk id="2" creationId="{0DF7B418-3DA7-733D-D2EA-CF04EC4649F5}"/>
          </ac:picMkLst>
        </pc:picChg>
      </pc:sldChg>
      <pc:sldChg chg="del">
        <pc:chgData name="Zhang, Franky" userId="6ce4719b-7f4a-4549-8832-a74568dd27a3" providerId="ADAL" clId="{AC4FE40A-642C-924A-A992-C70CE6112380}" dt="2024-12-18T12:54:46.230" v="184" actId="2696"/>
        <pc:sldMkLst>
          <pc:docMk/>
          <pc:sldMk cId="3660876260" sldId="267"/>
        </pc:sldMkLst>
      </pc:sldChg>
      <pc:sldChg chg="del">
        <pc:chgData name="Zhang, Franky" userId="6ce4719b-7f4a-4549-8832-a74568dd27a3" providerId="ADAL" clId="{AC4FE40A-642C-924A-A992-C70CE6112380}" dt="2024-12-18T12:54:47.146" v="185" actId="2696"/>
        <pc:sldMkLst>
          <pc:docMk/>
          <pc:sldMk cId="1591345871" sldId="268"/>
        </pc:sldMkLst>
      </pc:sldChg>
      <pc:sldChg chg="del">
        <pc:chgData name="Zhang, Franky" userId="6ce4719b-7f4a-4549-8832-a74568dd27a3" providerId="ADAL" clId="{AC4FE40A-642C-924A-A992-C70CE6112380}" dt="2024-12-18T12:54:48.029" v="186" actId="2696"/>
        <pc:sldMkLst>
          <pc:docMk/>
          <pc:sldMk cId="1961061883" sldId="269"/>
        </pc:sldMkLst>
      </pc:sldChg>
      <pc:sldChg chg="addSp delSp modSp mod">
        <pc:chgData name="Zhang, Franky" userId="6ce4719b-7f4a-4549-8832-a74568dd27a3" providerId="ADAL" clId="{AC4FE40A-642C-924A-A992-C70CE6112380}" dt="2024-12-18T12:46:09.456" v="32" actId="14100"/>
        <pc:sldMkLst>
          <pc:docMk/>
          <pc:sldMk cId="3360281781" sldId="271"/>
        </pc:sldMkLst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8" creationId="{3358598F-5997-F1A8-0D61-2C0AF6758ADB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9" creationId="{7D3753EB-6C69-EBA7-82D9-8CD66905828F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10" creationId="{8953AF00-E8E7-6592-26D6-A7B0FF5CDD15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11" creationId="{4BE04233-DC5D-FBA3-7F0D-359CD74573C8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18" creationId="{2374BAFD-8EBF-F645-F0A5-2C6AC7402BDA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19" creationId="{CBCFE16F-3F4F-C9D6-BAA2-689E17F36C21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20" creationId="{4CCBFCED-CE13-0D42-2101-841356C14776}"/>
          </ac:spMkLst>
        </pc:spChg>
        <pc:spChg chg="del">
          <ac:chgData name="Zhang, Franky" userId="6ce4719b-7f4a-4549-8832-a74568dd27a3" providerId="ADAL" clId="{AC4FE40A-642C-924A-A992-C70CE6112380}" dt="2024-12-18T12:45:55.190" v="27" actId="478"/>
          <ac:spMkLst>
            <pc:docMk/>
            <pc:sldMk cId="3360281781" sldId="271"/>
            <ac:spMk id="21" creationId="{A4888F8E-91E3-38BA-0117-83A731A16C5E}"/>
          </ac:spMkLst>
        </pc:spChg>
        <pc:picChg chg="del">
          <ac:chgData name="Zhang, Franky" userId="6ce4719b-7f4a-4549-8832-a74568dd27a3" providerId="ADAL" clId="{AC4FE40A-642C-924A-A992-C70CE6112380}" dt="2024-12-18T12:45:52.494" v="26" actId="478"/>
          <ac:picMkLst>
            <pc:docMk/>
            <pc:sldMk cId="3360281781" sldId="271"/>
            <ac:picMk id="2" creationId="{694DAE67-205C-56E7-B15D-58F2025721E6}"/>
          </ac:picMkLst>
        </pc:picChg>
        <pc:picChg chg="add mod">
          <ac:chgData name="Zhang, Franky" userId="6ce4719b-7f4a-4549-8832-a74568dd27a3" providerId="ADAL" clId="{AC4FE40A-642C-924A-A992-C70CE6112380}" dt="2024-12-18T12:46:09.456" v="32" actId="14100"/>
          <ac:picMkLst>
            <pc:docMk/>
            <pc:sldMk cId="3360281781" sldId="271"/>
            <ac:picMk id="4" creationId="{65082616-9B6D-4ED7-8DD6-B81E18FEE840}"/>
          </ac:picMkLst>
        </pc:picChg>
      </pc:sldChg>
      <pc:sldChg chg="addSp delSp modSp mod">
        <pc:chgData name="Zhang, Franky" userId="6ce4719b-7f4a-4549-8832-a74568dd27a3" providerId="ADAL" clId="{AC4FE40A-642C-924A-A992-C70CE6112380}" dt="2024-12-18T12:44:39.321" v="15" actId="1076"/>
        <pc:sldMkLst>
          <pc:docMk/>
          <pc:sldMk cId="134862469" sldId="274"/>
        </pc:sldMkLst>
        <pc:spChg chg="del">
          <ac:chgData name="Zhang, Franky" userId="6ce4719b-7f4a-4549-8832-a74568dd27a3" providerId="ADAL" clId="{AC4FE40A-642C-924A-A992-C70CE6112380}" dt="2024-12-18T12:44:30.958" v="14" actId="478"/>
          <ac:spMkLst>
            <pc:docMk/>
            <pc:sldMk cId="134862469" sldId="274"/>
            <ac:spMk id="17" creationId="{CFCAD402-2A84-CB3E-B8AE-41FC8CF57432}"/>
          </ac:spMkLst>
        </pc:spChg>
        <pc:spChg chg="mod">
          <ac:chgData name="Zhang, Franky" userId="6ce4719b-7f4a-4549-8832-a74568dd27a3" providerId="ADAL" clId="{AC4FE40A-642C-924A-A992-C70CE6112380}" dt="2024-12-18T12:44:39.321" v="15" actId="1076"/>
          <ac:spMkLst>
            <pc:docMk/>
            <pc:sldMk cId="134862469" sldId="274"/>
            <ac:spMk id="19" creationId="{D5EB7FA0-6B32-92FC-A45D-AB6184DD8258}"/>
          </ac:spMkLst>
        </pc:spChg>
        <pc:spChg chg="mod">
          <ac:chgData name="Zhang, Franky" userId="6ce4719b-7f4a-4549-8832-a74568dd27a3" providerId="ADAL" clId="{AC4FE40A-642C-924A-A992-C70CE6112380}" dt="2024-12-18T12:44:39.321" v="15" actId="1076"/>
          <ac:spMkLst>
            <pc:docMk/>
            <pc:sldMk cId="134862469" sldId="274"/>
            <ac:spMk id="20" creationId="{C19DEE74-4C6F-F5C5-317E-4B483DB4CF32}"/>
          </ac:spMkLst>
        </pc:spChg>
        <pc:spChg chg="mod">
          <ac:chgData name="Zhang, Franky" userId="6ce4719b-7f4a-4549-8832-a74568dd27a3" providerId="ADAL" clId="{AC4FE40A-642C-924A-A992-C70CE6112380}" dt="2024-12-18T12:44:39.321" v="15" actId="1076"/>
          <ac:spMkLst>
            <pc:docMk/>
            <pc:sldMk cId="134862469" sldId="274"/>
            <ac:spMk id="21" creationId="{EA5F812E-2F38-96BB-D03A-FBCC7C02034F}"/>
          </ac:spMkLst>
        </pc:spChg>
        <pc:picChg chg="add del mod">
          <ac:chgData name="Zhang, Franky" userId="6ce4719b-7f4a-4549-8832-a74568dd27a3" providerId="ADAL" clId="{AC4FE40A-642C-924A-A992-C70CE6112380}" dt="2024-12-18T12:44:27.660" v="12" actId="478"/>
          <ac:picMkLst>
            <pc:docMk/>
            <pc:sldMk cId="134862469" sldId="274"/>
            <ac:picMk id="6" creationId="{E31EC59F-7EC2-D2E2-DC8C-5438C42F42B1}"/>
          </ac:picMkLst>
        </pc:picChg>
        <pc:picChg chg="del">
          <ac:chgData name="Zhang, Franky" userId="6ce4719b-7f4a-4549-8832-a74568dd27a3" providerId="ADAL" clId="{AC4FE40A-642C-924A-A992-C70CE6112380}" dt="2024-12-18T12:44:01.767" v="6" actId="478"/>
          <ac:picMkLst>
            <pc:docMk/>
            <pc:sldMk cId="134862469" sldId="274"/>
            <ac:picMk id="9" creationId="{56092895-CFED-A470-4BD1-3ACCE7DDEF93}"/>
          </ac:picMkLst>
        </pc:picChg>
        <pc:picChg chg="mod">
          <ac:chgData name="Zhang, Franky" userId="6ce4719b-7f4a-4549-8832-a74568dd27a3" providerId="ADAL" clId="{AC4FE40A-642C-924A-A992-C70CE6112380}" dt="2024-12-18T12:44:39.321" v="15" actId="1076"/>
          <ac:picMkLst>
            <pc:docMk/>
            <pc:sldMk cId="134862469" sldId="274"/>
            <ac:picMk id="13" creationId="{015C9623-40D1-49DA-C004-6D77F8994667}"/>
          </ac:picMkLst>
        </pc:picChg>
        <pc:picChg chg="del">
          <ac:chgData name="Zhang, Franky" userId="6ce4719b-7f4a-4549-8832-a74568dd27a3" providerId="ADAL" clId="{AC4FE40A-642C-924A-A992-C70CE6112380}" dt="2024-12-18T12:44:29.201" v="13" actId="478"/>
          <ac:picMkLst>
            <pc:docMk/>
            <pc:sldMk cId="134862469" sldId="274"/>
            <ac:picMk id="16" creationId="{1E0C6DE8-D40F-C232-3459-D07CA4FC2797}"/>
          </ac:picMkLst>
        </pc:picChg>
        <pc:picChg chg="mod">
          <ac:chgData name="Zhang, Franky" userId="6ce4719b-7f4a-4549-8832-a74568dd27a3" providerId="ADAL" clId="{AC4FE40A-642C-924A-A992-C70CE6112380}" dt="2024-12-18T12:44:39.321" v="15" actId="1076"/>
          <ac:picMkLst>
            <pc:docMk/>
            <pc:sldMk cId="134862469" sldId="274"/>
            <ac:picMk id="18" creationId="{CCBD7B96-EA80-A2A2-832E-9F2FFE1498C5}"/>
          </ac:picMkLst>
        </pc:picChg>
        <pc:inkChg chg="mod">
          <ac:chgData name="Zhang, Franky" userId="6ce4719b-7f4a-4549-8832-a74568dd27a3" providerId="ADAL" clId="{AC4FE40A-642C-924A-A992-C70CE6112380}" dt="2024-12-18T12:44:39.321" v="15" actId="1076"/>
          <ac:inkMkLst>
            <pc:docMk/>
            <pc:sldMk cId="134862469" sldId="274"/>
            <ac:inkMk id="2" creationId="{91E3B95F-FEBC-F4EF-A0D0-76ECBBFFEA6B}"/>
          </ac:inkMkLst>
        </pc:inkChg>
        <pc:inkChg chg="mod">
          <ac:chgData name="Zhang, Franky" userId="6ce4719b-7f4a-4549-8832-a74568dd27a3" providerId="ADAL" clId="{AC4FE40A-642C-924A-A992-C70CE6112380}" dt="2024-12-18T12:44:39.321" v="15" actId="1076"/>
          <ac:inkMkLst>
            <pc:docMk/>
            <pc:sldMk cId="134862469" sldId="274"/>
            <ac:inkMk id="3" creationId="{6610519F-3C57-219F-2CD2-9D92A84233E9}"/>
          </ac:inkMkLst>
        </pc:inkChg>
      </pc:sldChg>
      <pc:sldChg chg="addSp modSp mod">
        <pc:chgData name="Zhang, Franky" userId="6ce4719b-7f4a-4549-8832-a74568dd27a3" providerId="ADAL" clId="{AC4FE40A-642C-924A-A992-C70CE6112380}" dt="2024-12-18T14:17:59.510" v="363" actId="1076"/>
        <pc:sldMkLst>
          <pc:docMk/>
          <pc:sldMk cId="1994130792" sldId="276"/>
        </pc:sldMkLst>
        <pc:cxnChg chg="add mod">
          <ac:chgData name="Zhang, Franky" userId="6ce4719b-7f4a-4549-8832-a74568dd27a3" providerId="ADAL" clId="{AC4FE40A-642C-924A-A992-C70CE6112380}" dt="2024-12-18T14:16:12.120" v="359" actId="692"/>
          <ac:cxnSpMkLst>
            <pc:docMk/>
            <pc:sldMk cId="1994130792" sldId="276"/>
            <ac:cxnSpMk id="14" creationId="{7517DD22-C32B-D008-FE88-EDC8E98F592A}"/>
          </ac:cxnSpMkLst>
        </pc:cxnChg>
        <pc:cxnChg chg="add mod">
          <ac:chgData name="Zhang, Franky" userId="6ce4719b-7f4a-4549-8832-a74568dd27a3" providerId="ADAL" clId="{AC4FE40A-642C-924A-A992-C70CE6112380}" dt="2024-12-18T14:17:59.510" v="363" actId="1076"/>
          <ac:cxnSpMkLst>
            <pc:docMk/>
            <pc:sldMk cId="1994130792" sldId="276"/>
            <ac:cxnSpMk id="16" creationId="{F6F49CA2-F3E6-8931-A533-0291839A7BCB}"/>
          </ac:cxnSpMkLst>
        </pc:cxnChg>
      </pc:sldChg>
      <pc:sldChg chg="addSp delSp modSp mod">
        <pc:chgData name="Zhang, Franky" userId="6ce4719b-7f4a-4549-8832-a74568dd27a3" providerId="ADAL" clId="{AC4FE40A-642C-924A-A992-C70CE6112380}" dt="2024-12-18T12:45:36.751" v="25" actId="1076"/>
        <pc:sldMkLst>
          <pc:docMk/>
          <pc:sldMk cId="1433029649" sldId="278"/>
        </pc:sldMkLst>
        <pc:spChg chg="del">
          <ac:chgData name="Zhang, Franky" userId="6ce4719b-7f4a-4549-8832-a74568dd27a3" providerId="ADAL" clId="{AC4FE40A-642C-924A-A992-C70CE6112380}" dt="2024-12-18T12:45:28.159" v="22" actId="478"/>
          <ac:spMkLst>
            <pc:docMk/>
            <pc:sldMk cId="1433029649" sldId="278"/>
            <ac:spMk id="8" creationId="{61DC0253-040F-92C3-0C90-3D7655D1FB5B}"/>
          </ac:spMkLst>
        </pc:spChg>
        <pc:picChg chg="add mod">
          <ac:chgData name="Zhang, Franky" userId="6ce4719b-7f4a-4549-8832-a74568dd27a3" providerId="ADAL" clId="{AC4FE40A-642C-924A-A992-C70CE6112380}" dt="2024-12-18T12:45:36.751" v="25" actId="1076"/>
          <ac:picMkLst>
            <pc:docMk/>
            <pc:sldMk cId="1433029649" sldId="278"/>
            <ac:picMk id="3" creationId="{9DC73277-77D6-033C-E939-8B2081F85F52}"/>
          </ac:picMkLst>
        </pc:picChg>
        <pc:picChg chg="del">
          <ac:chgData name="Zhang, Franky" userId="6ce4719b-7f4a-4549-8832-a74568dd27a3" providerId="ADAL" clId="{AC4FE40A-642C-924A-A992-C70CE6112380}" dt="2024-12-18T12:45:24.775" v="20" actId="478"/>
          <ac:picMkLst>
            <pc:docMk/>
            <pc:sldMk cId="1433029649" sldId="278"/>
            <ac:picMk id="12" creationId="{8035789A-B4C5-3CF9-947D-B9434C250C41}"/>
          </ac:picMkLst>
        </pc:picChg>
      </pc:sldChg>
      <pc:sldChg chg="addSp delSp modSp mod">
        <pc:chgData name="Zhang, Franky" userId="6ce4719b-7f4a-4549-8832-a74568dd27a3" providerId="ADAL" clId="{AC4FE40A-642C-924A-A992-C70CE6112380}" dt="2024-12-18T12:44:53.702" v="19" actId="1076"/>
        <pc:sldMkLst>
          <pc:docMk/>
          <pc:sldMk cId="981021911" sldId="279"/>
        </pc:sldMkLst>
        <pc:spChg chg="mod">
          <ac:chgData name="Zhang, Franky" userId="6ce4719b-7f4a-4549-8832-a74568dd27a3" providerId="ADAL" clId="{AC4FE40A-642C-924A-A992-C70CE6112380}" dt="2024-12-18T12:44:53.702" v="19" actId="1076"/>
          <ac:spMkLst>
            <pc:docMk/>
            <pc:sldMk cId="981021911" sldId="279"/>
            <ac:spMk id="2" creationId="{1EBE8B46-CB77-9233-CDDD-C8523618A074}"/>
          </ac:spMkLst>
        </pc:spChg>
        <pc:picChg chg="add mod">
          <ac:chgData name="Zhang, Franky" userId="6ce4719b-7f4a-4549-8832-a74568dd27a3" providerId="ADAL" clId="{AC4FE40A-642C-924A-A992-C70CE6112380}" dt="2024-12-18T12:44:47.412" v="18" actId="1076"/>
          <ac:picMkLst>
            <pc:docMk/>
            <pc:sldMk cId="981021911" sldId="279"/>
            <ac:picMk id="4" creationId="{6CD5A8D5-4D58-65E6-2D13-C9ADACE0B4EE}"/>
          </ac:picMkLst>
        </pc:picChg>
        <pc:picChg chg="del">
          <ac:chgData name="Zhang, Franky" userId="6ce4719b-7f4a-4549-8832-a74568dd27a3" providerId="ADAL" clId="{AC4FE40A-642C-924A-A992-C70CE6112380}" dt="2024-12-18T12:44:43.478" v="16" actId="478"/>
          <ac:picMkLst>
            <pc:docMk/>
            <pc:sldMk cId="981021911" sldId="279"/>
            <ac:picMk id="9" creationId="{3D882B96-139D-F2FC-19C6-31FCB9209627}"/>
          </ac:picMkLst>
        </pc:picChg>
      </pc:sldChg>
      <pc:sldChg chg="del">
        <pc:chgData name="Zhang, Franky" userId="6ce4719b-7f4a-4549-8832-a74568dd27a3" providerId="ADAL" clId="{AC4FE40A-642C-924A-A992-C70CE6112380}" dt="2024-12-18T12:43:44.074" v="5" actId="2696"/>
        <pc:sldMkLst>
          <pc:docMk/>
          <pc:sldMk cId="251188597" sldId="280"/>
        </pc:sldMkLst>
      </pc:sldChg>
      <pc:sldChg chg="del">
        <pc:chgData name="Zhang, Franky" userId="6ce4719b-7f4a-4549-8832-a74568dd27a3" providerId="ADAL" clId="{AC4FE40A-642C-924A-A992-C70CE6112380}" dt="2024-12-18T12:54:51.341" v="187" actId="2696"/>
        <pc:sldMkLst>
          <pc:docMk/>
          <pc:sldMk cId="3320569759" sldId="286"/>
        </pc:sldMkLst>
      </pc:sldChg>
      <pc:sldChg chg="addSp delSp modSp mod">
        <pc:chgData name="Zhang, Franky" userId="6ce4719b-7f4a-4549-8832-a74568dd27a3" providerId="ADAL" clId="{AC4FE40A-642C-924A-A992-C70CE6112380}" dt="2024-12-18T12:43:30.822" v="4" actId="1076"/>
        <pc:sldMkLst>
          <pc:docMk/>
          <pc:sldMk cId="1850665091" sldId="287"/>
        </pc:sldMkLst>
        <pc:picChg chg="add mod">
          <ac:chgData name="Zhang, Franky" userId="6ce4719b-7f4a-4549-8832-a74568dd27a3" providerId="ADAL" clId="{AC4FE40A-642C-924A-A992-C70CE6112380}" dt="2024-12-18T12:43:30.822" v="4" actId="1076"/>
          <ac:picMkLst>
            <pc:docMk/>
            <pc:sldMk cId="1850665091" sldId="287"/>
            <ac:picMk id="2" creationId="{0E370348-EDCA-5ACA-F27A-511B6E4EAC35}"/>
          </ac:picMkLst>
        </pc:picChg>
        <pc:picChg chg="del">
          <ac:chgData name="Zhang, Franky" userId="6ce4719b-7f4a-4549-8832-a74568dd27a3" providerId="ADAL" clId="{AC4FE40A-642C-924A-A992-C70CE6112380}" dt="2024-12-18T12:43:21.115" v="0" actId="478"/>
          <ac:picMkLst>
            <pc:docMk/>
            <pc:sldMk cId="1850665091" sldId="287"/>
            <ac:picMk id="4" creationId="{1ACF2BFB-0C32-11F6-B0F2-E4FD0536E745}"/>
          </ac:picMkLst>
        </pc:picChg>
      </pc:sldChg>
      <pc:sldChg chg="del">
        <pc:chgData name="Zhang, Franky" userId="6ce4719b-7f4a-4549-8832-a74568dd27a3" providerId="ADAL" clId="{AC4FE40A-642C-924A-A992-C70CE6112380}" dt="2024-12-18T12:51:13.924" v="75" actId="2696"/>
        <pc:sldMkLst>
          <pc:docMk/>
          <pc:sldMk cId="4085529094" sldId="288"/>
        </pc:sldMkLst>
      </pc:sldChg>
      <pc:sldChg chg="addSp delSp modSp new mod">
        <pc:chgData name="Zhang, Franky" userId="6ce4719b-7f4a-4549-8832-a74568dd27a3" providerId="ADAL" clId="{AC4FE40A-642C-924A-A992-C70CE6112380}" dt="2024-12-18T12:53:35.979" v="183" actId="1076"/>
        <pc:sldMkLst>
          <pc:docMk/>
          <pc:sldMk cId="247310998" sldId="289"/>
        </pc:sldMkLst>
        <pc:spChg chg="del">
          <ac:chgData name="Zhang, Franky" userId="6ce4719b-7f4a-4549-8832-a74568dd27a3" providerId="ADAL" clId="{AC4FE40A-642C-924A-A992-C70CE6112380}" dt="2024-12-18T12:46:50.093" v="34" actId="478"/>
          <ac:spMkLst>
            <pc:docMk/>
            <pc:sldMk cId="247310998" sldId="289"/>
            <ac:spMk id="2" creationId="{616B61B7-1024-FD96-976F-8F08903649C5}"/>
          </ac:spMkLst>
        </pc:spChg>
        <pc:spChg chg="del">
          <ac:chgData name="Zhang, Franky" userId="6ce4719b-7f4a-4549-8832-a74568dd27a3" providerId="ADAL" clId="{AC4FE40A-642C-924A-A992-C70CE6112380}" dt="2024-12-18T12:46:51.577" v="35" actId="478"/>
          <ac:spMkLst>
            <pc:docMk/>
            <pc:sldMk cId="247310998" sldId="289"/>
            <ac:spMk id="3" creationId="{4294E8BF-13E0-16F4-E9AB-B5721AEE0BF8}"/>
          </ac:spMkLst>
        </pc:spChg>
        <pc:spChg chg="add mod">
          <ac:chgData name="Zhang, Franky" userId="6ce4719b-7f4a-4549-8832-a74568dd27a3" providerId="ADAL" clId="{AC4FE40A-642C-924A-A992-C70CE6112380}" dt="2024-12-18T12:47:04.494" v="60" actId="20577"/>
          <ac:spMkLst>
            <pc:docMk/>
            <pc:sldMk cId="247310998" sldId="289"/>
            <ac:spMk id="4" creationId="{786F6D2E-2896-706A-8C51-B4792E5ED570}"/>
          </ac:spMkLst>
        </pc:spChg>
        <pc:spChg chg="add mod">
          <ac:chgData name="Zhang, Franky" userId="6ce4719b-7f4a-4549-8832-a74568dd27a3" providerId="ADAL" clId="{AC4FE40A-642C-924A-A992-C70CE6112380}" dt="2024-12-18T12:46:56.453" v="36"/>
          <ac:spMkLst>
            <pc:docMk/>
            <pc:sldMk cId="247310998" sldId="289"/>
            <ac:spMk id="5" creationId="{39E25569-449A-8B04-9A8C-CE3D5983F45F}"/>
          </ac:spMkLst>
        </pc:spChg>
        <pc:spChg chg="add mod">
          <ac:chgData name="Zhang, Franky" userId="6ce4719b-7f4a-4549-8832-a74568dd27a3" providerId="ADAL" clId="{AC4FE40A-642C-924A-A992-C70CE6112380}" dt="2024-12-18T12:46:56.453" v="36"/>
          <ac:spMkLst>
            <pc:docMk/>
            <pc:sldMk cId="247310998" sldId="289"/>
            <ac:spMk id="6" creationId="{FB440CBA-8E68-84B2-D0B5-D1537D0D255B}"/>
          </ac:spMkLst>
        </pc:spChg>
        <pc:spChg chg="add mod">
          <ac:chgData name="Zhang, Franky" userId="6ce4719b-7f4a-4549-8832-a74568dd27a3" providerId="ADAL" clId="{AC4FE40A-642C-924A-A992-C70CE6112380}" dt="2024-12-18T12:50:35.301" v="68" actId="14100"/>
          <ac:spMkLst>
            <pc:docMk/>
            <pc:sldMk cId="247310998" sldId="289"/>
            <ac:spMk id="8" creationId="{E0A5AB30-1881-715F-3CCE-2B0754F27331}"/>
          </ac:spMkLst>
        </pc:spChg>
        <pc:spChg chg="add mod">
          <ac:chgData name="Zhang, Franky" userId="6ce4719b-7f4a-4549-8832-a74568dd27a3" providerId="ADAL" clId="{AC4FE40A-642C-924A-A992-C70CE6112380}" dt="2024-12-18T12:50:43.492" v="71" actId="14100"/>
          <ac:spMkLst>
            <pc:docMk/>
            <pc:sldMk cId="247310998" sldId="289"/>
            <ac:spMk id="9" creationId="{71359740-A470-77F7-7388-B200978C9872}"/>
          </ac:spMkLst>
        </pc:spChg>
        <pc:spChg chg="add mod">
          <ac:chgData name="Zhang, Franky" userId="6ce4719b-7f4a-4549-8832-a74568dd27a3" providerId="ADAL" clId="{AC4FE40A-642C-924A-A992-C70CE6112380}" dt="2024-12-18T12:50:53.025" v="74" actId="14100"/>
          <ac:spMkLst>
            <pc:docMk/>
            <pc:sldMk cId="247310998" sldId="289"/>
            <ac:spMk id="10" creationId="{9410C821-7F75-9A23-B553-34DB194174F5}"/>
          </ac:spMkLst>
        </pc:spChg>
        <pc:spChg chg="add mod">
          <ac:chgData name="Zhang, Franky" userId="6ce4719b-7f4a-4549-8832-a74568dd27a3" providerId="ADAL" clId="{AC4FE40A-642C-924A-A992-C70CE6112380}" dt="2024-12-18T12:51:44.962" v="76"/>
          <ac:spMkLst>
            <pc:docMk/>
            <pc:sldMk cId="247310998" sldId="289"/>
            <ac:spMk id="11" creationId="{D5C055B5-A74B-5945-6AE3-BEF197FCAD73}"/>
          </ac:spMkLst>
        </pc:spChg>
        <pc:spChg chg="add mod">
          <ac:chgData name="Zhang, Franky" userId="6ce4719b-7f4a-4549-8832-a74568dd27a3" providerId="ADAL" clId="{AC4FE40A-642C-924A-A992-C70CE6112380}" dt="2024-12-18T12:53:35.979" v="183" actId="1076"/>
          <ac:spMkLst>
            <pc:docMk/>
            <pc:sldMk cId="247310998" sldId="289"/>
            <ac:spMk id="12" creationId="{2D87A303-C11E-3088-6DF4-2779B3A45C30}"/>
          </ac:spMkLst>
        </pc:spChg>
        <pc:picChg chg="add mod">
          <ac:chgData name="Zhang, Franky" userId="6ce4719b-7f4a-4549-8832-a74568dd27a3" providerId="ADAL" clId="{AC4FE40A-642C-924A-A992-C70CE6112380}" dt="2024-12-18T12:50:21.263" v="65" actId="1076"/>
          <ac:picMkLst>
            <pc:docMk/>
            <pc:sldMk cId="247310998" sldId="289"/>
            <ac:picMk id="7" creationId="{F8284C3F-29C1-C391-746E-22DAC77F1120}"/>
          </ac:picMkLst>
        </pc:picChg>
      </pc:sldChg>
      <pc:sldChg chg="addSp delSp modSp new mod">
        <pc:chgData name="Zhang, Franky" userId="6ce4719b-7f4a-4549-8832-a74568dd27a3" providerId="ADAL" clId="{AC4FE40A-642C-924A-A992-C70CE6112380}" dt="2024-12-18T13:06:54.242" v="282" actId="1076"/>
        <pc:sldMkLst>
          <pc:docMk/>
          <pc:sldMk cId="1899376214" sldId="290"/>
        </pc:sldMkLst>
        <pc:spChg chg="del">
          <ac:chgData name="Zhang, Franky" userId="6ce4719b-7f4a-4549-8832-a74568dd27a3" providerId="ADAL" clId="{AC4FE40A-642C-924A-A992-C70CE6112380}" dt="2024-12-18T13:06:00.481" v="277" actId="478"/>
          <ac:spMkLst>
            <pc:docMk/>
            <pc:sldMk cId="1899376214" sldId="290"/>
            <ac:spMk id="2" creationId="{B29BA6E9-BA56-9B78-8976-150F66AAAA7D}"/>
          </ac:spMkLst>
        </pc:spChg>
        <pc:spChg chg="del">
          <ac:chgData name="Zhang, Franky" userId="6ce4719b-7f4a-4549-8832-a74568dd27a3" providerId="ADAL" clId="{AC4FE40A-642C-924A-A992-C70CE6112380}" dt="2024-12-18T13:06:01.775" v="278" actId="478"/>
          <ac:spMkLst>
            <pc:docMk/>
            <pc:sldMk cId="1899376214" sldId="290"/>
            <ac:spMk id="3" creationId="{40EB036B-D659-EBAC-FD8B-B1D04AB13B2A}"/>
          </ac:spMkLst>
        </pc:spChg>
        <pc:picChg chg="add mod">
          <ac:chgData name="Zhang, Franky" userId="6ce4719b-7f4a-4549-8832-a74568dd27a3" providerId="ADAL" clId="{AC4FE40A-642C-924A-A992-C70CE6112380}" dt="2024-12-18T13:06:54.242" v="282" actId="1076"/>
          <ac:picMkLst>
            <pc:docMk/>
            <pc:sldMk cId="1899376214" sldId="290"/>
            <ac:picMk id="4" creationId="{7F739780-1A6A-A6AF-1F53-DD8A57346983}"/>
          </ac:picMkLst>
        </pc:picChg>
      </pc:sldChg>
      <pc:sldChg chg="addSp delSp modSp new mod ord">
        <pc:chgData name="Zhang, Franky" userId="6ce4719b-7f4a-4549-8832-a74568dd27a3" providerId="ADAL" clId="{AC4FE40A-642C-924A-A992-C70CE6112380}" dt="2024-12-18T13:38:32.613" v="355" actId="1076"/>
        <pc:sldMkLst>
          <pc:docMk/>
          <pc:sldMk cId="2034234633" sldId="291"/>
        </pc:sldMkLst>
        <pc:spChg chg="del">
          <ac:chgData name="Zhang, Franky" userId="6ce4719b-7f4a-4549-8832-a74568dd27a3" providerId="ADAL" clId="{AC4FE40A-642C-924A-A992-C70CE6112380}" dt="2024-12-18T13:07:01.854" v="284" actId="478"/>
          <ac:spMkLst>
            <pc:docMk/>
            <pc:sldMk cId="2034234633" sldId="291"/>
            <ac:spMk id="2" creationId="{6DDDFF71-3CE0-DBAA-E3D5-FD8E1C5E80F0}"/>
          </ac:spMkLst>
        </pc:spChg>
        <pc:spChg chg="del">
          <ac:chgData name="Zhang, Franky" userId="6ce4719b-7f4a-4549-8832-a74568dd27a3" providerId="ADAL" clId="{AC4FE40A-642C-924A-A992-C70CE6112380}" dt="2024-12-18T13:07:03.927" v="285" actId="478"/>
          <ac:spMkLst>
            <pc:docMk/>
            <pc:sldMk cId="2034234633" sldId="291"/>
            <ac:spMk id="3" creationId="{4413B752-32AF-7502-85FF-D09181263F81}"/>
          </ac:spMkLst>
        </pc:spChg>
        <pc:picChg chg="add del mod">
          <ac:chgData name="Zhang, Franky" userId="6ce4719b-7f4a-4549-8832-a74568dd27a3" providerId="ADAL" clId="{AC4FE40A-642C-924A-A992-C70CE6112380}" dt="2024-12-18T13:33:02.294" v="311" actId="478"/>
          <ac:picMkLst>
            <pc:docMk/>
            <pc:sldMk cId="2034234633" sldId="291"/>
            <ac:picMk id="4" creationId="{79478505-3BD3-3AF6-A1A2-BB5E48138C42}"/>
          </ac:picMkLst>
        </pc:picChg>
        <pc:picChg chg="add del mod">
          <ac:chgData name="Zhang, Franky" userId="6ce4719b-7f4a-4549-8832-a74568dd27a3" providerId="ADAL" clId="{AC4FE40A-642C-924A-A992-C70CE6112380}" dt="2024-12-18T13:33:03.092" v="312" actId="478"/>
          <ac:picMkLst>
            <pc:docMk/>
            <pc:sldMk cId="2034234633" sldId="291"/>
            <ac:picMk id="5" creationId="{1833B8D0-EE46-857C-5637-CC43BFF6031B}"/>
          </ac:picMkLst>
        </pc:picChg>
        <pc:picChg chg="add del mod">
          <ac:chgData name="Zhang, Franky" userId="6ce4719b-7f4a-4549-8832-a74568dd27a3" providerId="ADAL" clId="{AC4FE40A-642C-924A-A992-C70CE6112380}" dt="2024-12-18T13:37:48.397" v="334" actId="478"/>
          <ac:picMkLst>
            <pc:docMk/>
            <pc:sldMk cId="2034234633" sldId="291"/>
            <ac:picMk id="7" creationId="{18C0C372-B30D-C898-1426-9584BA7CF30A}"/>
          </ac:picMkLst>
        </pc:picChg>
        <pc:picChg chg="add del mod">
          <ac:chgData name="Zhang, Franky" userId="6ce4719b-7f4a-4549-8832-a74568dd27a3" providerId="ADAL" clId="{AC4FE40A-642C-924A-A992-C70CE6112380}" dt="2024-12-18T13:37:49.286" v="335" actId="478"/>
          <ac:picMkLst>
            <pc:docMk/>
            <pc:sldMk cId="2034234633" sldId="291"/>
            <ac:picMk id="9" creationId="{C462C470-AB18-F8A9-A4AA-84B970F75BDD}"/>
          </ac:picMkLst>
        </pc:picChg>
        <pc:picChg chg="add mod">
          <ac:chgData name="Zhang, Franky" userId="6ce4719b-7f4a-4549-8832-a74568dd27a3" providerId="ADAL" clId="{AC4FE40A-642C-924A-A992-C70CE6112380}" dt="2024-12-18T13:38:32.613" v="355" actId="1076"/>
          <ac:picMkLst>
            <pc:docMk/>
            <pc:sldMk cId="2034234633" sldId="291"/>
            <ac:picMk id="11" creationId="{CA655D13-F601-E23C-0E1C-F8F404BF03D0}"/>
          </ac:picMkLst>
        </pc:picChg>
      </pc:sldChg>
      <pc:sldChg chg="addSp delSp modSp new mod ord">
        <pc:chgData name="Zhang, Franky" userId="6ce4719b-7f4a-4549-8832-a74568dd27a3" providerId="ADAL" clId="{AC4FE40A-642C-924A-A992-C70CE6112380}" dt="2024-12-18T14:20:32.479" v="404" actId="13926"/>
        <pc:sldMkLst>
          <pc:docMk/>
          <pc:sldMk cId="3631312834" sldId="292"/>
        </pc:sldMkLst>
        <pc:spChg chg="del">
          <ac:chgData name="Zhang, Franky" userId="6ce4719b-7f4a-4549-8832-a74568dd27a3" providerId="ADAL" clId="{AC4FE40A-642C-924A-A992-C70CE6112380}" dt="2024-12-18T13:30:50.956" v="308" actId="478"/>
          <ac:spMkLst>
            <pc:docMk/>
            <pc:sldMk cId="3631312834" sldId="292"/>
            <ac:spMk id="2" creationId="{41D0FD87-8CB7-38DE-B0F9-4689D670DA0F}"/>
          </ac:spMkLst>
        </pc:spChg>
        <pc:spChg chg="del">
          <ac:chgData name="Zhang, Franky" userId="6ce4719b-7f4a-4549-8832-a74568dd27a3" providerId="ADAL" clId="{AC4FE40A-642C-924A-A992-C70CE6112380}" dt="2024-12-18T13:30:53.207" v="309" actId="478"/>
          <ac:spMkLst>
            <pc:docMk/>
            <pc:sldMk cId="3631312834" sldId="292"/>
            <ac:spMk id="3" creationId="{9F49B386-1FFC-BE48-0E5B-2F5AACE3558B}"/>
          </ac:spMkLst>
        </pc:spChg>
        <pc:spChg chg="add mod">
          <ac:chgData name="Zhang, Franky" userId="6ce4719b-7f4a-4549-8832-a74568dd27a3" providerId="ADAL" clId="{AC4FE40A-642C-924A-A992-C70CE6112380}" dt="2024-12-18T14:20:32.479" v="404" actId="13926"/>
          <ac:spMkLst>
            <pc:docMk/>
            <pc:sldMk cId="3631312834" sldId="292"/>
            <ac:spMk id="10" creationId="{EBCB83E0-6DD9-FE75-73F0-AD8F7E283FDB}"/>
          </ac:spMkLst>
        </pc:spChg>
        <pc:picChg chg="add del mod">
          <ac:chgData name="Zhang, Franky" userId="6ce4719b-7f4a-4549-8832-a74568dd27a3" providerId="ADAL" clId="{AC4FE40A-642C-924A-A992-C70CE6112380}" dt="2024-12-18T13:37:50.772" v="336" actId="478"/>
          <ac:picMkLst>
            <pc:docMk/>
            <pc:sldMk cId="3631312834" sldId="292"/>
            <ac:picMk id="5" creationId="{9137AE69-8A1E-92CA-01C9-3F13F8CAF857}"/>
          </ac:picMkLst>
        </pc:picChg>
        <pc:picChg chg="add mod">
          <ac:chgData name="Zhang, Franky" userId="6ce4719b-7f4a-4549-8832-a74568dd27a3" providerId="ADAL" clId="{AC4FE40A-642C-924A-A992-C70CE6112380}" dt="2024-12-18T13:38:07.755" v="342" actId="1076"/>
          <ac:picMkLst>
            <pc:docMk/>
            <pc:sldMk cId="3631312834" sldId="292"/>
            <ac:picMk id="7" creationId="{ED7FD13E-1E61-B3BD-433F-1104F197ABB7}"/>
          </ac:picMkLst>
        </pc:picChg>
        <pc:picChg chg="add mod">
          <ac:chgData name="Zhang, Franky" userId="6ce4719b-7f4a-4549-8832-a74568dd27a3" providerId="ADAL" clId="{AC4FE40A-642C-924A-A992-C70CE6112380}" dt="2024-12-18T13:38:21.386" v="349" actId="1076"/>
          <ac:picMkLst>
            <pc:docMk/>
            <pc:sldMk cId="3631312834" sldId="292"/>
            <ac:picMk id="9" creationId="{E7B8F350-61DB-E454-CAE3-6F85BF7EBC2A}"/>
          </ac:picMkLst>
        </pc:picChg>
      </pc:sldChg>
      <pc:sldChg chg="modSp new mod">
        <pc:chgData name="Zhang, Franky" userId="6ce4719b-7f4a-4549-8832-a74568dd27a3" providerId="ADAL" clId="{AC4FE40A-642C-924A-A992-C70CE6112380}" dt="2024-12-23T21:08:41.815" v="2688" actId="13926"/>
        <pc:sldMkLst>
          <pc:docMk/>
          <pc:sldMk cId="1395785717" sldId="293"/>
        </pc:sldMkLst>
        <pc:spChg chg="mod">
          <ac:chgData name="Zhang, Franky" userId="6ce4719b-7f4a-4549-8832-a74568dd27a3" providerId="ADAL" clId="{AC4FE40A-642C-924A-A992-C70CE6112380}" dt="2024-12-23T21:08:41.815" v="2688" actId="13926"/>
          <ac:spMkLst>
            <pc:docMk/>
            <pc:sldMk cId="1395785717" sldId="293"/>
            <ac:spMk id="2" creationId="{0EFE6A30-3B56-BE62-7489-54B2A6332AEE}"/>
          </ac:spMkLst>
        </pc:spChg>
        <pc:spChg chg="mod">
          <ac:chgData name="Zhang, Franky" userId="6ce4719b-7f4a-4549-8832-a74568dd27a3" providerId="ADAL" clId="{AC4FE40A-642C-924A-A992-C70CE6112380}" dt="2024-12-23T21:08:10.475" v="2657" actId="13926"/>
          <ac:spMkLst>
            <pc:docMk/>
            <pc:sldMk cId="1395785717" sldId="293"/>
            <ac:spMk id="3" creationId="{92E13050-033D-9790-DAB2-E120BA1B0BBB}"/>
          </ac:spMkLst>
        </pc:spChg>
      </pc:sldChg>
      <pc:sldChg chg="modSp add mod">
        <pc:chgData name="Zhang, Franky" userId="6ce4719b-7f4a-4549-8832-a74568dd27a3" providerId="ADAL" clId="{AC4FE40A-642C-924A-A992-C70CE6112380}" dt="2024-12-18T15:16:23.071" v="2616" actId="113"/>
        <pc:sldMkLst>
          <pc:docMk/>
          <pc:sldMk cId="3993060276" sldId="294"/>
        </pc:sldMkLst>
        <pc:spChg chg="mod">
          <ac:chgData name="Zhang, Franky" userId="6ce4719b-7f4a-4549-8832-a74568dd27a3" providerId="ADAL" clId="{AC4FE40A-642C-924A-A992-C70CE6112380}" dt="2024-12-18T14:55:32.708" v="1605" actId="20577"/>
          <ac:spMkLst>
            <pc:docMk/>
            <pc:sldMk cId="3993060276" sldId="294"/>
            <ac:spMk id="2" creationId="{5EEDC10E-7556-8A6C-0A74-91CDDF85D032}"/>
          </ac:spMkLst>
        </pc:spChg>
        <pc:spChg chg="mod">
          <ac:chgData name="Zhang, Franky" userId="6ce4719b-7f4a-4549-8832-a74568dd27a3" providerId="ADAL" clId="{AC4FE40A-642C-924A-A992-C70CE6112380}" dt="2024-12-18T15:16:23.071" v="2616" actId="113"/>
          <ac:spMkLst>
            <pc:docMk/>
            <pc:sldMk cId="3993060276" sldId="294"/>
            <ac:spMk id="3" creationId="{6940D3D7-9905-CA4E-1055-DAE82C87F2F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5:01:41.66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4:55:48.62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16383,'0'0'0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4:55:49.31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14:59:22.58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6D7B5-59AD-CC4F-A4D9-6ADAEAA8EE36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05902-4727-B84C-89D1-4A80FA85F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9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05902-4727-B84C-89D1-4A80FA85F3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3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9157-6AB7-0684-3F80-A260C9841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B1F02-5CB3-DC19-37BC-35EA3D52B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BB088-17D9-58B6-1A87-4E8A0672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C5B3F-C075-2081-BD72-5D7BE3D0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63DAA-CDC8-827B-FC55-3D695FF1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78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DCE5-F67B-2B65-168E-88CB932E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A87FD-4448-87A8-9D0B-898AAD35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97D0E-C77A-2FC2-AB3E-0AD56D3F3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09D2-D7DF-84A5-DAC5-2DA2AB95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389D-73E0-3944-D73A-74445B82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0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484E-0578-5AAA-6786-9935D45A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C3714-5E21-0D30-97D8-E76BC5740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AA237-E5F3-7176-15CC-58731DD0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7E19D-673C-5B49-3DA3-15688FB0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0C3E2-D0B3-CBFB-362D-FC67DF1D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0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547D-0524-0C82-E459-1173ADB2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74372-F673-0481-C529-4C553604C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23BDA-D7CA-95EB-9D38-F5E0D9D33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F8AC7-6C6A-41FD-58C9-6E8DBE64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E931B-D1E1-2BAF-6E0C-6BCB849E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C089B-DD93-7A43-2AD7-A09C9E4D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35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22BA-F722-D6EC-9A32-FBE28849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FF42F-2440-1764-AE55-F48C65FB3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A84A0-DD3E-555D-0CA5-0BA4D6809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6451C-75B9-6585-4226-5F7B19468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56871-6105-97E0-6E87-1EA539E14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5D42D-AFDC-E7C1-6F28-15E1C94E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D10D6-9958-A57B-6FF8-EE850F52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1C9E4-A47F-0090-1BBD-C444F3DF6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8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58AF-3B29-0CBE-9D53-3B701CBD3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A8615-7261-94FC-0FBA-6E37D7B5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E710C-8001-0E58-9376-A7F6E379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B6BF1-9F20-D11C-43DA-B1C93C17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4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A548E-83BB-7B22-EB3C-CC8762C4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DC2AB-DC35-6F77-7A72-D0998D5E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1185F-AA7F-A6C4-F1C9-31F77233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2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C392-D96E-980C-BA9F-9E0DCB1D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8D7D2-06E3-3BA0-25C0-09CD35C9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0B913-6D25-EE70-EFF7-93EE4C331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8AAE2-7840-DAC4-9D17-0CCFED97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0DC97-1A30-129A-FF38-334F0C2E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6CED9-D1B7-4AE6-5282-CB500730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6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3C49-7882-C232-1313-528F0BD7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8655A-4833-82CA-001A-DFEA830B8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A4919-B228-3B67-9320-850590D95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7E630-D409-D4F5-9E7C-D3556802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FE7D7-9E41-08CA-F10F-5C7BA71E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CB347-9C21-1D67-1D8E-F05A0A5E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7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550B-793E-9077-395D-A665C801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851BE-3DCE-0EE7-CC07-5309FF72D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5C14-895C-58A9-6B37-133461CA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2861F-F6EC-6E45-9D3F-97D94A8B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09F3C-0479-50BF-3268-6B4778CE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82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0982A-D625-28EB-7E80-F81FE7EC5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326B5-8A55-B2AE-FE90-731B05299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AE417-8322-B6FC-FC1A-A23BFAE1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B4390-29B4-7D9F-1029-70E9E4A3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0F1FC-DB16-7029-382E-F9745FF0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8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24A1A-CF6C-BDED-2A86-2A8BDAE0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AE82E-E6E5-FE84-D9AF-9233F3B85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11BA4-F3C4-C5DC-F9F3-677C2630B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22A8C-B3EF-F04B-AF56-45443FB0812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21666-07FB-CCB1-DAB5-2E83754B2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24975-73BA-9A1B-309A-1E3A41579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D3DA4-84C1-4145-B04E-7728C26A1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8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1.png"/><Relationship Id="rId5" Type="http://schemas.openxmlformats.org/officeDocument/2006/relationships/image" Target="../media/image15.png"/><Relationship Id="rId4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7BF547-C03F-3633-5D01-0D79C50C302A}"/>
              </a:ext>
            </a:extLst>
          </p:cNvPr>
          <p:cNvSpPr txBox="1">
            <a:spLocks/>
          </p:cNvSpPr>
          <p:nvPr/>
        </p:nvSpPr>
        <p:spPr>
          <a:xfrm>
            <a:off x="2462705" y="1848784"/>
            <a:ext cx="726658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 of Global COVID-19 Variants</a:t>
            </a:r>
            <a:endParaRPr lang="en-US" altLang="ko-K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564C5-2B52-EB2C-F85D-8976B54B31CB}"/>
              </a:ext>
            </a:extLst>
          </p:cNvPr>
          <p:cNvSpPr txBox="1"/>
          <p:nvPr/>
        </p:nvSpPr>
        <p:spPr>
          <a:xfrm>
            <a:off x="5280717" y="3683653"/>
            <a:ext cx="16305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16, 2024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Franky Zhang</a:t>
            </a:r>
          </a:p>
        </p:txBody>
      </p:sp>
    </p:spTree>
    <p:extLst>
      <p:ext uri="{BB962C8B-B14F-4D97-AF65-F5344CB8AC3E}">
        <p14:creationId xmlns:p14="http://schemas.microsoft.com/office/powerpoint/2010/main" val="144054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8517F2-F110-7FB5-BCCB-D785BDB8190E}"/>
              </a:ext>
            </a:extLst>
          </p:cNvPr>
          <p:cNvSpPr txBox="1">
            <a:spLocks/>
          </p:cNvSpPr>
          <p:nvPr/>
        </p:nvSpPr>
        <p:spPr>
          <a:xfrm>
            <a:off x="324527" y="894585"/>
            <a:ext cx="11678785" cy="5431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Description</a:t>
            </a:r>
          </a:p>
          <a:p>
            <a:pPr lvl="1">
              <a:lnSpc>
                <a:spcPct val="12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Dataset includes infection counts from over 2,000 COVID-19 variants across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TOP 30 countries 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with the highest infections, covering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January 2020 to May 2024</a:t>
            </a: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20000"/>
              </a:lnSpc>
            </a:pPr>
            <a:endParaRPr lang="en-US" sz="1800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Data is recorded daily, allowing for detailed day-level analysis.</a:t>
            </a:r>
            <a:endParaRPr lang="en-US" sz="1100" kern="100" dirty="0"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top 30 countries include (selected based on the total number of cases over the entire time period):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	Australia, Austria, Belgium, Brazil, Canada, China,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	Czech Republic, Denmark, France, Germany, India, Ireland,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	Israel, Italy, Japan, Luxembourg, Mexico, Netherlands,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	Norway, Peru, Poland, Russia, Slovenia, South Korea,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	Spain, Sweden, Switzerland, Turkey, the United Kingdom, USA.</a:t>
            </a:r>
            <a:endParaRPr lang="en-US" sz="18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EBF10-EB5C-5D35-CF9D-E73E38FBFD3C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5838EC-AEDC-45C4-E00D-872712600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6678383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Introduction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직사각형 3">
            <a:extLst>
              <a:ext uri="{FF2B5EF4-FFF2-40B4-BE49-F238E27FC236}">
                <a16:creationId xmlns:a16="http://schemas.microsoft.com/office/drawing/2014/main" id="{E66EEDC9-7B3F-6FC8-5011-F164668E1E9D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D09C68-98FF-AE2B-CBC2-8DBCFA794AAF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64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6A30-3B56-BE62-7489-54B2A633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(1</a:t>
            </a:r>
            <a:r>
              <a:rPr lang="en-US" baseline="30000" dirty="0"/>
              <a:t>st</a:t>
            </a:r>
            <a:r>
              <a:rPr lang="en-US" dirty="0"/>
              <a:t> analysis)(</a:t>
            </a:r>
            <a:r>
              <a:rPr lang="en-US" dirty="0">
                <a:highlight>
                  <a:srgbClr val="FFFF00"/>
                </a:highlight>
              </a:rPr>
              <a:t>Add to the </a:t>
            </a:r>
            <a:r>
              <a:rPr lang="en-US" dirty="0" err="1">
                <a:highlight>
                  <a:srgbClr val="FFFF00"/>
                </a:highlight>
              </a:rPr>
              <a:t>d.ocx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3050-033D-9790-DAB2-E120BA1B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much early share growth rate can predict the future share </a:t>
            </a:r>
            <a:r>
              <a:rPr lang="en-US" dirty="0">
                <a:solidFill>
                  <a:srgbClr val="FF0000"/>
                </a:solidFill>
              </a:rPr>
              <a:t>dominance</a:t>
            </a:r>
            <a:r>
              <a:rPr lang="en-US" dirty="0"/>
              <a:t> (across countries). </a:t>
            </a:r>
          </a:p>
          <a:p>
            <a:pPr lvl="1"/>
            <a:r>
              <a:rPr lang="en-US" b="1" dirty="0"/>
              <a:t>a) </a:t>
            </a:r>
            <a:r>
              <a:rPr lang="en-US" dirty="0"/>
              <a:t>To determine optimal observation days for each country by the best model performance (R^2). </a:t>
            </a:r>
            <a:r>
              <a:rPr lang="en-US" altLang="zh-CN" dirty="0"/>
              <a:t>(</a:t>
            </a:r>
            <a:r>
              <a:rPr lang="en-US" altLang="zh-CN" dirty="0">
                <a:highlight>
                  <a:srgbClr val="FFFF00"/>
                </a:highlight>
              </a:rPr>
              <a:t>consider wider grip</a:t>
            </a:r>
            <a:r>
              <a:rPr lang="en-US" altLang="zh-CN" dirty="0"/>
              <a:t>)</a:t>
            </a:r>
            <a:endParaRPr lang="en-US" dirty="0"/>
          </a:p>
          <a:p>
            <a:pPr lvl="1"/>
            <a:r>
              <a:rPr lang="en-US" b="1" dirty="0"/>
              <a:t>b) </a:t>
            </a:r>
            <a:r>
              <a:rPr lang="en-US" dirty="0"/>
              <a:t>To determine the range of growth rates most contributing to the dominance. (by the coefficient, step function, derived from OTCs)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Utility of  the model: our model can predict the future dominance by monitoring the share growth rate of the new variant, based on the specific growth rate range and observation day (e.g. 45 days).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dominance can be replaced to the duration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8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48C0-1F9B-73F0-CB1E-37FDCC6F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C10E-7556-8A6C-0A74-91CDDF85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Objectives(2</a:t>
            </a:r>
            <a:r>
              <a:rPr lang="en-US" baseline="30000" dirty="0"/>
              <a:t>nd</a:t>
            </a:r>
            <a:r>
              <a:rPr lang="en-US" dirty="0"/>
              <a:t> paper)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D3D7-9905-CA4E-1055-DAE82C87F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variants contributed mostly to the hospitalization-infection rate during the Omicron wave across countries. </a:t>
            </a:r>
          </a:p>
          <a:p>
            <a:pPr lvl="1"/>
            <a:r>
              <a:rPr lang="en-US" dirty="0"/>
              <a:t>a) To determine whether and to what extent dominant variants were closely associated with the hops-</a:t>
            </a:r>
            <a:r>
              <a:rPr lang="en-US" dirty="0" err="1"/>
              <a:t>infec</a:t>
            </a:r>
            <a:r>
              <a:rPr lang="en-US" dirty="0"/>
              <a:t> rate. </a:t>
            </a:r>
          </a:p>
          <a:p>
            <a:pPr lvl="1"/>
            <a:r>
              <a:rPr lang="en-US" dirty="0"/>
              <a:t>b) To compare group of dominant variants and association with hops-</a:t>
            </a:r>
            <a:r>
              <a:rPr lang="en-US" dirty="0" err="1"/>
              <a:t>infec</a:t>
            </a:r>
            <a:r>
              <a:rPr lang="en-US" dirty="0"/>
              <a:t> rate across countries.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Utility of  the model:</a:t>
            </a:r>
          </a:p>
          <a:p>
            <a:pPr lvl="2"/>
            <a:r>
              <a:rPr lang="en-US" dirty="0"/>
              <a:t> To estimate population level epidemic consequence based on nationwide sampled genotype data. </a:t>
            </a:r>
          </a:p>
          <a:p>
            <a:pPr lvl="2"/>
            <a:r>
              <a:rPr lang="en-US" dirty="0"/>
              <a:t>To quantify the discrepancy between high share dominance and high </a:t>
            </a:r>
            <a:r>
              <a:rPr lang="en-US" dirty="0" err="1"/>
              <a:t>hosp-infec</a:t>
            </a:r>
            <a:r>
              <a:rPr lang="en-US" dirty="0"/>
              <a:t> contribution. </a:t>
            </a:r>
          </a:p>
        </p:txBody>
      </p:sp>
    </p:spTree>
    <p:extLst>
      <p:ext uri="{BB962C8B-B14F-4D97-AF65-F5344CB8AC3E}">
        <p14:creationId xmlns:p14="http://schemas.microsoft.com/office/powerpoint/2010/main" val="399306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6F6D2E-2896-706A-8C51-B4792E5E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6678383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Grouping Questions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39E25569-449A-8B04-9A8C-CE3D5983F45F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8">
            <a:extLst>
              <a:ext uri="{FF2B5EF4-FFF2-40B4-BE49-F238E27FC236}">
                <a16:creationId xmlns:a16="http://schemas.microsoft.com/office/drawing/2014/main" id="{FB440CBA-8E68-84B2-D0B5-D1537D0D255B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84C3F-29C1-C391-746E-22DAC77F1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26" y="1346956"/>
            <a:ext cx="11596155" cy="11019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A5AB30-1881-715F-3CCE-2B0754F27331}"/>
              </a:ext>
            </a:extLst>
          </p:cNvPr>
          <p:cNvSpPr/>
          <p:nvPr/>
        </p:nvSpPr>
        <p:spPr>
          <a:xfrm>
            <a:off x="2720759" y="1782960"/>
            <a:ext cx="632041" cy="224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59740-A470-77F7-7388-B200978C9872}"/>
              </a:ext>
            </a:extLst>
          </p:cNvPr>
          <p:cNvSpPr/>
          <p:nvPr/>
        </p:nvSpPr>
        <p:spPr>
          <a:xfrm>
            <a:off x="4575835" y="1782960"/>
            <a:ext cx="752910" cy="224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10C821-7F75-9A23-B553-34DB194174F5}"/>
              </a:ext>
            </a:extLst>
          </p:cNvPr>
          <p:cNvSpPr/>
          <p:nvPr/>
        </p:nvSpPr>
        <p:spPr>
          <a:xfrm>
            <a:off x="6399379" y="1782960"/>
            <a:ext cx="957861" cy="224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D87A303-C11E-3088-6DF4-2779B3A45C30}"/>
              </a:ext>
            </a:extLst>
          </p:cNvPr>
          <p:cNvSpPr txBox="1">
            <a:spLocks/>
          </p:cNvSpPr>
          <p:nvPr/>
        </p:nvSpPr>
        <p:spPr>
          <a:xfrm>
            <a:off x="2784096" y="3083464"/>
            <a:ext cx="6713013" cy="2427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Keep the current grouping result or exclude the more general groups (B.1)? </a:t>
            </a:r>
          </a:p>
        </p:txBody>
      </p:sp>
    </p:spTree>
    <p:extLst>
      <p:ext uri="{BB962C8B-B14F-4D97-AF65-F5344CB8AC3E}">
        <p14:creationId xmlns:p14="http://schemas.microsoft.com/office/powerpoint/2010/main" val="24731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80421-8255-42FE-F623-39DB167C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618328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Explanation of Model Input and Output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B9C83FA7-56E8-0B59-5D4B-0D95FD7F1B66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8">
            <a:extLst>
              <a:ext uri="{FF2B5EF4-FFF2-40B4-BE49-F238E27FC236}">
                <a16:creationId xmlns:a16="http://schemas.microsoft.com/office/drawing/2014/main" id="{E46472E2-D151-9335-B51B-B8201391EF9E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9" descr="A graph of a number of days&#10;&#10;Description automatically generated">
            <a:extLst>
              <a:ext uri="{FF2B5EF4-FFF2-40B4-BE49-F238E27FC236}">
                <a16:creationId xmlns:a16="http://schemas.microsoft.com/office/drawing/2014/main" id="{327DCB6C-FA10-24AE-8E2E-6FB686D0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12" y="1326250"/>
            <a:ext cx="11357576" cy="541251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579E6B-0B81-46B9-D575-F12E014F0D61}"/>
              </a:ext>
            </a:extLst>
          </p:cNvPr>
          <p:cNvSpPr/>
          <p:nvPr/>
        </p:nvSpPr>
        <p:spPr>
          <a:xfrm>
            <a:off x="1523999" y="1471448"/>
            <a:ext cx="1145629" cy="4540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79FB94-5B72-6541-34F1-C6AB9CEB31FA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3547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0BBB5D-42C4-1D4D-5EEE-8EB828E3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618328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Explanation of Model Input and Output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8DB93069-F73E-7246-B6EE-5C77BD9D4B4C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8">
            <a:extLst>
              <a:ext uri="{FF2B5EF4-FFF2-40B4-BE49-F238E27FC236}">
                <a16:creationId xmlns:a16="http://schemas.microsoft.com/office/drawing/2014/main" id="{946E2B59-D4BC-E038-A189-06D5962CF6F8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CC0EADC-7658-3122-50CE-0B8D95D2A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239" y="3994460"/>
            <a:ext cx="1518679" cy="2556352"/>
          </a:xfrm>
          <a:prstGeom prst="rect">
            <a:avLst/>
          </a:prstGeom>
        </p:spPr>
      </p:pic>
      <p:pic>
        <p:nvPicPr>
          <p:cNvPr id="9" name="Picture 8" descr="A graph of a number of days&#10;&#10;Description automatically generated">
            <a:extLst>
              <a:ext uri="{FF2B5EF4-FFF2-40B4-BE49-F238E27FC236}">
                <a16:creationId xmlns:a16="http://schemas.microsoft.com/office/drawing/2014/main" id="{E241E92A-9198-D57C-CE73-8D6AFB5FF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239" y="850752"/>
            <a:ext cx="6596727" cy="31437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16A6DC0-DAF5-130F-9160-2AA31131DD70}"/>
              </a:ext>
            </a:extLst>
          </p:cNvPr>
          <p:cNvSpPr/>
          <p:nvPr/>
        </p:nvSpPr>
        <p:spPr>
          <a:xfrm>
            <a:off x="2531573" y="1015705"/>
            <a:ext cx="632041" cy="25072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aph with blue dots&#10;&#10;Description automatically generated">
            <a:extLst>
              <a:ext uri="{FF2B5EF4-FFF2-40B4-BE49-F238E27FC236}">
                <a16:creationId xmlns:a16="http://schemas.microsoft.com/office/drawing/2014/main" id="{65AA763A-6CF9-BDEC-541B-FD90B1861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68" y="3994460"/>
            <a:ext cx="4568796" cy="2650406"/>
          </a:xfrm>
          <a:prstGeom prst="rect">
            <a:avLst/>
          </a:prstGeom>
        </p:spPr>
      </p:pic>
      <p:sp>
        <p:nvSpPr>
          <p:cNvPr id="15" name="Down Arrow 14">
            <a:extLst>
              <a:ext uri="{FF2B5EF4-FFF2-40B4-BE49-F238E27FC236}">
                <a16:creationId xmlns:a16="http://schemas.microsoft.com/office/drawing/2014/main" id="{00FD968E-BD0B-A20C-9603-92AA8A52CD42}"/>
              </a:ext>
            </a:extLst>
          </p:cNvPr>
          <p:cNvSpPr/>
          <p:nvPr/>
        </p:nvSpPr>
        <p:spPr>
          <a:xfrm rot="16200000">
            <a:off x="4605893" y="4360049"/>
            <a:ext cx="393699" cy="1825173"/>
          </a:xfrm>
          <a:prstGeom prst="downArrow">
            <a:avLst>
              <a:gd name="adj1" fmla="val 50000"/>
              <a:gd name="adj2" fmla="val 6601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54448-1AD3-3CD4-913A-C0C837750553}"/>
              </a:ext>
            </a:extLst>
          </p:cNvPr>
          <p:cNvSpPr txBox="1"/>
          <p:nvPr/>
        </p:nvSpPr>
        <p:spPr>
          <a:xfrm>
            <a:off x="8602465" y="3594350"/>
            <a:ext cx="2047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 series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E2AC9-3F35-DADC-40FB-231C8D928E06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6446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days&#10;&#10;Description automatically generated">
            <a:extLst>
              <a:ext uri="{FF2B5EF4-FFF2-40B4-BE49-F238E27FC236}">
                <a16:creationId xmlns:a16="http://schemas.microsoft.com/office/drawing/2014/main" id="{BC6D834E-BA69-F1B2-182F-DB6FF9D47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4" y="1928649"/>
            <a:ext cx="7932135" cy="378010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C5987A8-4D24-D926-5C1E-4487368F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618328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Explanation of Model Input and Output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직사각형 3">
            <a:extLst>
              <a:ext uri="{FF2B5EF4-FFF2-40B4-BE49-F238E27FC236}">
                <a16:creationId xmlns:a16="http://schemas.microsoft.com/office/drawing/2014/main" id="{13964C86-8DD7-4530-F2D3-964C7A73CC36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8">
            <a:extLst>
              <a:ext uri="{FF2B5EF4-FFF2-40B4-BE49-F238E27FC236}">
                <a16:creationId xmlns:a16="http://schemas.microsoft.com/office/drawing/2014/main" id="{2D2932AE-650A-BF9A-EB63-2D498947EFBE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1AE005-C489-9C36-68D1-0CEB30FA781B}"/>
              </a:ext>
            </a:extLst>
          </p:cNvPr>
          <p:cNvSpPr/>
          <p:nvPr/>
        </p:nvSpPr>
        <p:spPr>
          <a:xfrm>
            <a:off x="1019503" y="1928650"/>
            <a:ext cx="3247697" cy="33790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8EED3-EC8E-4F74-79DC-0D414D578B55}"/>
              </a:ext>
            </a:extLst>
          </p:cNvPr>
          <p:cNvSpPr txBox="1"/>
          <p:nvPr/>
        </p:nvSpPr>
        <p:spPr>
          <a:xfrm>
            <a:off x="8449351" y="484992"/>
            <a:ext cx="349887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“Dominance”: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share of the longest consecutive period of the variant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using the mean share or maximum share over the entire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model: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initial-stage growth rates of the share to predict future dominance, represented by the mean share over the longest consecutive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can predict the mean share and duration during its longest period but it cannot determine when the prevalence of the variant will end.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332C8-EAEC-B823-33FC-7D67452BB7CC}"/>
              </a:ext>
            </a:extLst>
          </p:cNvPr>
          <p:cNvSpPr txBox="1"/>
          <p:nvPr/>
        </p:nvSpPr>
        <p:spPr>
          <a:xfrm>
            <a:off x="1619651" y="1506620"/>
            <a:ext cx="2047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scaler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F4681A-2578-F27B-DC28-C1BBABE9163D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B648E3-B45C-D907-ADFF-0962F28F4151}"/>
              </a:ext>
            </a:extLst>
          </p:cNvPr>
          <p:cNvSpPr/>
          <p:nvPr/>
        </p:nvSpPr>
        <p:spPr>
          <a:xfrm>
            <a:off x="0" y="3216166"/>
            <a:ext cx="420414" cy="1051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6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820BEF-CAFD-E7CF-00DB-0252E7D418D1}"/>
              </a:ext>
            </a:extLst>
          </p:cNvPr>
          <p:cNvSpPr txBox="1">
            <a:spLocks/>
          </p:cNvSpPr>
          <p:nvPr/>
        </p:nvSpPr>
        <p:spPr>
          <a:xfrm>
            <a:off x="342527" y="894584"/>
            <a:ext cx="11678785" cy="5844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GSAID data, over 2,000 lineages for TOP 30 countries, was grouped into 22 shared classified lineages based on strings of possible parent lineages (following the UKHSAC alias grouping). 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sz="18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DengXian" panose="02010600030101010101" pitchFamily="2" charset="-122"/>
              </a:rPr>
              <a:t>In the latest version, the initial stage was redefined as a consecutive period with at least one infection per day to better capture the relevant information. And the dominance was redefined to the mean share during the longest prevalence. 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sz="18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Savitzky-Golay smoothing (S-G smoothing) was applied to denoise the time series and calculate the growth rate for both infection frequencies and the sharing of variants.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sz="1800" kern="100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smoothed growth rates were converted into Occupation Time Curves (OTCs) to facilitate clearer interpretation following Functional Data Analysis (FDA).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sz="1800" kern="100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Adapted Lasso Regression was applied to estimate the functional parameters, showing in the following steps. </a:t>
            </a: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E15D18-43DA-2623-1938-C69ECD63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6678383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Introduction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직사각형 3">
            <a:extLst>
              <a:ext uri="{FF2B5EF4-FFF2-40B4-BE49-F238E27FC236}">
                <a16:creationId xmlns:a16="http://schemas.microsoft.com/office/drawing/2014/main" id="{9E01E5F9-11A4-B3A7-27BD-546B1536149E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8">
            <a:extLst>
              <a:ext uri="{FF2B5EF4-FFF2-40B4-BE49-F238E27FC236}">
                <a16:creationId xmlns:a16="http://schemas.microsoft.com/office/drawing/2014/main" id="{25A965E3-07C9-9E35-BB31-0550E9B1C9F1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B36DB6-604F-4506-1A50-C6F24FD99149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7784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8FC503-B6F2-E908-288E-D4051A57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6678383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Redefine the initial stage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직사각형 3">
            <a:extLst>
              <a:ext uri="{FF2B5EF4-FFF2-40B4-BE49-F238E27FC236}">
                <a16:creationId xmlns:a16="http://schemas.microsoft.com/office/drawing/2014/main" id="{AB716BAF-015F-108E-993B-ED62C7F17F0D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8">
            <a:extLst>
              <a:ext uri="{FF2B5EF4-FFF2-40B4-BE49-F238E27FC236}">
                <a16:creationId xmlns:a16="http://schemas.microsoft.com/office/drawing/2014/main" id="{A5E0A239-DFC9-329B-87F6-B01CDB011856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798B0-9989-2A32-F2D0-056DD227E7A1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82616-9B6D-4ED7-8DD6-B81E18FEE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24" y="584697"/>
            <a:ext cx="7817163" cy="625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8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66B746D-A9DD-8124-BF59-8F8EC5B4E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811" y="1871086"/>
            <a:ext cx="8760378" cy="47601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591A5D8-9C86-14DF-E1B2-1BCB9B2F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6678383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Smooth and calculate growth rate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EE73D9C1-75B0-F1E2-DD38-211AAC544D66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8">
            <a:extLst>
              <a:ext uri="{FF2B5EF4-FFF2-40B4-BE49-F238E27FC236}">
                <a16:creationId xmlns:a16="http://schemas.microsoft.com/office/drawing/2014/main" id="{9800AC9D-67F2-A28C-8133-CB48B4B6FC62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89B67E-A7DD-843E-3C73-339A061A55F7}"/>
              </a:ext>
            </a:extLst>
          </p:cNvPr>
          <p:cNvSpPr txBox="1"/>
          <p:nvPr/>
        </p:nvSpPr>
        <p:spPr>
          <a:xfrm>
            <a:off x="3589253" y="872668"/>
            <a:ext cx="463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Kingdom-BQ.1 (initial 60 Days)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D333E-4E04-697E-79F4-F11F51739DDD}"/>
              </a:ext>
            </a:extLst>
          </p:cNvPr>
          <p:cNvSpPr txBox="1"/>
          <p:nvPr/>
        </p:nvSpPr>
        <p:spPr>
          <a:xfrm>
            <a:off x="1755651" y="1371877"/>
            <a:ext cx="463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Sharing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26AB7-1737-1D93-34A7-59FDC28022F6}"/>
              </a:ext>
            </a:extLst>
          </p:cNvPr>
          <p:cNvSpPr txBox="1"/>
          <p:nvPr/>
        </p:nvSpPr>
        <p:spPr>
          <a:xfrm>
            <a:off x="6293050" y="1377409"/>
            <a:ext cx="463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Frequencies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4307B35D-89EB-B08E-5DC0-96D08CE766C4}"/>
              </a:ext>
            </a:extLst>
          </p:cNvPr>
          <p:cNvSpPr/>
          <p:nvPr/>
        </p:nvSpPr>
        <p:spPr>
          <a:xfrm>
            <a:off x="3686969" y="3998997"/>
            <a:ext cx="772481" cy="399393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675276EE-9807-E837-A37B-C4B66BBEBAEB}"/>
              </a:ext>
            </a:extLst>
          </p:cNvPr>
          <p:cNvSpPr/>
          <p:nvPr/>
        </p:nvSpPr>
        <p:spPr>
          <a:xfrm>
            <a:off x="8224368" y="3998997"/>
            <a:ext cx="772481" cy="39939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023AA1-E166-0A1D-1523-7DD5A5119BBF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37402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5E0E-4518-5189-6B70-DC39A366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75BFC1-F05B-B2E9-18D1-2250A938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68" y="1871086"/>
            <a:ext cx="9035263" cy="473318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1ADDB4-21AB-A46B-B485-A98B247F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6678383" cy="7315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Smooth and calculate growth rate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8E365958-8A84-C300-2D34-29E4DFFEEA90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8">
            <a:extLst>
              <a:ext uri="{FF2B5EF4-FFF2-40B4-BE49-F238E27FC236}">
                <a16:creationId xmlns:a16="http://schemas.microsoft.com/office/drawing/2014/main" id="{EBFDABE0-8B11-3C73-6D6D-A2974FF7B721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B163E-1F64-A474-6796-669D496D3DF9}"/>
              </a:ext>
            </a:extLst>
          </p:cNvPr>
          <p:cNvSpPr txBox="1"/>
          <p:nvPr/>
        </p:nvSpPr>
        <p:spPr>
          <a:xfrm>
            <a:off x="3589253" y="872668"/>
            <a:ext cx="463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"South Korea-BA.1.1 (BA.1.1)"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A4BF7-9C40-5429-AE37-44AE27758C78}"/>
              </a:ext>
            </a:extLst>
          </p:cNvPr>
          <p:cNvSpPr txBox="1"/>
          <p:nvPr/>
        </p:nvSpPr>
        <p:spPr>
          <a:xfrm>
            <a:off x="1755651" y="1377409"/>
            <a:ext cx="463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Sharing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33250-C57C-DF9A-61AE-E718ADE58845}"/>
              </a:ext>
            </a:extLst>
          </p:cNvPr>
          <p:cNvSpPr txBox="1"/>
          <p:nvPr/>
        </p:nvSpPr>
        <p:spPr>
          <a:xfrm>
            <a:off x="6390766" y="1383049"/>
            <a:ext cx="463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 Frequencies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D421C9DC-1B57-5E6D-65C7-103A656BD139}"/>
              </a:ext>
            </a:extLst>
          </p:cNvPr>
          <p:cNvSpPr/>
          <p:nvPr/>
        </p:nvSpPr>
        <p:spPr>
          <a:xfrm>
            <a:off x="3686969" y="3998997"/>
            <a:ext cx="772481" cy="399393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014D488-D0C1-17FF-802E-031881781C90}"/>
              </a:ext>
            </a:extLst>
          </p:cNvPr>
          <p:cNvSpPr/>
          <p:nvPr/>
        </p:nvSpPr>
        <p:spPr>
          <a:xfrm>
            <a:off x="8224368" y="3998997"/>
            <a:ext cx="772481" cy="39939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C3CC9C-B340-3389-0E4A-2B3C36670AE5}"/>
                  </a:ext>
                </a:extLst>
              </p14:cNvPr>
              <p14:cNvContentPartPr/>
              <p14:nvPr/>
            </p14:nvContentPartPr>
            <p14:xfrm>
              <a:off x="6490572" y="1662012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C3CC9C-B340-3389-0E4A-2B3C36670A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72572" y="155437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B1897E2-B999-2BB5-F1C6-4D699EEE3A3D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17DD22-C32B-D008-FE88-EDC8E98F592A}"/>
              </a:ext>
            </a:extLst>
          </p:cNvPr>
          <p:cNvCxnSpPr>
            <a:cxnSpLocks/>
          </p:cNvCxnSpPr>
          <p:nvPr/>
        </p:nvCxnSpPr>
        <p:spPr>
          <a:xfrm>
            <a:off x="1660634" y="5528441"/>
            <a:ext cx="4435366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F49CA2-F3E6-8931-A533-0291839A7BCB}"/>
              </a:ext>
            </a:extLst>
          </p:cNvPr>
          <p:cNvCxnSpPr>
            <a:cxnSpLocks/>
          </p:cNvCxnSpPr>
          <p:nvPr/>
        </p:nvCxnSpPr>
        <p:spPr>
          <a:xfrm>
            <a:off x="1660634" y="5008179"/>
            <a:ext cx="4435366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1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21A1FA95-9560-3EDB-2FD9-1B1F32FB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013197" cy="7315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  <a:cs typeface="Times New Roman" panose="02020603050405020304" pitchFamily="18" charset="0"/>
              </a:rPr>
              <a:t>Occupation Time Curve Conversion</a:t>
            </a:r>
          </a:p>
        </p:txBody>
      </p:sp>
      <p:sp>
        <p:nvSpPr>
          <p:cNvPr id="31" name="직사각형 3">
            <a:extLst>
              <a:ext uri="{FF2B5EF4-FFF2-40B4-BE49-F238E27FC236}">
                <a16:creationId xmlns:a16="http://schemas.microsoft.com/office/drawing/2014/main" id="{F215BB27-8A11-77DB-C35D-71F9BC8369B0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8">
            <a:extLst>
              <a:ext uri="{FF2B5EF4-FFF2-40B4-BE49-F238E27FC236}">
                <a16:creationId xmlns:a16="http://schemas.microsoft.com/office/drawing/2014/main" id="{C0C62C49-4FDF-2387-0B9B-EA70DD25361C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9E0374-4E8E-2D21-E3BA-F20B859A5BDA}"/>
              </a:ext>
            </a:extLst>
          </p:cNvPr>
          <p:cNvSpPr txBox="1"/>
          <p:nvPr/>
        </p:nvSpPr>
        <p:spPr>
          <a:xfrm>
            <a:off x="1122092" y="850752"/>
            <a:ext cx="4635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Kingdom-BQ.1 (initial 60 Days)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A5521D-A70B-7898-0658-E05796F01627}"/>
              </a:ext>
            </a:extLst>
          </p:cNvPr>
          <p:cNvSpPr txBox="1"/>
          <p:nvPr/>
        </p:nvSpPr>
        <p:spPr>
          <a:xfrm>
            <a:off x="1050045" y="3851395"/>
            <a:ext cx="4635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Korea-BA.1.1 (BA.1.1) (initial 60 Days)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D46C389-90D9-5F28-8B92-8AA58E112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053" y="295079"/>
            <a:ext cx="2590800" cy="393700"/>
          </a:xfrm>
          <a:prstGeom prst="rect">
            <a:avLst/>
          </a:prstGeom>
        </p:spPr>
      </p:pic>
      <p:sp>
        <p:nvSpPr>
          <p:cNvPr id="41" name="Down Arrow 40">
            <a:extLst>
              <a:ext uri="{FF2B5EF4-FFF2-40B4-BE49-F238E27FC236}">
                <a16:creationId xmlns:a16="http://schemas.microsoft.com/office/drawing/2014/main" id="{661952D1-81ED-D35B-ED67-42536F260AA6}"/>
              </a:ext>
            </a:extLst>
          </p:cNvPr>
          <p:cNvSpPr/>
          <p:nvPr/>
        </p:nvSpPr>
        <p:spPr>
          <a:xfrm rot="16200000">
            <a:off x="7045551" y="1729044"/>
            <a:ext cx="393699" cy="1129411"/>
          </a:xfrm>
          <a:prstGeom prst="downArrow">
            <a:avLst>
              <a:gd name="adj1" fmla="val 50000"/>
              <a:gd name="adj2" fmla="val 111402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D3C31F2D-C6B1-D8B8-8041-9D3658310A75}"/>
              </a:ext>
            </a:extLst>
          </p:cNvPr>
          <p:cNvSpPr/>
          <p:nvPr/>
        </p:nvSpPr>
        <p:spPr>
          <a:xfrm rot="16200000">
            <a:off x="6904224" y="4674161"/>
            <a:ext cx="393699" cy="846759"/>
          </a:xfrm>
          <a:prstGeom prst="downArrow">
            <a:avLst>
              <a:gd name="adj1" fmla="val 50000"/>
              <a:gd name="adj2" fmla="val 111402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89D2125-A725-98DA-3C68-E9AF98311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467" y="2046099"/>
            <a:ext cx="3378200" cy="444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45D67E5-FABB-2607-51B8-1CFE17BDF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567" y="4811539"/>
            <a:ext cx="3810000" cy="444500"/>
          </a:xfrm>
          <a:prstGeom prst="rect">
            <a:avLst/>
          </a:prstGeom>
        </p:spPr>
      </p:pic>
      <p:pic>
        <p:nvPicPr>
          <p:cNvPr id="51" name="Picture 50" descr="A graph of growth and prob rate&#10;&#10;Description automatically generated">
            <a:extLst>
              <a:ext uri="{FF2B5EF4-FFF2-40B4-BE49-F238E27FC236}">
                <a16:creationId xmlns:a16="http://schemas.microsoft.com/office/drawing/2014/main" id="{CD72F975-35EE-948C-15B1-588A2C830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00" y="4174931"/>
            <a:ext cx="5312700" cy="2678900"/>
          </a:xfrm>
          <a:prstGeom prst="rect">
            <a:avLst/>
          </a:prstGeom>
        </p:spPr>
      </p:pic>
      <p:pic>
        <p:nvPicPr>
          <p:cNvPr id="53" name="Picture 52" descr="A comparison of graphs and numbers&#10;&#10;Description automatically generated with medium confidence">
            <a:extLst>
              <a:ext uri="{FF2B5EF4-FFF2-40B4-BE49-F238E27FC236}">
                <a16:creationId xmlns:a16="http://schemas.microsoft.com/office/drawing/2014/main" id="{CFBDB0BF-F043-674B-8DA8-24F69232BC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300" y="1142396"/>
            <a:ext cx="5312700" cy="2678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48DEF6-0ACD-FCA4-93A6-C6B1A72B393C}"/>
              </a:ext>
            </a:extLst>
          </p:cNvPr>
          <p:cNvSpPr/>
          <p:nvPr/>
        </p:nvSpPr>
        <p:spPr>
          <a:xfrm>
            <a:off x="1770633" y="3626069"/>
            <a:ext cx="956442" cy="1952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days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2DA9C-1B31-1ED4-E52A-DFB0A9AB1149}"/>
              </a:ext>
            </a:extLst>
          </p:cNvPr>
          <p:cNvSpPr/>
          <p:nvPr/>
        </p:nvSpPr>
        <p:spPr>
          <a:xfrm>
            <a:off x="1770633" y="6658604"/>
            <a:ext cx="956442" cy="1952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days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1413A-F4DC-F614-301F-9CF78892A888}"/>
              </a:ext>
            </a:extLst>
          </p:cNvPr>
          <p:cNvSpPr/>
          <p:nvPr/>
        </p:nvSpPr>
        <p:spPr>
          <a:xfrm>
            <a:off x="783300" y="1803748"/>
            <a:ext cx="143626" cy="4045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AB0CD-B8BC-DFB3-CD05-2CFF6AEDFBFB}"/>
              </a:ext>
            </a:extLst>
          </p:cNvPr>
          <p:cNvSpPr txBox="1"/>
          <p:nvPr/>
        </p:nvSpPr>
        <p:spPr>
          <a:xfrm>
            <a:off x="11735694" y="6469095"/>
            <a:ext cx="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62367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D08532-89CA-2511-163A-2C68CD44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013197" cy="7315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  <a:cs typeface="Times New Roman" panose="02020603050405020304" pitchFamily="18" charset="0"/>
              </a:rPr>
              <a:t>Occupation Time Curve Conversion</a:t>
            </a: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79E7484B-955C-9A9F-105F-31D1171FBCEF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8">
            <a:extLst>
              <a:ext uri="{FF2B5EF4-FFF2-40B4-BE49-F238E27FC236}">
                <a16:creationId xmlns:a16="http://schemas.microsoft.com/office/drawing/2014/main" id="{B0FB74DA-8CDC-8282-92E1-AC9AD3BFB531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731D96-A33A-79B5-0706-CFC97035C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724" y="288142"/>
            <a:ext cx="2590800" cy="393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6DD2AE-9DAA-4721-92B2-34D3E62977B3}"/>
              </a:ext>
            </a:extLst>
          </p:cNvPr>
          <p:cNvSpPr txBox="1"/>
          <p:nvPr/>
        </p:nvSpPr>
        <p:spPr>
          <a:xfrm>
            <a:off x="11676994" y="6469095"/>
            <a:ext cx="45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C73277-77D6-033C-E939-8B2081F85F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370"/>
          <a:stretch/>
        </p:blipFill>
        <p:spPr bwMode="auto">
          <a:xfrm>
            <a:off x="1891770" y="850752"/>
            <a:ext cx="8408459" cy="59611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302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D5CCDD3-F4D6-9EBD-2DD2-34F2B757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013197" cy="7315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  <a:cs typeface="Times New Roman" panose="02020603050405020304" pitchFamily="18" charset="0"/>
              </a:rPr>
              <a:t>Functional Regression with OTCs</a:t>
            </a:r>
          </a:p>
        </p:txBody>
      </p:sp>
      <p:sp>
        <p:nvSpPr>
          <p:cNvPr id="11" name="직사각형 3">
            <a:extLst>
              <a:ext uri="{FF2B5EF4-FFF2-40B4-BE49-F238E27FC236}">
                <a16:creationId xmlns:a16="http://schemas.microsoft.com/office/drawing/2014/main" id="{D5686A5E-D7AB-8A67-407C-0B976504717E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8">
            <a:extLst>
              <a:ext uri="{FF2B5EF4-FFF2-40B4-BE49-F238E27FC236}">
                <a16:creationId xmlns:a16="http://schemas.microsoft.com/office/drawing/2014/main" id="{05742E52-ABCB-1643-043C-9A185676B9DF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5C9623-40D1-49DA-C004-6D77F899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44" y="2958024"/>
            <a:ext cx="2590800" cy="393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BD7B96-EA80-A2A2-832E-9F2FFE149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891" y="2025499"/>
            <a:ext cx="2711669" cy="2807001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5EB7FA0-6B32-92FC-A45D-AB6184DD8258}"/>
              </a:ext>
            </a:extLst>
          </p:cNvPr>
          <p:cNvSpPr/>
          <p:nvPr/>
        </p:nvSpPr>
        <p:spPr>
          <a:xfrm>
            <a:off x="4740168" y="3773948"/>
            <a:ext cx="262758" cy="315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C19DEE74-4C6F-F5C5-317E-4B483DB4CF32}"/>
              </a:ext>
            </a:extLst>
          </p:cNvPr>
          <p:cNvSpPr/>
          <p:nvPr/>
        </p:nvSpPr>
        <p:spPr>
          <a:xfrm>
            <a:off x="4892999" y="3529621"/>
            <a:ext cx="2897904" cy="602830"/>
          </a:xfrm>
          <a:prstGeom prst="arc">
            <a:avLst>
              <a:gd name="adj1" fmla="val 10882072"/>
              <a:gd name="adj2" fmla="val 214750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5F812E-2F38-96BB-D03A-FBCC7C02034F}"/>
              </a:ext>
            </a:extLst>
          </p:cNvPr>
          <p:cNvSpPr txBox="1"/>
          <p:nvPr/>
        </p:nvSpPr>
        <p:spPr>
          <a:xfrm>
            <a:off x="7814873" y="3750704"/>
            <a:ext cx="3862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Theta_j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Estimated via adapted fused Lasso,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formed to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Beta_k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E3B95F-FEBC-F4EF-A0D0-76ECBBFFEA6B}"/>
                  </a:ext>
                </a:extLst>
              </p14:cNvPr>
              <p14:cNvContentPartPr/>
              <p14:nvPr/>
            </p14:nvContentPartPr>
            <p14:xfrm>
              <a:off x="5129530" y="242267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E3B95F-FEBC-F4EF-A0D0-76ECBBFFEA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11530" y="2314673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10519F-3C57-219F-2CD2-9D92A84233E9}"/>
                  </a:ext>
                </a:extLst>
              </p14:cNvPr>
              <p14:cNvContentPartPr/>
              <p14:nvPr/>
            </p14:nvContentPartPr>
            <p14:xfrm>
              <a:off x="5574850" y="2831273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10519F-3C57-219F-2CD2-9D92A84233E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56850" y="2723273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451228-D9D0-53F4-6EE2-54A763D7280E}"/>
                  </a:ext>
                </a:extLst>
              </p14:cNvPr>
              <p14:cNvContentPartPr/>
              <p14:nvPr/>
            </p14:nvContentPartPr>
            <p14:xfrm>
              <a:off x="9233052" y="602197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451228-D9D0-53F4-6EE2-54A763D728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15052" y="5914332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F3F3A5-C416-A215-1E86-8B9E09D4CBB8}"/>
              </a:ext>
            </a:extLst>
          </p:cNvPr>
          <p:cNvSpPr txBox="1"/>
          <p:nvPr/>
        </p:nvSpPr>
        <p:spPr>
          <a:xfrm>
            <a:off x="11676994" y="6469095"/>
            <a:ext cx="45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862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147C-3663-0BD6-4DB4-C6B5E1B6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4BE157F-8426-975E-E8B7-8C3E09448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27" y="119232"/>
            <a:ext cx="8013197" cy="7315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  <a:cs typeface="Times New Roman" panose="02020603050405020304" pitchFamily="18" charset="0"/>
              </a:rPr>
              <a:t>Functional Regression with OTCs</a:t>
            </a:r>
          </a:p>
        </p:txBody>
      </p:sp>
      <p:sp>
        <p:nvSpPr>
          <p:cNvPr id="11" name="직사각형 3">
            <a:extLst>
              <a:ext uri="{FF2B5EF4-FFF2-40B4-BE49-F238E27FC236}">
                <a16:creationId xmlns:a16="http://schemas.microsoft.com/office/drawing/2014/main" id="{99AFB790-1C0F-C4DB-FF7A-4387E2053590}"/>
              </a:ext>
            </a:extLst>
          </p:cNvPr>
          <p:cNvSpPr/>
          <p:nvPr/>
        </p:nvSpPr>
        <p:spPr>
          <a:xfrm flipH="1" flipV="1">
            <a:off x="127233" y="97318"/>
            <a:ext cx="116541" cy="7753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8">
            <a:extLst>
              <a:ext uri="{FF2B5EF4-FFF2-40B4-BE49-F238E27FC236}">
                <a16:creationId xmlns:a16="http://schemas.microsoft.com/office/drawing/2014/main" id="{C455AD14-FD5E-21EA-BFD0-B791AA315AE6}"/>
              </a:ext>
            </a:extLst>
          </p:cNvPr>
          <p:cNvSpPr/>
          <p:nvPr/>
        </p:nvSpPr>
        <p:spPr>
          <a:xfrm flipH="1" flipV="1">
            <a:off x="306527" y="97316"/>
            <a:ext cx="36000" cy="7753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15" descr="A graph with black lines&#10;&#10;Description automatically generated">
            <a:extLst>
              <a:ext uri="{FF2B5EF4-FFF2-40B4-BE49-F238E27FC236}">
                <a16:creationId xmlns:a16="http://schemas.microsoft.com/office/drawing/2014/main" id="{A1ADBCAB-F65A-5EEF-B73C-7A5D68A94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559" y="1355809"/>
            <a:ext cx="6323441" cy="31617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5DA4AA7-7F0E-EDBA-CA31-042E004368F7}"/>
              </a:ext>
            </a:extLst>
          </p:cNvPr>
          <p:cNvSpPr/>
          <p:nvPr/>
        </p:nvSpPr>
        <p:spPr>
          <a:xfrm>
            <a:off x="8986345" y="1198489"/>
            <a:ext cx="819807" cy="28586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BE8B46-CB77-9233-CDDD-C8523618A074}"/>
              </a:ext>
            </a:extLst>
          </p:cNvPr>
          <p:cNvSpPr txBox="1">
            <a:spLocks/>
          </p:cNvSpPr>
          <p:nvPr/>
        </p:nvSpPr>
        <p:spPr>
          <a:xfrm>
            <a:off x="306527" y="4673261"/>
            <a:ext cx="11678785" cy="2427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Interpretation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highlighted area indicates that the model predicts variants with growth rates clustering around -0.1 and 0.1 to be dominant.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Variants with extremely low or high sharing growth rates are predicted to be less dominant by the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5B7E8-5C9C-183A-5243-C554B7F8D580}"/>
              </a:ext>
            </a:extLst>
          </p:cNvPr>
          <p:cNvSpPr txBox="1"/>
          <p:nvPr/>
        </p:nvSpPr>
        <p:spPr>
          <a:xfrm>
            <a:off x="11676994" y="6469095"/>
            <a:ext cx="45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5A8D5-4D58-65E6-2D13-C9ADACE0B4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370"/>
          <a:stretch/>
        </p:blipFill>
        <p:spPr bwMode="auto">
          <a:xfrm>
            <a:off x="342527" y="680898"/>
            <a:ext cx="5967095" cy="42303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102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370348-EDCA-5ACA-F27A-511B6E4E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39" y="803482"/>
            <a:ext cx="10119921" cy="525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65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2135-CCDA-0BCA-D6AE-3010718B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A3F749-EA16-A406-CA8A-2922B7BD3E5F}"/>
              </a:ext>
            </a:extLst>
          </p:cNvPr>
          <p:cNvSpPr txBox="1">
            <a:spLocks/>
          </p:cNvSpPr>
          <p:nvPr/>
        </p:nvSpPr>
        <p:spPr>
          <a:xfrm>
            <a:off x="605658" y="2103437"/>
            <a:ext cx="109806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Hospitalization/Infection Rate Prediction Using Variant Share Sequences</a:t>
            </a:r>
          </a:p>
        </p:txBody>
      </p:sp>
    </p:spTree>
    <p:extLst>
      <p:ext uri="{BB962C8B-B14F-4D97-AF65-F5344CB8AC3E}">
        <p14:creationId xmlns:p14="http://schemas.microsoft.com/office/powerpoint/2010/main" val="2221889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B1C068-9196-B559-F275-8CF92BAE6893}"/>
              </a:ext>
            </a:extLst>
          </p:cNvPr>
          <p:cNvSpPr txBox="1">
            <a:spLocks/>
          </p:cNvSpPr>
          <p:nvPr/>
        </p:nvSpPr>
        <p:spPr>
          <a:xfrm>
            <a:off x="256606" y="331076"/>
            <a:ext cx="11678785" cy="2266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Data Description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Linking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22 shared classified lineages </a:t>
            </a:r>
            <a:r>
              <a:rPr lang="en-US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data to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Hospitalization and Infection data </a:t>
            </a:r>
            <a:r>
              <a:rPr lang="en-US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Our World in Data </a:t>
            </a:r>
            <a:r>
              <a:rPr lang="en-US" sz="2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website. </a:t>
            </a:r>
            <a:endParaRPr lang="en-US" sz="2000" dirty="0">
              <a:effectLst/>
              <a:latin typeface="Times New Roman" panose="02020603050405020304" pitchFamily="18" charset="0"/>
              <a:ea typeface="DengXian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hospitalization-infection (Hosp-Infec) rate was calculated as a sequence, and the problem was modeled as a multiple time series prediction problem.</a:t>
            </a:r>
            <a:endParaRPr lang="en-US" sz="1900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EFFD43-C486-DF54-EE6E-FE03DC33D650}"/>
              </a:ext>
            </a:extLst>
          </p:cNvPr>
          <p:cNvSpPr txBox="1">
            <a:spLocks/>
          </p:cNvSpPr>
          <p:nvPr/>
        </p:nvSpPr>
        <p:spPr>
          <a:xfrm>
            <a:off x="256606" y="3168870"/>
            <a:ext cx="11678785" cy="188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Definition and Methodology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ea typeface="DengXian" panose="02010600030101010101" pitchFamily="2" charset="-122"/>
              </a:rPr>
              <a:t>The Hosp-Infec rate was calculated using the absolute number of infections and hospitalizations recorded.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ARIMAX</a:t>
            </a:r>
            <a:r>
              <a:rPr lang="en-US" sz="2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model was applied for multiple time series predictions to better provide the the contribution of exogenous variables (multiple series of variants)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C2859-98A9-986D-A467-307A95523D57}"/>
              </a:ext>
            </a:extLst>
          </p:cNvPr>
          <p:cNvSpPr txBox="1"/>
          <p:nvPr/>
        </p:nvSpPr>
        <p:spPr>
          <a:xfrm>
            <a:off x="11676994" y="6469095"/>
            <a:ext cx="45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7B418-3DA7-733D-D2EA-CF04EC464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48" y="5197135"/>
            <a:ext cx="67437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92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39780-1A6A-A6AF-1F53-DD8A5734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38" y="295604"/>
            <a:ext cx="8355723" cy="626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76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blue dots&#10;&#10;Description automatically generated">
            <a:extLst>
              <a:ext uri="{FF2B5EF4-FFF2-40B4-BE49-F238E27FC236}">
                <a16:creationId xmlns:a16="http://schemas.microsoft.com/office/drawing/2014/main" id="{ED7FD13E-1E61-B3BD-433F-1104F197A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92" y="725738"/>
            <a:ext cx="5887308" cy="5203960"/>
          </a:xfrm>
          <a:prstGeom prst="rect">
            <a:avLst/>
          </a:prstGeom>
        </p:spPr>
      </p:pic>
      <p:pic>
        <p:nvPicPr>
          <p:cNvPr id="9" name="Picture 8" descr="A graph with blue dots&#10;&#10;Description automatically generated">
            <a:extLst>
              <a:ext uri="{FF2B5EF4-FFF2-40B4-BE49-F238E27FC236}">
                <a16:creationId xmlns:a16="http://schemas.microsoft.com/office/drawing/2014/main" id="{E7B8F350-61DB-E454-CAE3-6F85BF7EB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692" y="725738"/>
            <a:ext cx="5887308" cy="5203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CB83E0-6DD9-FE75-73F0-AD8F7E283FDB}"/>
              </a:ext>
            </a:extLst>
          </p:cNvPr>
          <p:cNvSpPr txBox="1"/>
          <p:nvPr/>
        </p:nvSpPr>
        <p:spPr>
          <a:xfrm>
            <a:off x="4414345" y="304800"/>
            <a:ext cx="266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Add time span to the title</a:t>
            </a:r>
          </a:p>
        </p:txBody>
      </p:sp>
    </p:spTree>
    <p:extLst>
      <p:ext uri="{BB962C8B-B14F-4D97-AF65-F5344CB8AC3E}">
        <p14:creationId xmlns:p14="http://schemas.microsoft.com/office/powerpoint/2010/main" val="3631312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blue dots&#10;&#10;Description automatically generated">
            <a:extLst>
              <a:ext uri="{FF2B5EF4-FFF2-40B4-BE49-F238E27FC236}">
                <a16:creationId xmlns:a16="http://schemas.microsoft.com/office/drawing/2014/main" id="{CA655D13-F601-E23C-0E1C-F8F404BF0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57" y="707203"/>
            <a:ext cx="6579286" cy="58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34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6468</TotalTime>
  <Words>896</Words>
  <Application>Microsoft Macintosh PowerPoint</Application>
  <PresentationFormat>Widescreen</PresentationFormat>
  <Paragraphs>103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Introduction</vt:lpstr>
      <vt:lpstr>Objectives (1st analysis)(Add to the d.ocx)</vt:lpstr>
      <vt:lpstr>Objectives(2nd paper)</vt:lpstr>
      <vt:lpstr>Grouping Questions</vt:lpstr>
      <vt:lpstr>Explanation of Model Input and Output</vt:lpstr>
      <vt:lpstr>Explanation of Model Input and Output</vt:lpstr>
      <vt:lpstr>Explanation of Model Input and Output</vt:lpstr>
      <vt:lpstr>Introduction</vt:lpstr>
      <vt:lpstr>Redefine the initial stage</vt:lpstr>
      <vt:lpstr>Smooth and calculate growth rate</vt:lpstr>
      <vt:lpstr>Smooth and calculate growth rate</vt:lpstr>
      <vt:lpstr>Occupation Time Curve Conversion</vt:lpstr>
      <vt:lpstr>Occupation Time Curve Conversion</vt:lpstr>
      <vt:lpstr>Functional Regression with OTCs</vt:lpstr>
      <vt:lpstr>Functional Regression with OTCs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Franky</dc:creator>
  <cp:lastModifiedBy>Zhang, Franky</cp:lastModifiedBy>
  <cp:revision>23</cp:revision>
  <dcterms:created xsi:type="dcterms:W3CDTF">2024-10-16T12:27:48Z</dcterms:created>
  <dcterms:modified xsi:type="dcterms:W3CDTF">2024-12-23T21:08:49Z</dcterms:modified>
</cp:coreProperties>
</file>