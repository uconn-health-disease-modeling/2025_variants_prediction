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32"/>
  </p:notesMasterIdLst>
  <p:sldIdLst>
    <p:sldId id="256" r:id="rId2"/>
    <p:sldId id="258" r:id="rId3"/>
    <p:sldId id="296" r:id="rId4"/>
    <p:sldId id="261" r:id="rId5"/>
    <p:sldId id="297" r:id="rId6"/>
    <p:sldId id="257" r:id="rId7"/>
    <p:sldId id="298" r:id="rId8"/>
    <p:sldId id="299" r:id="rId9"/>
    <p:sldId id="300" r:id="rId10"/>
    <p:sldId id="301" r:id="rId11"/>
    <p:sldId id="302" r:id="rId12"/>
    <p:sldId id="303" r:id="rId13"/>
    <p:sldId id="304" r:id="rId14"/>
    <p:sldId id="305" r:id="rId15"/>
    <p:sldId id="306" r:id="rId16"/>
    <p:sldId id="307" r:id="rId17"/>
    <p:sldId id="309" r:id="rId18"/>
    <p:sldId id="308" r:id="rId19"/>
    <p:sldId id="310" r:id="rId20"/>
    <p:sldId id="311" r:id="rId21"/>
    <p:sldId id="320" r:id="rId22"/>
    <p:sldId id="312" r:id="rId23"/>
    <p:sldId id="313" r:id="rId24"/>
    <p:sldId id="314" r:id="rId25"/>
    <p:sldId id="315" r:id="rId26"/>
    <p:sldId id="316" r:id="rId27"/>
    <p:sldId id="317" r:id="rId28"/>
    <p:sldId id="318" r:id="rId29"/>
    <p:sldId id="319" r:id="rId30"/>
    <p:sldId id="275" r:id="rId31"/>
  </p:sldIdLst>
  <p:sldSz cx="9144000" cy="5143500" type="screen16x9"/>
  <p:notesSz cx="6858000" cy="9144000"/>
  <p:embeddedFontLst>
    <p:embeddedFont>
      <p:font typeface="Cambria Math" panose="02040503050406030204" pitchFamily="18" charset="0"/>
      <p:regular r:id="rId33"/>
    </p:embeddedFont>
    <p:embeddedFont>
      <p:font typeface="Montserrat SemiBold" panose="020F0502020204030204" pitchFamily="34" charset="0"/>
      <p:regular r:id="rId34"/>
      <p:bold r:id="rId35"/>
      <p:italic r:id="rId36"/>
      <p:boldItalic r:id="rId37"/>
    </p:embeddedFont>
    <p:embeddedFont>
      <p:font typeface="Open Sans" panose="020B0606030504020204" pitchFamily="34" charset="0"/>
      <p:regular r:id="rId38"/>
      <p:bold r:id="rId39"/>
      <p:italic r:id="rId40"/>
      <p:boldItalic r:id="rId41"/>
    </p:embeddedFont>
    <p:embeddedFont>
      <p:font typeface="Questrial" pitchFamily="2" charset="77"/>
      <p:regular r:id="rId42"/>
    </p:embeddedFont>
    <p:embeddedFont>
      <p:font typeface="Raleway" pitchFamily="2" charset="77"/>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B58907-3BE5-A741-9189-195158BDE65C}" v="64" dt="2025-10-07T04:56:30.523"/>
  </p1510:revLst>
</p1510:revInfo>
</file>

<file path=ppt/tableStyles.xml><?xml version="1.0" encoding="utf-8"?>
<a:tblStyleLst xmlns:a="http://schemas.openxmlformats.org/drawingml/2006/main" def="{9F530665-4193-418C-8ED8-6E003C5CC9B8}">
  <a:tblStyle styleId="{9F530665-4193-418C-8ED8-6E003C5CC9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19"/>
    <p:restoredTop sz="96327"/>
  </p:normalViewPr>
  <p:slideViewPr>
    <p:cSldViewPr snapToGrid="0">
      <p:cViewPr varScale="1">
        <p:scale>
          <a:sx n="150" d="100"/>
          <a:sy n="150" d="100"/>
        </p:scale>
        <p:origin x="-256" y="96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Franky" userId="6ce4719b-7f4a-4549-8832-a74568dd27a3" providerId="ADAL" clId="{AAB58907-3BE5-A741-9189-195158BDE65C}"/>
    <pc:docChg chg="undo custSel addSld delSld modSld">
      <pc:chgData name="Zhang, Franky" userId="6ce4719b-7f4a-4549-8832-a74568dd27a3" providerId="ADAL" clId="{AAB58907-3BE5-A741-9189-195158BDE65C}" dt="2025-10-07T05:00:02.388" v="1328" actId="20577"/>
      <pc:docMkLst>
        <pc:docMk/>
      </pc:docMkLst>
      <pc:sldChg chg="modSp mod">
        <pc:chgData name="Zhang, Franky" userId="6ce4719b-7f4a-4549-8832-a74568dd27a3" providerId="ADAL" clId="{AAB58907-3BE5-A741-9189-195158BDE65C}" dt="2025-10-06T18:55:20.414" v="732" actId="13926"/>
        <pc:sldMkLst>
          <pc:docMk/>
          <pc:sldMk cId="0" sldId="256"/>
        </pc:sldMkLst>
        <pc:spChg chg="mod">
          <ac:chgData name="Zhang, Franky" userId="6ce4719b-7f4a-4549-8832-a74568dd27a3" providerId="ADAL" clId="{AAB58907-3BE5-A741-9189-195158BDE65C}" dt="2025-10-06T18:55:20.414" v="732" actId="13926"/>
          <ac:spMkLst>
            <pc:docMk/>
            <pc:sldMk cId="0" sldId="256"/>
            <ac:spMk id="358" creationId="{00000000-0000-0000-0000-000000000000}"/>
          </ac:spMkLst>
        </pc:spChg>
      </pc:sldChg>
      <pc:sldChg chg="addSp delSp modSp mod">
        <pc:chgData name="Zhang, Franky" userId="6ce4719b-7f4a-4549-8832-a74568dd27a3" providerId="ADAL" clId="{AAB58907-3BE5-A741-9189-195158BDE65C}" dt="2025-10-07T01:12:37.998" v="794"/>
        <pc:sldMkLst>
          <pc:docMk/>
          <pc:sldMk cId="0" sldId="257"/>
        </pc:sldMkLst>
        <pc:picChg chg="add del mod">
          <ac:chgData name="Zhang, Franky" userId="6ce4719b-7f4a-4549-8832-a74568dd27a3" providerId="ADAL" clId="{AAB58907-3BE5-A741-9189-195158BDE65C}" dt="2025-10-07T01:12:37.724" v="793" actId="478"/>
          <ac:picMkLst>
            <pc:docMk/>
            <pc:sldMk cId="0" sldId="257"/>
            <ac:picMk id="3" creationId="{EC336818-4542-5F4F-3712-485E4E7D8373}"/>
          </ac:picMkLst>
        </pc:picChg>
        <pc:picChg chg="add mod">
          <ac:chgData name="Zhang, Franky" userId="6ce4719b-7f4a-4549-8832-a74568dd27a3" providerId="ADAL" clId="{AAB58907-3BE5-A741-9189-195158BDE65C}" dt="2025-10-07T01:12:37.998" v="794"/>
          <ac:picMkLst>
            <pc:docMk/>
            <pc:sldMk cId="0" sldId="257"/>
            <ac:picMk id="5" creationId="{93746515-08B9-20C1-6850-0B85C8AEC432}"/>
          </ac:picMkLst>
        </pc:picChg>
      </pc:sldChg>
      <pc:sldChg chg="modSp mod">
        <pc:chgData name="Zhang, Franky" userId="6ce4719b-7f4a-4549-8832-a74568dd27a3" providerId="ADAL" clId="{AAB58907-3BE5-A741-9189-195158BDE65C}" dt="2025-10-06T18:47:40.366" v="694" actId="20577"/>
        <pc:sldMkLst>
          <pc:docMk/>
          <pc:sldMk cId="0" sldId="258"/>
        </pc:sldMkLst>
        <pc:spChg chg="mod">
          <ac:chgData name="Zhang, Franky" userId="6ce4719b-7f4a-4549-8832-a74568dd27a3" providerId="ADAL" clId="{AAB58907-3BE5-A741-9189-195158BDE65C}" dt="2025-10-06T18:47:40.366" v="694" actId="20577"/>
          <ac:spMkLst>
            <pc:docMk/>
            <pc:sldMk cId="0" sldId="258"/>
            <ac:spMk id="5" creationId="{91E741F7-3B41-217F-FEBD-54F247F7314D}"/>
          </ac:spMkLst>
        </pc:spChg>
      </pc:sldChg>
      <pc:sldChg chg="modSp">
        <pc:chgData name="Zhang, Franky" userId="6ce4719b-7f4a-4549-8832-a74568dd27a3" providerId="ADAL" clId="{AAB58907-3BE5-A741-9189-195158BDE65C}" dt="2025-10-01T04:10:12.086" v="0" actId="20578"/>
        <pc:sldMkLst>
          <pc:docMk/>
          <pc:sldMk cId="2552966964" sldId="296"/>
        </pc:sldMkLst>
        <pc:spChg chg="mod">
          <ac:chgData name="Zhang, Franky" userId="6ce4719b-7f4a-4549-8832-a74568dd27a3" providerId="ADAL" clId="{AAB58907-3BE5-A741-9189-195158BDE65C}" dt="2025-10-01T04:10:12.086" v="0" actId="20578"/>
          <ac:spMkLst>
            <pc:docMk/>
            <pc:sldMk cId="2552966964" sldId="296"/>
            <ac:spMk id="7" creationId="{1E839DB1-ADD5-73B9-3824-59A9027F71A8}"/>
          </ac:spMkLst>
        </pc:spChg>
      </pc:sldChg>
      <pc:sldChg chg="modSp mod">
        <pc:chgData name="Zhang, Franky" userId="6ce4719b-7f4a-4549-8832-a74568dd27a3" providerId="ADAL" clId="{AAB58907-3BE5-A741-9189-195158BDE65C}" dt="2025-10-06T18:47:51.268" v="696" actId="13926"/>
        <pc:sldMkLst>
          <pc:docMk/>
          <pc:sldMk cId="2084223156" sldId="298"/>
        </pc:sldMkLst>
        <pc:spChg chg="mod">
          <ac:chgData name="Zhang, Franky" userId="6ce4719b-7f4a-4549-8832-a74568dd27a3" providerId="ADAL" clId="{AAB58907-3BE5-A741-9189-195158BDE65C}" dt="2025-10-06T18:47:51.268" v="696" actId="13926"/>
          <ac:spMkLst>
            <pc:docMk/>
            <pc:sldMk cId="2084223156" sldId="298"/>
            <ac:spMk id="12" creationId="{2308FE4C-0284-9FB5-0928-4FC637BC9D64}"/>
          </ac:spMkLst>
        </pc:spChg>
      </pc:sldChg>
      <pc:sldChg chg="addSp delSp modSp mod">
        <pc:chgData name="Zhang, Franky" userId="6ce4719b-7f4a-4549-8832-a74568dd27a3" providerId="ADAL" clId="{AAB58907-3BE5-A741-9189-195158BDE65C}" dt="2025-10-01T04:24:40.638" v="330" actId="207"/>
        <pc:sldMkLst>
          <pc:docMk/>
          <pc:sldMk cId="1928325599" sldId="299"/>
        </pc:sldMkLst>
        <pc:spChg chg="add mod">
          <ac:chgData name="Zhang, Franky" userId="6ce4719b-7f4a-4549-8832-a74568dd27a3" providerId="ADAL" clId="{AAB58907-3BE5-A741-9189-195158BDE65C}" dt="2025-10-01T04:20:13.020" v="9" actId="208"/>
          <ac:spMkLst>
            <pc:docMk/>
            <pc:sldMk cId="1928325599" sldId="299"/>
            <ac:spMk id="10" creationId="{F81F950B-CD88-BD1E-44B3-E9B4ACD6189C}"/>
          </ac:spMkLst>
        </pc:spChg>
        <pc:spChg chg="mod">
          <ac:chgData name="Zhang, Franky" userId="6ce4719b-7f4a-4549-8832-a74568dd27a3" providerId="ADAL" clId="{AAB58907-3BE5-A741-9189-195158BDE65C}" dt="2025-10-01T04:24:40.638" v="330" actId="207"/>
          <ac:spMkLst>
            <pc:docMk/>
            <pc:sldMk cId="1928325599" sldId="299"/>
            <ac:spMk id="11" creationId="{BFC2D180-85A2-CAEE-0CAF-4140EF59E205}"/>
          </ac:spMkLst>
        </pc:spChg>
        <pc:spChg chg="add mod">
          <ac:chgData name="Zhang, Franky" userId="6ce4719b-7f4a-4549-8832-a74568dd27a3" providerId="ADAL" clId="{AAB58907-3BE5-A741-9189-195158BDE65C}" dt="2025-10-01T04:20:28.810" v="13" actId="692"/>
          <ac:spMkLst>
            <pc:docMk/>
            <pc:sldMk cId="1928325599" sldId="299"/>
            <ac:spMk id="12" creationId="{C0E65CC0-CBA5-6C45-728F-A3433AA142DF}"/>
          </ac:spMkLst>
        </pc:spChg>
        <pc:picChg chg="add mod">
          <ac:chgData name="Zhang, Franky" userId="6ce4719b-7f4a-4549-8832-a74568dd27a3" providerId="ADAL" clId="{AAB58907-3BE5-A741-9189-195158BDE65C}" dt="2025-10-01T04:19:49.050" v="6" actId="1076"/>
          <ac:picMkLst>
            <pc:docMk/>
            <pc:sldMk cId="1928325599" sldId="299"/>
            <ac:picMk id="9" creationId="{64C8944F-3380-36A2-3EEF-BCA91E394D47}"/>
          </ac:picMkLst>
        </pc:picChg>
      </pc:sldChg>
      <pc:sldChg chg="addSp delSp modSp mod">
        <pc:chgData name="Zhang, Franky" userId="6ce4719b-7f4a-4549-8832-a74568dd27a3" providerId="ADAL" clId="{AAB58907-3BE5-A741-9189-195158BDE65C}" dt="2025-10-07T01:12:33.016" v="792"/>
        <pc:sldMkLst>
          <pc:docMk/>
          <pc:sldMk cId="397424818" sldId="300"/>
        </pc:sldMkLst>
        <pc:picChg chg="add del mod">
          <ac:chgData name="Zhang, Franky" userId="6ce4719b-7f4a-4549-8832-a74568dd27a3" providerId="ADAL" clId="{AAB58907-3BE5-A741-9189-195158BDE65C}" dt="2025-10-07T01:12:32.750" v="791" actId="478"/>
          <ac:picMkLst>
            <pc:docMk/>
            <pc:sldMk cId="397424818" sldId="300"/>
            <ac:picMk id="5" creationId="{4F59EBCD-9F4C-A3AB-9C58-4A1C4B053A2B}"/>
          </ac:picMkLst>
        </pc:picChg>
        <pc:picChg chg="add mod">
          <ac:chgData name="Zhang, Franky" userId="6ce4719b-7f4a-4549-8832-a74568dd27a3" providerId="ADAL" clId="{AAB58907-3BE5-A741-9189-195158BDE65C}" dt="2025-10-07T01:12:33.016" v="792"/>
          <ac:picMkLst>
            <pc:docMk/>
            <pc:sldMk cId="397424818" sldId="300"/>
            <ac:picMk id="6" creationId="{961B44DE-97FF-309E-41F5-AD43A5C8D4E9}"/>
          </ac:picMkLst>
        </pc:picChg>
      </pc:sldChg>
      <pc:sldChg chg="modSp mod">
        <pc:chgData name="Zhang, Franky" userId="6ce4719b-7f4a-4549-8832-a74568dd27a3" providerId="ADAL" clId="{AAB58907-3BE5-A741-9189-195158BDE65C}" dt="2025-10-07T01:19:13.383" v="796" actId="1076"/>
        <pc:sldMkLst>
          <pc:docMk/>
          <pc:sldMk cId="1611937415" sldId="301"/>
        </pc:sldMkLst>
        <pc:picChg chg="mod">
          <ac:chgData name="Zhang, Franky" userId="6ce4719b-7f4a-4549-8832-a74568dd27a3" providerId="ADAL" clId="{AAB58907-3BE5-A741-9189-195158BDE65C}" dt="2025-10-07T01:19:13.383" v="796" actId="1076"/>
          <ac:picMkLst>
            <pc:docMk/>
            <pc:sldMk cId="1611937415" sldId="301"/>
            <ac:picMk id="7" creationId="{B3B1B590-CC9A-0E9D-A206-AE1F4C7DEE8C}"/>
          </ac:picMkLst>
        </pc:picChg>
      </pc:sldChg>
      <pc:sldChg chg="addSp modSp mod">
        <pc:chgData name="Zhang, Franky" userId="6ce4719b-7f4a-4549-8832-a74568dd27a3" providerId="ADAL" clId="{AAB58907-3BE5-A741-9189-195158BDE65C}" dt="2025-10-07T01:34:02.457" v="891" actId="1076"/>
        <pc:sldMkLst>
          <pc:docMk/>
          <pc:sldMk cId="3418309965" sldId="302"/>
        </pc:sldMkLst>
        <pc:spChg chg="mod">
          <ac:chgData name="Zhang, Franky" userId="6ce4719b-7f4a-4549-8832-a74568dd27a3" providerId="ADAL" clId="{AAB58907-3BE5-A741-9189-195158BDE65C}" dt="2025-10-06T18:48:00.965" v="697" actId="13926"/>
          <ac:spMkLst>
            <pc:docMk/>
            <pc:sldMk cId="3418309965" sldId="302"/>
            <ac:spMk id="2" creationId="{FEE28B37-AE29-4B0C-8884-73810F7C8A87}"/>
          </ac:spMkLst>
        </pc:spChg>
        <pc:spChg chg="add mod">
          <ac:chgData name="Zhang, Franky" userId="6ce4719b-7f4a-4549-8832-a74568dd27a3" providerId="ADAL" clId="{AAB58907-3BE5-A741-9189-195158BDE65C}" dt="2025-10-07T01:34:02.457" v="891" actId="1076"/>
          <ac:spMkLst>
            <pc:docMk/>
            <pc:sldMk cId="3418309965" sldId="302"/>
            <ac:spMk id="4" creationId="{6982B2C8-BD08-6F82-512D-CE7B86CEF432}"/>
          </ac:spMkLst>
        </pc:spChg>
      </pc:sldChg>
      <pc:sldChg chg="addSp delSp modSp mod">
        <pc:chgData name="Zhang, Franky" userId="6ce4719b-7f4a-4549-8832-a74568dd27a3" providerId="ADAL" clId="{AAB58907-3BE5-A741-9189-195158BDE65C}" dt="2025-10-07T01:12:27.897" v="790"/>
        <pc:sldMkLst>
          <pc:docMk/>
          <pc:sldMk cId="2160408942" sldId="304"/>
        </pc:sldMkLst>
        <pc:picChg chg="add del mod">
          <ac:chgData name="Zhang, Franky" userId="6ce4719b-7f4a-4549-8832-a74568dd27a3" providerId="ADAL" clId="{AAB58907-3BE5-A741-9189-195158BDE65C}" dt="2025-10-07T01:12:27.612" v="789" actId="478"/>
          <ac:picMkLst>
            <pc:docMk/>
            <pc:sldMk cId="2160408942" sldId="304"/>
            <ac:picMk id="6" creationId="{C243E34A-4D6A-1D76-AC18-C59554B16A81}"/>
          </ac:picMkLst>
        </pc:picChg>
        <pc:picChg chg="add mod">
          <ac:chgData name="Zhang, Franky" userId="6ce4719b-7f4a-4549-8832-a74568dd27a3" providerId="ADAL" clId="{AAB58907-3BE5-A741-9189-195158BDE65C}" dt="2025-10-07T01:12:27.897" v="790"/>
          <ac:picMkLst>
            <pc:docMk/>
            <pc:sldMk cId="2160408942" sldId="304"/>
            <ac:picMk id="7" creationId="{5816F700-7E48-E3EC-11D3-FACC47AA206C}"/>
          </ac:picMkLst>
        </pc:picChg>
      </pc:sldChg>
      <pc:sldChg chg="modSp mod">
        <pc:chgData name="Zhang, Franky" userId="6ce4719b-7f4a-4549-8832-a74568dd27a3" providerId="ADAL" clId="{AAB58907-3BE5-A741-9189-195158BDE65C}" dt="2025-10-07T01:47:14.784" v="977" actId="2711"/>
        <pc:sldMkLst>
          <pc:docMk/>
          <pc:sldMk cId="1735973608" sldId="305"/>
        </pc:sldMkLst>
        <pc:spChg chg="mod">
          <ac:chgData name="Zhang, Franky" userId="6ce4719b-7f4a-4549-8832-a74568dd27a3" providerId="ADAL" clId="{AAB58907-3BE5-A741-9189-195158BDE65C}" dt="2025-10-07T01:47:14.784" v="977" actId="2711"/>
          <ac:spMkLst>
            <pc:docMk/>
            <pc:sldMk cId="1735973608" sldId="305"/>
            <ac:spMk id="29" creationId="{4F754902-DFD9-2A60-9B87-00264A8620CF}"/>
          </ac:spMkLst>
        </pc:spChg>
        <pc:spChg chg="mod">
          <ac:chgData name="Zhang, Franky" userId="6ce4719b-7f4a-4549-8832-a74568dd27a3" providerId="ADAL" clId="{AAB58907-3BE5-A741-9189-195158BDE65C}" dt="2025-10-07T01:47:00.578" v="976" actId="1076"/>
          <ac:spMkLst>
            <pc:docMk/>
            <pc:sldMk cId="1735973608" sldId="305"/>
            <ac:spMk id="38" creationId="{4A70DE9F-EC90-FC77-4186-B5D46D268343}"/>
          </ac:spMkLst>
        </pc:spChg>
        <pc:spChg chg="mod">
          <ac:chgData name="Zhang, Franky" userId="6ce4719b-7f4a-4549-8832-a74568dd27a3" providerId="ADAL" clId="{AAB58907-3BE5-A741-9189-195158BDE65C}" dt="2025-10-07T01:47:00.578" v="976" actId="1076"/>
          <ac:spMkLst>
            <pc:docMk/>
            <pc:sldMk cId="1735973608" sldId="305"/>
            <ac:spMk id="39" creationId="{520F3DFC-4336-3C5A-AC1E-891CBA7ED388}"/>
          </ac:spMkLst>
        </pc:spChg>
        <pc:picChg chg="mod">
          <ac:chgData name="Zhang, Franky" userId="6ce4719b-7f4a-4549-8832-a74568dd27a3" providerId="ADAL" clId="{AAB58907-3BE5-A741-9189-195158BDE65C}" dt="2025-10-07T01:47:00.578" v="976" actId="1076"/>
          <ac:picMkLst>
            <pc:docMk/>
            <pc:sldMk cId="1735973608" sldId="305"/>
            <ac:picMk id="28" creationId="{DB88157B-DA4B-6CEC-C13B-CEA50C0B3F3C}"/>
          </ac:picMkLst>
        </pc:picChg>
        <pc:cxnChg chg="mod">
          <ac:chgData name="Zhang, Franky" userId="6ce4719b-7f4a-4549-8832-a74568dd27a3" providerId="ADAL" clId="{AAB58907-3BE5-A741-9189-195158BDE65C}" dt="2025-10-07T01:47:00.578" v="976" actId="1076"/>
          <ac:cxnSpMkLst>
            <pc:docMk/>
            <pc:sldMk cId="1735973608" sldId="305"/>
            <ac:cxnSpMk id="31" creationId="{AE1DA3FA-A78D-AB3E-B663-94E8ABEB1B69}"/>
          </ac:cxnSpMkLst>
        </pc:cxnChg>
        <pc:cxnChg chg="mod">
          <ac:chgData name="Zhang, Franky" userId="6ce4719b-7f4a-4549-8832-a74568dd27a3" providerId="ADAL" clId="{AAB58907-3BE5-A741-9189-195158BDE65C}" dt="2025-10-07T01:47:00.578" v="976" actId="1076"/>
          <ac:cxnSpMkLst>
            <pc:docMk/>
            <pc:sldMk cId="1735973608" sldId="305"/>
            <ac:cxnSpMk id="33" creationId="{C113B103-EE8A-5979-F44A-9C89F6FB44DD}"/>
          </ac:cxnSpMkLst>
        </pc:cxnChg>
      </pc:sldChg>
      <pc:sldChg chg="modSp mod">
        <pc:chgData name="Zhang, Franky" userId="6ce4719b-7f4a-4549-8832-a74568dd27a3" providerId="ADAL" clId="{AAB58907-3BE5-A741-9189-195158BDE65C}" dt="2025-10-07T01:47:21.874" v="978" actId="2711"/>
        <pc:sldMkLst>
          <pc:docMk/>
          <pc:sldMk cId="771559830" sldId="306"/>
        </pc:sldMkLst>
        <pc:spChg chg="mod">
          <ac:chgData name="Zhang, Franky" userId="6ce4719b-7f4a-4549-8832-a74568dd27a3" providerId="ADAL" clId="{AAB58907-3BE5-A741-9189-195158BDE65C}" dt="2025-10-07T01:47:21.874" v="978" actId="2711"/>
          <ac:spMkLst>
            <pc:docMk/>
            <pc:sldMk cId="771559830" sldId="306"/>
            <ac:spMk id="21" creationId="{E31788CA-62C7-FE63-C2AB-52BE02BE8224}"/>
          </ac:spMkLst>
        </pc:spChg>
      </pc:sldChg>
      <pc:sldChg chg="modSp mod">
        <pc:chgData name="Zhang, Franky" userId="6ce4719b-7f4a-4549-8832-a74568dd27a3" providerId="ADAL" clId="{AAB58907-3BE5-A741-9189-195158BDE65C}" dt="2025-10-07T01:47:32.983" v="980" actId="2711"/>
        <pc:sldMkLst>
          <pc:docMk/>
          <pc:sldMk cId="3847352112" sldId="307"/>
        </pc:sldMkLst>
        <pc:spChg chg="mod">
          <ac:chgData name="Zhang, Franky" userId="6ce4719b-7f4a-4549-8832-a74568dd27a3" providerId="ADAL" clId="{AAB58907-3BE5-A741-9189-195158BDE65C}" dt="2025-10-07T01:47:32.983" v="980" actId="2711"/>
          <ac:spMkLst>
            <pc:docMk/>
            <pc:sldMk cId="3847352112" sldId="307"/>
            <ac:spMk id="4" creationId="{D4E92EBF-CC5A-AA82-5295-E38051CB18C5}"/>
          </ac:spMkLst>
        </pc:spChg>
        <pc:spChg chg="mod">
          <ac:chgData name="Zhang, Franky" userId="6ce4719b-7f4a-4549-8832-a74568dd27a3" providerId="ADAL" clId="{AAB58907-3BE5-A741-9189-195158BDE65C}" dt="2025-10-07T01:44:54.912" v="971" actId="14100"/>
          <ac:spMkLst>
            <pc:docMk/>
            <pc:sldMk cId="3847352112" sldId="307"/>
            <ac:spMk id="5" creationId="{D27BC0F3-446D-B750-3373-0CD25B0AB075}"/>
          </ac:spMkLst>
        </pc:spChg>
        <pc:spChg chg="mod">
          <ac:chgData name="Zhang, Franky" userId="6ce4719b-7f4a-4549-8832-a74568dd27a3" providerId="ADAL" clId="{AAB58907-3BE5-A741-9189-195158BDE65C}" dt="2025-10-01T04:27:00.509" v="338" actId="1076"/>
          <ac:spMkLst>
            <pc:docMk/>
            <pc:sldMk cId="3847352112" sldId="307"/>
            <ac:spMk id="6" creationId="{DA139639-F29D-F64F-3181-84F165DABFEA}"/>
          </ac:spMkLst>
        </pc:spChg>
        <pc:spChg chg="mod">
          <ac:chgData name="Zhang, Franky" userId="6ce4719b-7f4a-4549-8832-a74568dd27a3" providerId="ADAL" clId="{AAB58907-3BE5-A741-9189-195158BDE65C}" dt="2025-10-07T01:47:28.202" v="979" actId="2711"/>
          <ac:spMkLst>
            <pc:docMk/>
            <pc:sldMk cId="3847352112" sldId="307"/>
            <ac:spMk id="21" creationId="{79899B37-8EDC-73EE-63A7-FB5AFB73C46B}"/>
          </ac:spMkLst>
        </pc:spChg>
        <pc:picChg chg="mod">
          <ac:chgData name="Zhang, Franky" userId="6ce4719b-7f4a-4549-8832-a74568dd27a3" providerId="ADAL" clId="{AAB58907-3BE5-A741-9189-195158BDE65C}" dt="2025-10-07T01:45:00.535" v="972" actId="1076"/>
          <ac:picMkLst>
            <pc:docMk/>
            <pc:sldMk cId="3847352112" sldId="307"/>
            <ac:picMk id="3" creationId="{C5C10F9E-3F7C-A48C-A66C-3A8100B4842E}"/>
          </ac:picMkLst>
        </pc:picChg>
      </pc:sldChg>
      <pc:sldChg chg="addSp delSp modSp mod">
        <pc:chgData name="Zhang, Franky" userId="6ce4719b-7f4a-4549-8832-a74568dd27a3" providerId="ADAL" clId="{AAB58907-3BE5-A741-9189-195158BDE65C}" dt="2025-10-07T01:12:19.171" v="788" actId="1076"/>
        <pc:sldMkLst>
          <pc:docMk/>
          <pc:sldMk cId="3119728869" sldId="309"/>
        </pc:sldMkLst>
        <pc:picChg chg="add del mod">
          <ac:chgData name="Zhang, Franky" userId="6ce4719b-7f4a-4549-8832-a74568dd27a3" providerId="ADAL" clId="{AAB58907-3BE5-A741-9189-195158BDE65C}" dt="2025-10-07T01:11:54.957" v="781" actId="478"/>
          <ac:picMkLst>
            <pc:docMk/>
            <pc:sldMk cId="3119728869" sldId="309"/>
            <ac:picMk id="7" creationId="{2734DBD4-4BC4-84A4-18DD-8E321243C5DE}"/>
          </ac:picMkLst>
        </pc:picChg>
        <pc:picChg chg="add mod">
          <ac:chgData name="Zhang, Franky" userId="6ce4719b-7f4a-4549-8832-a74568dd27a3" providerId="ADAL" clId="{AAB58907-3BE5-A741-9189-195158BDE65C}" dt="2025-10-07T01:12:19.171" v="788" actId="1076"/>
          <ac:picMkLst>
            <pc:docMk/>
            <pc:sldMk cId="3119728869" sldId="309"/>
            <ac:picMk id="8" creationId="{593088E5-71DA-1B40-C3B9-6814080F1C4E}"/>
          </ac:picMkLst>
        </pc:picChg>
      </pc:sldChg>
      <pc:sldChg chg="modSp mod">
        <pc:chgData name="Zhang, Franky" userId="6ce4719b-7f4a-4549-8832-a74568dd27a3" providerId="ADAL" clId="{AAB58907-3BE5-A741-9189-195158BDE65C}" dt="2025-10-07T01:45:17.298" v="973" actId="113"/>
        <pc:sldMkLst>
          <pc:docMk/>
          <pc:sldMk cId="399156000" sldId="310"/>
        </pc:sldMkLst>
        <pc:spChg chg="mod">
          <ac:chgData name="Zhang, Franky" userId="6ce4719b-7f4a-4549-8832-a74568dd27a3" providerId="ADAL" clId="{AAB58907-3BE5-A741-9189-195158BDE65C}" dt="2025-10-07T01:37:08.915" v="912" actId="20577"/>
          <ac:spMkLst>
            <pc:docMk/>
            <pc:sldMk cId="399156000" sldId="310"/>
            <ac:spMk id="4" creationId="{532941E5-390D-5B40-E575-62DC4EB9BBEF}"/>
          </ac:spMkLst>
        </pc:spChg>
        <pc:spChg chg="mod">
          <ac:chgData name="Zhang, Franky" userId="6ce4719b-7f4a-4549-8832-a74568dd27a3" providerId="ADAL" clId="{AAB58907-3BE5-A741-9189-195158BDE65C}" dt="2025-10-07T01:41:48.997" v="923" actId="113"/>
          <ac:spMkLst>
            <pc:docMk/>
            <pc:sldMk cId="399156000" sldId="310"/>
            <ac:spMk id="14" creationId="{01ED67C2-5AB3-5017-AB3E-FD63313B0CC9}"/>
          </ac:spMkLst>
        </pc:spChg>
        <pc:spChg chg="mod">
          <ac:chgData name="Zhang, Franky" userId="6ce4719b-7f4a-4549-8832-a74568dd27a3" providerId="ADAL" clId="{AAB58907-3BE5-A741-9189-195158BDE65C}" dt="2025-10-07T01:45:17.298" v="973" actId="113"/>
          <ac:spMkLst>
            <pc:docMk/>
            <pc:sldMk cId="399156000" sldId="310"/>
            <ac:spMk id="56" creationId="{C26794F6-6629-EC73-843E-2CA60D7B2F09}"/>
          </ac:spMkLst>
        </pc:spChg>
        <pc:cxnChg chg="mod">
          <ac:chgData name="Zhang, Franky" userId="6ce4719b-7f4a-4549-8832-a74568dd27a3" providerId="ADAL" clId="{AAB58907-3BE5-A741-9189-195158BDE65C}" dt="2025-10-06T17:25:34.505" v="422" actId="1076"/>
          <ac:cxnSpMkLst>
            <pc:docMk/>
            <pc:sldMk cId="399156000" sldId="310"/>
            <ac:cxnSpMk id="13" creationId="{78EEFCD0-5D13-00DF-364A-76075F5B3295}"/>
          </ac:cxnSpMkLst>
        </pc:cxnChg>
        <pc:cxnChg chg="mod">
          <ac:chgData name="Zhang, Franky" userId="6ce4719b-7f4a-4549-8832-a74568dd27a3" providerId="ADAL" clId="{AAB58907-3BE5-A741-9189-195158BDE65C}" dt="2025-10-06T17:25:34.505" v="422" actId="1076"/>
          <ac:cxnSpMkLst>
            <pc:docMk/>
            <pc:sldMk cId="399156000" sldId="310"/>
            <ac:cxnSpMk id="15" creationId="{982792E8-35F8-C411-9E3E-E76284189E34}"/>
          </ac:cxnSpMkLst>
        </pc:cxnChg>
      </pc:sldChg>
      <pc:sldChg chg="addSp delSp modSp mod">
        <pc:chgData name="Zhang, Franky" userId="6ce4719b-7f4a-4549-8832-a74568dd27a3" providerId="ADAL" clId="{AAB58907-3BE5-A741-9189-195158BDE65C}" dt="2025-10-07T03:33:43.013" v="1082" actId="1076"/>
        <pc:sldMkLst>
          <pc:docMk/>
          <pc:sldMk cId="981100261" sldId="312"/>
        </pc:sldMkLst>
        <pc:spChg chg="mod">
          <ac:chgData name="Zhang, Franky" userId="6ce4719b-7f4a-4549-8832-a74568dd27a3" providerId="ADAL" clId="{AAB58907-3BE5-A741-9189-195158BDE65C}" dt="2025-10-07T01:44:15.528" v="964" actId="403"/>
          <ac:spMkLst>
            <pc:docMk/>
            <pc:sldMk cId="981100261" sldId="312"/>
            <ac:spMk id="21" creationId="{EDB894BC-48B9-2F72-9349-31E61391AAFF}"/>
          </ac:spMkLst>
        </pc:spChg>
        <pc:picChg chg="add del mod">
          <ac:chgData name="Zhang, Franky" userId="6ce4719b-7f4a-4549-8832-a74568dd27a3" providerId="ADAL" clId="{AAB58907-3BE5-A741-9189-195158BDE65C}" dt="2025-10-06T17:37:49.601" v="517" actId="478"/>
          <ac:picMkLst>
            <pc:docMk/>
            <pc:sldMk cId="981100261" sldId="312"/>
            <ac:picMk id="5" creationId="{8A2FDB49-138C-67A5-FF35-85D258F4E0D5}"/>
          </ac:picMkLst>
        </pc:picChg>
        <pc:picChg chg="add del mod">
          <ac:chgData name="Zhang, Franky" userId="6ce4719b-7f4a-4549-8832-a74568dd27a3" providerId="ADAL" clId="{AAB58907-3BE5-A741-9189-195158BDE65C}" dt="2025-10-07T03:33:29.567" v="1078" actId="478"/>
          <ac:picMkLst>
            <pc:docMk/>
            <pc:sldMk cId="981100261" sldId="312"/>
            <ac:picMk id="6" creationId="{7802E377-8E9F-F24C-9930-908109DA1CBC}"/>
          </ac:picMkLst>
        </pc:picChg>
        <pc:picChg chg="add mod">
          <ac:chgData name="Zhang, Franky" userId="6ce4719b-7f4a-4549-8832-a74568dd27a3" providerId="ADAL" clId="{AAB58907-3BE5-A741-9189-195158BDE65C}" dt="2025-10-07T03:33:43.013" v="1082" actId="1076"/>
          <ac:picMkLst>
            <pc:docMk/>
            <pc:sldMk cId="981100261" sldId="312"/>
            <ac:picMk id="8" creationId="{C347C737-B838-A6AB-41E6-AD3E62F9DB42}"/>
          </ac:picMkLst>
        </pc:picChg>
      </pc:sldChg>
      <pc:sldChg chg="addSp delSp modSp mod">
        <pc:chgData name="Zhang, Franky" userId="6ce4719b-7f4a-4549-8832-a74568dd27a3" providerId="ADAL" clId="{AAB58907-3BE5-A741-9189-195158BDE65C}" dt="2025-10-07T05:00:02.388" v="1328" actId="20577"/>
        <pc:sldMkLst>
          <pc:docMk/>
          <pc:sldMk cId="3637332845" sldId="313"/>
        </pc:sldMkLst>
        <pc:spChg chg="mod">
          <ac:chgData name="Zhang, Franky" userId="6ce4719b-7f4a-4549-8832-a74568dd27a3" providerId="ADAL" clId="{AAB58907-3BE5-A741-9189-195158BDE65C}" dt="2025-10-07T01:45:45.065" v="975" actId="13926"/>
          <ac:spMkLst>
            <pc:docMk/>
            <pc:sldMk cId="3637332845" sldId="313"/>
            <ac:spMk id="2" creationId="{9465FCF7-2281-8DD7-382F-72857B11A4C6}"/>
          </ac:spMkLst>
        </pc:spChg>
        <pc:spChg chg="mod">
          <ac:chgData name="Zhang, Franky" userId="6ce4719b-7f4a-4549-8832-a74568dd27a3" providerId="ADAL" clId="{AAB58907-3BE5-A741-9189-195158BDE65C}" dt="2025-10-07T03:47:33.858" v="1103" actId="1076"/>
          <ac:spMkLst>
            <pc:docMk/>
            <pc:sldMk cId="3637332845" sldId="313"/>
            <ac:spMk id="5" creationId="{CE769D0B-A515-EC4C-87AC-6C6421951572}"/>
          </ac:spMkLst>
        </pc:spChg>
        <pc:spChg chg="mod">
          <ac:chgData name="Zhang, Franky" userId="6ce4719b-7f4a-4549-8832-a74568dd27a3" providerId="ADAL" clId="{AAB58907-3BE5-A741-9189-195158BDE65C}" dt="2025-10-07T03:47:56.898" v="1108" actId="1076"/>
          <ac:spMkLst>
            <pc:docMk/>
            <pc:sldMk cId="3637332845" sldId="313"/>
            <ac:spMk id="7" creationId="{93B3AF36-DB77-1B6A-B977-842FCA5B91D7}"/>
          </ac:spMkLst>
        </pc:spChg>
        <pc:spChg chg="add del mod">
          <ac:chgData name="Zhang, Franky" userId="6ce4719b-7f4a-4549-8832-a74568dd27a3" providerId="ADAL" clId="{AAB58907-3BE5-A741-9189-195158BDE65C}" dt="2025-10-07T03:48:04.421" v="1111"/>
          <ac:spMkLst>
            <pc:docMk/>
            <pc:sldMk cId="3637332845" sldId="313"/>
            <ac:spMk id="11" creationId="{81176E1C-78ED-C543-3893-A0F35F45898D}"/>
          </ac:spMkLst>
        </pc:spChg>
        <pc:spChg chg="mod">
          <ac:chgData name="Zhang, Franky" userId="6ce4719b-7f4a-4549-8832-a74568dd27a3" providerId="ADAL" clId="{AAB58907-3BE5-A741-9189-195158BDE65C}" dt="2025-10-07T05:00:02.388" v="1328" actId="20577"/>
          <ac:spMkLst>
            <pc:docMk/>
            <pc:sldMk cId="3637332845" sldId="313"/>
            <ac:spMk id="21" creationId="{CCB7CCC2-1740-6E5F-1C5B-E26AF568A35F}"/>
          </ac:spMkLst>
        </pc:spChg>
        <pc:picChg chg="add del mod">
          <ac:chgData name="Zhang, Franky" userId="6ce4719b-7f4a-4549-8832-a74568dd27a3" providerId="ADAL" clId="{AAB58907-3BE5-A741-9189-195158BDE65C}" dt="2025-10-07T03:46:44.471" v="1094" actId="478"/>
          <ac:picMkLst>
            <pc:docMk/>
            <pc:sldMk cId="3637332845" sldId="313"/>
            <ac:picMk id="6" creationId="{7D1EF620-F92A-B402-3BC7-00DF3707915B}"/>
          </ac:picMkLst>
        </pc:picChg>
        <pc:picChg chg="add del mod">
          <ac:chgData name="Zhang, Franky" userId="6ce4719b-7f4a-4549-8832-a74568dd27a3" providerId="ADAL" clId="{AAB58907-3BE5-A741-9189-195158BDE65C}" dt="2025-10-07T03:45:28.723" v="1085" actId="478"/>
          <ac:picMkLst>
            <pc:docMk/>
            <pc:sldMk cId="3637332845" sldId="313"/>
            <ac:picMk id="8" creationId="{9EF7D0D6-B8F0-BB91-1C1B-580B3DB556F0}"/>
          </ac:picMkLst>
        </pc:picChg>
        <pc:picChg chg="add mod">
          <ac:chgData name="Zhang, Franky" userId="6ce4719b-7f4a-4549-8832-a74568dd27a3" providerId="ADAL" clId="{AAB58907-3BE5-A741-9189-195158BDE65C}" dt="2025-10-07T04:59:33.610" v="1317" actId="1076"/>
          <ac:picMkLst>
            <pc:docMk/>
            <pc:sldMk cId="3637332845" sldId="313"/>
            <ac:picMk id="10" creationId="{4948E05E-053A-69A7-64CA-ECA08200FAE0}"/>
          </ac:picMkLst>
        </pc:picChg>
      </pc:sldChg>
      <pc:sldChg chg="addSp delSp modSp mod">
        <pc:chgData name="Zhang, Franky" userId="6ce4719b-7f4a-4549-8832-a74568dd27a3" providerId="ADAL" clId="{AAB58907-3BE5-A741-9189-195158BDE65C}" dt="2025-10-07T04:57:11.918" v="1308" actId="20577"/>
        <pc:sldMkLst>
          <pc:docMk/>
          <pc:sldMk cId="133087936" sldId="314"/>
        </pc:sldMkLst>
        <pc:spChg chg="mod">
          <ac:chgData name="Zhang, Franky" userId="6ce4719b-7f4a-4549-8832-a74568dd27a3" providerId="ADAL" clId="{AAB58907-3BE5-A741-9189-195158BDE65C}" dt="2025-10-06T18:56:17.999" v="738" actId="20577"/>
          <ac:spMkLst>
            <pc:docMk/>
            <pc:sldMk cId="133087936" sldId="314"/>
            <ac:spMk id="2" creationId="{CAD053B6-08ED-5296-854F-EEF9D02DD946}"/>
          </ac:spMkLst>
        </pc:spChg>
        <pc:spChg chg="mod">
          <ac:chgData name="Zhang, Franky" userId="6ce4719b-7f4a-4549-8832-a74568dd27a3" providerId="ADAL" clId="{AAB58907-3BE5-A741-9189-195158BDE65C}" dt="2025-10-06T18:36:12.178" v="639" actId="20577"/>
          <ac:spMkLst>
            <pc:docMk/>
            <pc:sldMk cId="133087936" sldId="314"/>
            <ac:spMk id="11" creationId="{B45CC2FD-B87A-DE0D-E6B0-23CFD6311154}"/>
          </ac:spMkLst>
        </pc:spChg>
        <pc:spChg chg="add mod">
          <ac:chgData name="Zhang, Franky" userId="6ce4719b-7f4a-4549-8832-a74568dd27a3" providerId="ADAL" clId="{AAB58907-3BE5-A741-9189-195158BDE65C}" dt="2025-10-07T04:57:11.918" v="1308" actId="20577"/>
          <ac:spMkLst>
            <pc:docMk/>
            <pc:sldMk cId="133087936" sldId="314"/>
            <ac:spMk id="15" creationId="{C4900A1E-F97F-CAE8-E25E-DF2412E1F119}"/>
          </ac:spMkLst>
        </pc:spChg>
        <pc:spChg chg="add mod">
          <ac:chgData name="Zhang, Franky" userId="6ce4719b-7f4a-4549-8832-a74568dd27a3" providerId="ADAL" clId="{AAB58907-3BE5-A741-9189-195158BDE65C}" dt="2025-10-07T04:57:02.122" v="1296" actId="20577"/>
          <ac:spMkLst>
            <pc:docMk/>
            <pc:sldMk cId="133087936" sldId="314"/>
            <ac:spMk id="17" creationId="{3C9FF7CE-4085-91A9-FD39-962BCF592459}"/>
          </ac:spMkLst>
        </pc:spChg>
        <pc:picChg chg="add del mod">
          <ac:chgData name="Zhang, Franky" userId="6ce4719b-7f4a-4549-8832-a74568dd27a3" providerId="ADAL" clId="{AAB58907-3BE5-A741-9189-195158BDE65C}" dt="2025-10-06T18:17:22.738" v="547" actId="478"/>
          <ac:picMkLst>
            <pc:docMk/>
            <pc:sldMk cId="133087936" sldId="314"/>
            <ac:picMk id="5" creationId="{89EE7412-13BD-258A-6E7A-19DE64D1863E}"/>
          </ac:picMkLst>
        </pc:picChg>
        <pc:picChg chg="add mod">
          <ac:chgData name="Zhang, Franky" userId="6ce4719b-7f4a-4549-8832-a74568dd27a3" providerId="ADAL" clId="{AAB58907-3BE5-A741-9189-195158BDE65C}" dt="2025-10-06T18:16:24.923" v="544" actId="1076"/>
          <ac:picMkLst>
            <pc:docMk/>
            <pc:sldMk cId="133087936" sldId="314"/>
            <ac:picMk id="7" creationId="{1CCF1365-214D-B83C-804A-41FF1C48670B}"/>
          </ac:picMkLst>
        </pc:picChg>
        <pc:picChg chg="del">
          <ac:chgData name="Zhang, Franky" userId="6ce4719b-7f4a-4549-8832-a74568dd27a3" providerId="ADAL" clId="{AAB58907-3BE5-A741-9189-195158BDE65C}" dt="2025-10-06T18:14:51.557" v="523" actId="478"/>
          <ac:picMkLst>
            <pc:docMk/>
            <pc:sldMk cId="133087936" sldId="314"/>
            <ac:picMk id="8" creationId="{448C8F3B-F0D5-CA8F-B266-3391C1C81DFA}"/>
          </ac:picMkLst>
        </pc:picChg>
        <pc:picChg chg="del">
          <ac:chgData name="Zhang, Franky" userId="6ce4719b-7f4a-4549-8832-a74568dd27a3" providerId="ADAL" clId="{AAB58907-3BE5-A741-9189-195158BDE65C}" dt="2025-10-06T18:15:56.008" v="529" actId="478"/>
          <ac:picMkLst>
            <pc:docMk/>
            <pc:sldMk cId="133087936" sldId="314"/>
            <ac:picMk id="9" creationId="{330A6723-C583-2185-17E2-A39B68459F7B}"/>
          </ac:picMkLst>
        </pc:picChg>
        <pc:picChg chg="add mod">
          <ac:chgData name="Zhang, Franky" userId="6ce4719b-7f4a-4549-8832-a74568dd27a3" providerId="ADAL" clId="{AAB58907-3BE5-A741-9189-195158BDE65C}" dt="2025-10-06T18:17:55.792" v="553" actId="1076"/>
          <ac:picMkLst>
            <pc:docMk/>
            <pc:sldMk cId="133087936" sldId="314"/>
            <ac:picMk id="13" creationId="{97F446FD-CBF4-0B0D-5A20-7D9896F2470E}"/>
          </ac:picMkLst>
        </pc:picChg>
        <pc:cxnChg chg="add mod">
          <ac:chgData name="Zhang, Franky" userId="6ce4719b-7f4a-4549-8832-a74568dd27a3" providerId="ADAL" clId="{AAB58907-3BE5-A741-9189-195158BDE65C}" dt="2025-10-07T04:57:07.621" v="1298" actId="14100"/>
          <ac:cxnSpMkLst>
            <pc:docMk/>
            <pc:sldMk cId="133087936" sldId="314"/>
            <ac:cxnSpMk id="14" creationId="{4A1C16DF-C258-3A34-D78C-6AE6FB624A2F}"/>
          </ac:cxnSpMkLst>
        </pc:cxnChg>
        <pc:cxnChg chg="add mod">
          <ac:chgData name="Zhang, Franky" userId="6ce4719b-7f4a-4549-8832-a74568dd27a3" providerId="ADAL" clId="{AAB58907-3BE5-A741-9189-195158BDE65C}" dt="2025-10-07T04:56:58.527" v="1288" actId="14100"/>
          <ac:cxnSpMkLst>
            <pc:docMk/>
            <pc:sldMk cId="133087936" sldId="314"/>
            <ac:cxnSpMk id="16" creationId="{880C02B4-23B1-DC5F-8454-97B8EEFA034B}"/>
          </ac:cxnSpMkLst>
        </pc:cxnChg>
      </pc:sldChg>
      <pc:sldChg chg="addSp delSp modSp mod">
        <pc:chgData name="Zhang, Franky" userId="6ce4719b-7f4a-4549-8832-a74568dd27a3" providerId="ADAL" clId="{AAB58907-3BE5-A741-9189-195158BDE65C}" dt="2025-10-07T04:55:59.946" v="1282" actId="207"/>
        <pc:sldMkLst>
          <pc:docMk/>
          <pc:sldMk cId="1345782142" sldId="315"/>
        </pc:sldMkLst>
        <pc:spChg chg="mod">
          <ac:chgData name="Zhang, Franky" userId="6ce4719b-7f4a-4549-8832-a74568dd27a3" providerId="ADAL" clId="{AAB58907-3BE5-A741-9189-195158BDE65C}" dt="2025-10-06T18:56:24.656" v="743" actId="20577"/>
          <ac:spMkLst>
            <pc:docMk/>
            <pc:sldMk cId="1345782142" sldId="315"/>
            <ac:spMk id="2" creationId="{A53CD5C0-F7CB-6930-5DB4-23520ADAADE7}"/>
          </ac:spMkLst>
        </pc:spChg>
        <pc:spChg chg="mod">
          <ac:chgData name="Zhang, Franky" userId="6ce4719b-7f4a-4549-8832-a74568dd27a3" providerId="ADAL" clId="{AAB58907-3BE5-A741-9189-195158BDE65C}" dt="2025-10-07T04:51:38.420" v="1165" actId="255"/>
          <ac:spMkLst>
            <pc:docMk/>
            <pc:sldMk cId="1345782142" sldId="315"/>
            <ac:spMk id="11" creationId="{EBAB2EBC-9D3B-110A-7B6F-0E61ED398EFF}"/>
          </ac:spMkLst>
        </pc:spChg>
        <pc:spChg chg="add mod">
          <ac:chgData name="Zhang, Franky" userId="6ce4719b-7f4a-4549-8832-a74568dd27a3" providerId="ADAL" clId="{AAB58907-3BE5-A741-9189-195158BDE65C}" dt="2025-10-07T04:55:27.930" v="1262" actId="1076"/>
          <ac:spMkLst>
            <pc:docMk/>
            <pc:sldMk cId="1345782142" sldId="315"/>
            <ac:spMk id="17" creationId="{00A98D4E-22A8-8D17-482F-AFE63F782FA4}"/>
          </ac:spMkLst>
        </pc:spChg>
        <pc:spChg chg="add mod">
          <ac:chgData name="Zhang, Franky" userId="6ce4719b-7f4a-4549-8832-a74568dd27a3" providerId="ADAL" clId="{AAB58907-3BE5-A741-9189-195158BDE65C}" dt="2025-10-07T04:55:59.946" v="1282" actId="207"/>
          <ac:spMkLst>
            <pc:docMk/>
            <pc:sldMk cId="1345782142" sldId="315"/>
            <ac:spMk id="28" creationId="{818C05D3-B787-1E93-70DA-F6BDD486BB10}"/>
          </ac:spMkLst>
        </pc:spChg>
        <pc:picChg chg="del">
          <ac:chgData name="Zhang, Franky" userId="6ce4719b-7f4a-4549-8832-a74568dd27a3" providerId="ADAL" clId="{AAB58907-3BE5-A741-9189-195158BDE65C}" dt="2025-10-06T18:19:48.366" v="555" actId="478"/>
          <ac:picMkLst>
            <pc:docMk/>
            <pc:sldMk cId="1345782142" sldId="315"/>
            <ac:picMk id="3" creationId="{7CF03869-CF43-B607-EDA4-5AB2A6514CAC}"/>
          </ac:picMkLst>
        </pc:picChg>
        <pc:picChg chg="del">
          <ac:chgData name="Zhang, Franky" userId="6ce4719b-7f4a-4549-8832-a74568dd27a3" providerId="ADAL" clId="{AAB58907-3BE5-A741-9189-195158BDE65C}" dt="2025-10-06T18:23:55.428" v="561" actId="478"/>
          <ac:picMkLst>
            <pc:docMk/>
            <pc:sldMk cId="1345782142" sldId="315"/>
            <ac:picMk id="4" creationId="{13065BFA-0453-463F-D546-A0A794F728D8}"/>
          </ac:picMkLst>
        </pc:picChg>
        <pc:picChg chg="add mod">
          <ac:chgData name="Zhang, Franky" userId="6ce4719b-7f4a-4549-8832-a74568dd27a3" providerId="ADAL" clId="{AAB58907-3BE5-A741-9189-195158BDE65C}" dt="2025-10-06T18:25:54.339" v="572" actId="1076"/>
          <ac:picMkLst>
            <pc:docMk/>
            <pc:sldMk cId="1345782142" sldId="315"/>
            <ac:picMk id="7" creationId="{EF98A596-489F-5115-DCC6-0CFE94C29809}"/>
          </ac:picMkLst>
        </pc:picChg>
        <pc:picChg chg="add del mod">
          <ac:chgData name="Zhang, Franky" userId="6ce4719b-7f4a-4549-8832-a74568dd27a3" providerId="ADAL" clId="{AAB58907-3BE5-A741-9189-195158BDE65C}" dt="2025-10-06T18:48:43.956" v="699" actId="478"/>
          <ac:picMkLst>
            <pc:docMk/>
            <pc:sldMk cId="1345782142" sldId="315"/>
            <ac:picMk id="9" creationId="{EA70191C-793F-B7DC-933F-0829E184DCE2}"/>
          </ac:picMkLst>
        </pc:picChg>
        <pc:picChg chg="add mod">
          <ac:chgData name="Zhang, Franky" userId="6ce4719b-7f4a-4549-8832-a74568dd27a3" providerId="ADAL" clId="{AAB58907-3BE5-A741-9189-195158BDE65C}" dt="2025-10-06T18:48:52.707" v="705" actId="1076"/>
          <ac:picMkLst>
            <pc:docMk/>
            <pc:sldMk cId="1345782142" sldId="315"/>
            <ac:picMk id="13" creationId="{F2D94F61-DA36-F57C-7168-2713A4566350}"/>
          </ac:picMkLst>
        </pc:picChg>
        <pc:cxnChg chg="add mod">
          <ac:chgData name="Zhang, Franky" userId="6ce4719b-7f4a-4549-8832-a74568dd27a3" providerId="ADAL" clId="{AAB58907-3BE5-A741-9189-195158BDE65C}" dt="2025-10-07T04:55:39.192" v="1265" actId="14100"/>
          <ac:cxnSpMkLst>
            <pc:docMk/>
            <pc:sldMk cId="1345782142" sldId="315"/>
            <ac:cxnSpMk id="15" creationId="{B8199425-02CF-8BD3-30EB-8F77D2C1B473}"/>
          </ac:cxnSpMkLst>
        </pc:cxnChg>
        <pc:cxnChg chg="add mod">
          <ac:chgData name="Zhang, Franky" userId="6ce4719b-7f4a-4549-8832-a74568dd27a3" providerId="ADAL" clId="{AAB58907-3BE5-A741-9189-195158BDE65C}" dt="2025-10-07T04:55:47.358" v="1268" actId="14100"/>
          <ac:cxnSpMkLst>
            <pc:docMk/>
            <pc:sldMk cId="1345782142" sldId="315"/>
            <ac:cxnSpMk id="21" creationId="{0ECF2055-9510-E4A8-B7E8-B83F22498C05}"/>
          </ac:cxnSpMkLst>
        </pc:cxnChg>
      </pc:sldChg>
      <pc:sldChg chg="addSp delSp modSp mod">
        <pc:chgData name="Zhang, Franky" userId="6ce4719b-7f4a-4549-8832-a74568dd27a3" providerId="ADAL" clId="{AAB58907-3BE5-A741-9189-195158BDE65C}" dt="2025-10-07T04:47:27.877" v="1130" actId="20577"/>
        <pc:sldMkLst>
          <pc:docMk/>
          <pc:sldMk cId="3668339981" sldId="316"/>
        </pc:sldMkLst>
        <pc:spChg chg="mod">
          <ac:chgData name="Zhang, Franky" userId="6ce4719b-7f4a-4549-8832-a74568dd27a3" providerId="ADAL" clId="{AAB58907-3BE5-A741-9189-195158BDE65C}" dt="2025-10-06T18:56:32.136" v="750" actId="20577"/>
          <ac:spMkLst>
            <pc:docMk/>
            <pc:sldMk cId="3668339981" sldId="316"/>
            <ac:spMk id="2" creationId="{7EF89389-D4E4-6476-8606-0E684C80809D}"/>
          </ac:spMkLst>
        </pc:spChg>
        <pc:spChg chg="mod">
          <ac:chgData name="Zhang, Franky" userId="6ce4719b-7f4a-4549-8832-a74568dd27a3" providerId="ADAL" clId="{AAB58907-3BE5-A741-9189-195158BDE65C}" dt="2025-10-07T04:47:27.877" v="1130" actId="20577"/>
          <ac:spMkLst>
            <pc:docMk/>
            <pc:sldMk cId="3668339981" sldId="316"/>
            <ac:spMk id="8" creationId="{F346E058-87F9-15AC-1FCC-92D9F40EA6F8}"/>
          </ac:spMkLst>
        </pc:spChg>
        <pc:picChg chg="add del mod">
          <ac:chgData name="Zhang, Franky" userId="6ce4719b-7f4a-4549-8832-a74568dd27a3" providerId="ADAL" clId="{AAB58907-3BE5-A741-9189-195158BDE65C}" dt="2025-10-07T04:46:58.231" v="1119" actId="478"/>
          <ac:picMkLst>
            <pc:docMk/>
            <pc:sldMk cId="3668339981" sldId="316"/>
            <ac:picMk id="5" creationId="{B59040B6-97ED-EFEE-78C8-2B6ED46765DA}"/>
          </ac:picMkLst>
        </pc:picChg>
        <pc:picChg chg="del">
          <ac:chgData name="Zhang, Franky" userId="6ce4719b-7f4a-4549-8832-a74568dd27a3" providerId="ADAL" clId="{AAB58907-3BE5-A741-9189-195158BDE65C}" dt="2025-10-06T18:53:44.125" v="708" actId="478"/>
          <ac:picMkLst>
            <pc:docMk/>
            <pc:sldMk cId="3668339981" sldId="316"/>
            <ac:picMk id="7" creationId="{270AF79B-A98F-52DB-66A8-CC70B54B1776}"/>
          </ac:picMkLst>
        </pc:picChg>
        <pc:picChg chg="add mod">
          <ac:chgData name="Zhang, Franky" userId="6ce4719b-7f4a-4549-8832-a74568dd27a3" providerId="ADAL" clId="{AAB58907-3BE5-A741-9189-195158BDE65C}" dt="2025-10-07T04:47:15.319" v="1126" actId="1076"/>
          <ac:picMkLst>
            <pc:docMk/>
            <pc:sldMk cId="3668339981" sldId="316"/>
            <ac:picMk id="9" creationId="{56F90E10-7EE4-0C3E-DDBB-0577E80FE993}"/>
          </ac:picMkLst>
        </pc:picChg>
      </pc:sldChg>
      <pc:sldChg chg="addSp modSp mod">
        <pc:chgData name="Zhang, Franky" userId="6ce4719b-7f4a-4549-8832-a74568dd27a3" providerId="ADAL" clId="{AAB58907-3BE5-A741-9189-195158BDE65C}" dt="2025-10-07T04:48:59.190" v="1133" actId="20577"/>
        <pc:sldMkLst>
          <pc:docMk/>
          <pc:sldMk cId="3440552413" sldId="317"/>
        </pc:sldMkLst>
        <pc:spChg chg="add mod">
          <ac:chgData name="Zhang, Franky" userId="6ce4719b-7f4a-4549-8832-a74568dd27a3" providerId="ADAL" clId="{AAB58907-3BE5-A741-9189-195158BDE65C}" dt="2025-10-06T19:03:18.478" v="775" actId="20577"/>
          <ac:spMkLst>
            <pc:docMk/>
            <pc:sldMk cId="3440552413" sldId="317"/>
            <ac:spMk id="3" creationId="{42231BE0-56C5-589D-8D34-2B661B6BFD8E}"/>
          </ac:spMkLst>
        </pc:spChg>
        <pc:spChg chg="add mod">
          <ac:chgData name="Zhang, Franky" userId="6ce4719b-7f4a-4549-8832-a74568dd27a3" providerId="ADAL" clId="{AAB58907-3BE5-A741-9189-195158BDE65C}" dt="2025-10-07T04:48:59.190" v="1133" actId="20577"/>
          <ac:spMkLst>
            <pc:docMk/>
            <pc:sldMk cId="3440552413" sldId="317"/>
            <ac:spMk id="4" creationId="{C4877C3E-B16D-4B35-0E58-A283783449D6}"/>
          </ac:spMkLst>
        </pc:spChg>
      </pc:sldChg>
      <pc:sldChg chg="addSp modSp add mod">
        <pc:chgData name="Zhang, Franky" userId="6ce4719b-7f4a-4549-8832-a74568dd27a3" providerId="ADAL" clId="{AAB58907-3BE5-A741-9189-195158BDE65C}" dt="2025-10-07T04:49:03.473" v="1136" actId="20577"/>
        <pc:sldMkLst>
          <pc:docMk/>
          <pc:sldMk cId="1006168384" sldId="318"/>
        </pc:sldMkLst>
        <pc:spChg chg="mod">
          <ac:chgData name="Zhang, Franky" userId="6ce4719b-7f4a-4549-8832-a74568dd27a3" providerId="ADAL" clId="{AAB58907-3BE5-A741-9189-195158BDE65C}" dt="2025-10-01T13:14:44.840" v="393" actId="20577"/>
          <ac:spMkLst>
            <pc:docMk/>
            <pc:sldMk cId="1006168384" sldId="318"/>
            <ac:spMk id="2" creationId="{20FB6CFE-658F-9FFB-C0FD-FF8B94D1ABB2}"/>
          </ac:spMkLst>
        </pc:spChg>
        <pc:spChg chg="add mod">
          <ac:chgData name="Zhang, Franky" userId="6ce4719b-7f4a-4549-8832-a74568dd27a3" providerId="ADAL" clId="{AAB58907-3BE5-A741-9189-195158BDE65C}" dt="2025-10-01T13:17:42.071" v="396"/>
          <ac:spMkLst>
            <pc:docMk/>
            <pc:sldMk cId="1006168384" sldId="318"/>
            <ac:spMk id="4" creationId="{59EC1B65-9F52-A946-E3A1-F44479B78D04}"/>
          </ac:spMkLst>
        </pc:spChg>
        <pc:spChg chg="add mod">
          <ac:chgData name="Zhang, Franky" userId="6ce4719b-7f4a-4549-8832-a74568dd27a3" providerId="ADAL" clId="{AAB58907-3BE5-A741-9189-195158BDE65C}" dt="2025-10-06T19:03:35.061" v="777" actId="2711"/>
          <ac:spMkLst>
            <pc:docMk/>
            <pc:sldMk cId="1006168384" sldId="318"/>
            <ac:spMk id="5" creationId="{E7ECCAB7-1EC2-AAD6-F753-F6007B27E4E2}"/>
          </ac:spMkLst>
        </pc:spChg>
        <pc:spChg chg="add mod">
          <ac:chgData name="Zhang, Franky" userId="6ce4719b-7f4a-4549-8832-a74568dd27a3" providerId="ADAL" clId="{AAB58907-3BE5-A741-9189-195158BDE65C}" dt="2025-10-07T04:49:03.473" v="1136" actId="20577"/>
          <ac:spMkLst>
            <pc:docMk/>
            <pc:sldMk cId="1006168384" sldId="318"/>
            <ac:spMk id="6" creationId="{5102670E-E936-B4ED-ABD6-D4A08AF5D8E8}"/>
          </ac:spMkLst>
        </pc:spChg>
      </pc:sldChg>
      <pc:sldChg chg="addSp delSp modSp new mod">
        <pc:chgData name="Zhang, Franky" userId="6ce4719b-7f4a-4549-8832-a74568dd27a3" providerId="ADAL" clId="{AAB58907-3BE5-A741-9189-195158BDE65C}" dt="2025-10-07T00:51:48.979" v="780" actId="1076"/>
        <pc:sldMkLst>
          <pc:docMk/>
          <pc:sldMk cId="3840420055" sldId="319"/>
        </pc:sldMkLst>
        <pc:spChg chg="del">
          <ac:chgData name="Zhang, Franky" userId="6ce4719b-7f4a-4549-8832-a74568dd27a3" providerId="ADAL" clId="{AAB58907-3BE5-A741-9189-195158BDE65C}" dt="2025-10-06T18:46:12.788" v="668" actId="478"/>
          <ac:spMkLst>
            <pc:docMk/>
            <pc:sldMk cId="3840420055" sldId="319"/>
            <ac:spMk id="2" creationId="{3E7F2B0D-C382-BDA2-D56A-4F3B04AC45D3}"/>
          </ac:spMkLst>
        </pc:spChg>
        <pc:spChg chg="del">
          <ac:chgData name="Zhang, Franky" userId="6ce4719b-7f4a-4549-8832-a74568dd27a3" providerId="ADAL" clId="{AAB58907-3BE5-A741-9189-195158BDE65C}" dt="2025-10-06T18:46:14.060" v="669" actId="478"/>
          <ac:spMkLst>
            <pc:docMk/>
            <pc:sldMk cId="3840420055" sldId="319"/>
            <ac:spMk id="3" creationId="{442193E8-6B12-37E6-72DF-4A6DF70363C8}"/>
          </ac:spMkLst>
        </pc:spChg>
        <pc:spChg chg="add mod">
          <ac:chgData name="Zhang, Franky" userId="6ce4719b-7f4a-4549-8832-a74568dd27a3" providerId="ADAL" clId="{AAB58907-3BE5-A741-9189-195158BDE65C}" dt="2025-10-06T18:46:23.588" v="682" actId="20577"/>
          <ac:spMkLst>
            <pc:docMk/>
            <pc:sldMk cId="3840420055" sldId="319"/>
            <ac:spMk id="4" creationId="{D17C1ECB-1C0B-2D51-E927-A664AD686739}"/>
          </ac:spMkLst>
        </pc:spChg>
        <pc:picChg chg="add mod">
          <ac:chgData name="Zhang, Franky" userId="6ce4719b-7f4a-4549-8832-a74568dd27a3" providerId="ADAL" clId="{AAB58907-3BE5-A741-9189-195158BDE65C}" dt="2025-10-07T00:51:48.979" v="780" actId="1076"/>
          <ac:picMkLst>
            <pc:docMk/>
            <pc:sldMk cId="3840420055" sldId="319"/>
            <ac:picMk id="6" creationId="{380BF2CC-F819-F6C1-0D11-C39BEE286120}"/>
          </ac:picMkLst>
        </pc:picChg>
      </pc:sldChg>
      <pc:sldChg chg="addSp delSp modSp add mod">
        <pc:chgData name="Zhang, Franky" userId="6ce4719b-7f4a-4549-8832-a74568dd27a3" providerId="ADAL" clId="{AAB58907-3BE5-A741-9189-195158BDE65C}" dt="2025-10-07T03:34:10.164" v="1084" actId="1076"/>
        <pc:sldMkLst>
          <pc:docMk/>
          <pc:sldMk cId="147189517" sldId="320"/>
        </pc:sldMkLst>
        <pc:spChg chg="add mod">
          <ac:chgData name="Zhang, Franky" userId="6ce4719b-7f4a-4549-8832-a74568dd27a3" providerId="ADAL" clId="{AAB58907-3BE5-A741-9189-195158BDE65C}" dt="2025-10-07T03:34:10.164" v="1084" actId="1076"/>
          <ac:spMkLst>
            <pc:docMk/>
            <pc:sldMk cId="147189517" sldId="320"/>
            <ac:spMk id="10" creationId="{5648B0FA-2700-F483-CCAC-9BC5E87CBBC6}"/>
          </ac:spMkLst>
        </pc:spChg>
        <pc:spChg chg="add mod">
          <ac:chgData name="Zhang, Franky" userId="6ce4719b-7f4a-4549-8832-a74568dd27a3" providerId="ADAL" clId="{AAB58907-3BE5-A741-9189-195158BDE65C}" dt="2025-10-07T03:34:10.164" v="1084" actId="1076"/>
          <ac:spMkLst>
            <pc:docMk/>
            <pc:sldMk cId="147189517" sldId="320"/>
            <ac:spMk id="13" creationId="{ED6F1551-86A0-4BC9-7F2E-5046B23ED8FA}"/>
          </ac:spMkLst>
        </pc:spChg>
        <pc:spChg chg="add mod">
          <ac:chgData name="Zhang, Franky" userId="6ce4719b-7f4a-4549-8832-a74568dd27a3" providerId="ADAL" clId="{AAB58907-3BE5-A741-9189-195158BDE65C}" dt="2025-10-07T03:34:10.164" v="1084" actId="1076"/>
          <ac:spMkLst>
            <pc:docMk/>
            <pc:sldMk cId="147189517" sldId="320"/>
            <ac:spMk id="14" creationId="{861A8E3A-6263-8594-B2D0-E16A12615CA0}"/>
          </ac:spMkLst>
        </pc:spChg>
        <pc:spChg chg="mod">
          <ac:chgData name="Zhang, Franky" userId="6ce4719b-7f4a-4549-8832-a74568dd27a3" providerId="ADAL" clId="{AAB58907-3BE5-A741-9189-195158BDE65C}" dt="2025-10-07T03:34:10.164" v="1084" actId="1076"/>
          <ac:spMkLst>
            <pc:docMk/>
            <pc:sldMk cId="147189517" sldId="320"/>
            <ac:spMk id="21" creationId="{CF903999-7583-9216-8EE3-D95530F050B7}"/>
          </ac:spMkLst>
        </pc:spChg>
        <pc:picChg chg="del">
          <ac:chgData name="Zhang, Franky" userId="6ce4719b-7f4a-4549-8832-a74568dd27a3" providerId="ADAL" clId="{AAB58907-3BE5-A741-9189-195158BDE65C}" dt="2025-10-07T03:26:20.772" v="982" actId="478"/>
          <ac:picMkLst>
            <pc:docMk/>
            <pc:sldMk cId="147189517" sldId="320"/>
            <ac:picMk id="6" creationId="{22FC1659-99EC-3E63-9DD1-59A926C03F9C}"/>
          </ac:picMkLst>
        </pc:picChg>
        <pc:picChg chg="add mod">
          <ac:chgData name="Zhang, Franky" userId="6ce4719b-7f4a-4549-8832-a74568dd27a3" providerId="ADAL" clId="{AAB58907-3BE5-A741-9189-195158BDE65C}" dt="2025-10-07T03:34:10.164" v="1084" actId="1076"/>
          <ac:picMkLst>
            <pc:docMk/>
            <pc:sldMk cId="147189517" sldId="320"/>
            <ac:picMk id="9" creationId="{C1EA4509-8284-5B28-A4D3-B0DD8AA55E3D}"/>
          </ac:picMkLst>
        </pc:picChg>
        <pc:picChg chg="add del mod">
          <ac:chgData name="Zhang, Franky" userId="6ce4719b-7f4a-4549-8832-a74568dd27a3" providerId="ADAL" clId="{AAB58907-3BE5-A741-9189-195158BDE65C}" dt="2025-10-07T03:30:24.643" v="1069" actId="478"/>
          <ac:picMkLst>
            <pc:docMk/>
            <pc:sldMk cId="147189517" sldId="320"/>
            <ac:picMk id="12" creationId="{770558A5-A26C-93ED-247A-2181CFD838A4}"/>
          </ac:picMkLst>
        </pc:picChg>
        <pc:picChg chg="add mod">
          <ac:chgData name="Zhang, Franky" userId="6ce4719b-7f4a-4549-8832-a74568dd27a3" providerId="ADAL" clId="{AAB58907-3BE5-A741-9189-195158BDE65C}" dt="2025-10-07T03:34:10.164" v="1084" actId="1076"/>
          <ac:picMkLst>
            <pc:docMk/>
            <pc:sldMk cId="147189517" sldId="320"/>
            <ac:picMk id="16" creationId="{377D3458-6D10-4867-B755-639F6FAC2BDE}"/>
          </ac:picMkLst>
        </pc:picChg>
      </pc:sldChg>
      <pc:sldChg chg="add del">
        <pc:chgData name="Zhang, Franky" userId="6ce4719b-7f4a-4549-8832-a74568dd27a3" providerId="ADAL" clId="{AAB58907-3BE5-A741-9189-195158BDE65C}" dt="2025-10-07T03:28:00.018" v="1037"/>
        <pc:sldMkLst>
          <pc:docMk/>
          <pc:sldMk cId="4143498212"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11fba705b9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720AC2AA-115E-E7F6-9696-5F8DB6DA0776}"/>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19F12F07-5C0B-5FFF-55CC-561A97DBD4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B1D61BE4-4946-5C97-8994-DD662A1BB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6228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2126a3bec9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E71478F-F1B9-0FA4-9B09-8DDD89FA1E95}"/>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8867A194-5CF9-DD9F-6488-B71F54688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43336E2-CA69-147E-5864-4A3EB098B4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513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2126a3bec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AAE7D813-6085-E6EF-AEB3-54EEE6CF4EB4}"/>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38308A1D-4639-9654-115F-141F6AE1B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F7A5727-DA0D-DF56-144F-0F91DEEC1B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2481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608C893E-4E96-7243-3154-6E0908E89C3A}"/>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DEC3C572-1898-BEDE-4BD4-F25A46BC7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9519223-2CE6-1407-759C-6E5785A88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3901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6C550E17-EAE2-8873-2DEE-61148D58DA71}"/>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7AF528A6-8F63-0BA5-AA9C-3C690BB4B8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0868CF4C-D6C2-9E2D-0564-AE91B0AEA3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614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200480F4-A15E-78AA-8C8D-3991E737D8A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5369B58-E648-DB2D-DFF0-1579F9CE86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06B67FB7-18C0-21F7-B064-3103B57707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5991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1AD9D096-66DA-5D1F-ABDD-6B606C623AA2}"/>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62AF222F-CB2D-F31F-7ED2-AC419DCBF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9C14A304-43FB-3B17-E311-C602DB982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973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0AAD341-3AED-6B89-6B3F-D1482896CF47}"/>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F6E7B035-2AA7-6286-9B1A-12F938569C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942D76DA-CB29-78CC-D3DF-67E2461D27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8306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71FC1D22-FD30-83D3-EB01-4A118FAAE693}"/>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9B39B429-2EE5-87AB-A252-B164C31DEA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5C3083D8-E5C0-843D-0213-CB91782C8A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2244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90C5AFE2-8A6C-C7AC-87A1-58E9E970269D}"/>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A4A03895-2435-4BB9-6340-6E2E78462C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4B288C4D-3B27-52C6-E29F-EE243F8D5D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6592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CA8F7780-2BB7-FD5C-49A9-663B132A8C4E}"/>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DD54CD91-4288-4428-E97A-D268B627A1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4FB69A95-D2BF-C6B6-9143-FD39A9F54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965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887DC183-3816-BF1F-7CEB-D879028C16E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E4E57D66-017C-498E-EA7B-25F3E9015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EA7A66A5-4780-CDC6-D1B8-8D0E431D13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052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A49CBBBE-B19C-4305-15B4-D994F83A918F}"/>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74607A6F-F3FF-C5D8-6F4F-04D182823D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B98B84F7-54B3-844B-98E9-CF3B2F5D58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049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EDA49EE8-2E0D-29E1-08BA-2ADA18BD68F5}"/>
            </a:ext>
          </a:extLst>
        </p:cNvPr>
        <p:cNvGrpSpPr/>
        <p:nvPr/>
      </p:nvGrpSpPr>
      <p:grpSpPr>
        <a:xfrm>
          <a:off x="0" y="0"/>
          <a:ext cx="0" cy="0"/>
          <a:chOff x="0" y="0"/>
          <a:chExt cx="0" cy="0"/>
        </a:xfrm>
      </p:grpSpPr>
      <p:sp>
        <p:nvSpPr>
          <p:cNvPr id="420" name="Google Shape;420;g12126a3bec9_0_204:notes">
            <a:extLst>
              <a:ext uri="{FF2B5EF4-FFF2-40B4-BE49-F238E27FC236}">
                <a16:creationId xmlns:a16="http://schemas.microsoft.com/office/drawing/2014/main" id="{F0AD8CC9-EA26-333C-A938-65A4F624A8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a:extLst>
              <a:ext uri="{FF2B5EF4-FFF2-40B4-BE49-F238E27FC236}">
                <a16:creationId xmlns:a16="http://schemas.microsoft.com/office/drawing/2014/main" id="{AB20DFBD-C72D-ED45-81B9-666A435CA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05439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F68776CC-3D5D-18D8-7751-08BF1D384A34}"/>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E3125004-D7DB-418C-B983-9A50D26FA4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DE3CAA5F-3BB0-C0E8-BF10-2B17B38876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797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A4C2074A-096E-E451-501F-101FEAE1152F}"/>
            </a:ext>
          </a:extLst>
        </p:cNvPr>
        <p:cNvGrpSpPr/>
        <p:nvPr/>
      </p:nvGrpSpPr>
      <p:grpSpPr>
        <a:xfrm>
          <a:off x="0" y="0"/>
          <a:ext cx="0" cy="0"/>
          <a:chOff x="0" y="0"/>
          <a:chExt cx="0" cy="0"/>
        </a:xfrm>
      </p:grpSpPr>
      <p:sp>
        <p:nvSpPr>
          <p:cNvPr id="420" name="Google Shape;420;g12126a3bec9_0_204:notes">
            <a:extLst>
              <a:ext uri="{FF2B5EF4-FFF2-40B4-BE49-F238E27FC236}">
                <a16:creationId xmlns:a16="http://schemas.microsoft.com/office/drawing/2014/main" id="{5117998E-9796-0CD9-32C1-D6E0D052E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a:extLst>
              <a:ext uri="{FF2B5EF4-FFF2-40B4-BE49-F238E27FC236}">
                <a16:creationId xmlns:a16="http://schemas.microsoft.com/office/drawing/2014/main" id="{58A08BB1-A9BA-4249-88A5-CE9C2B3183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761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033DE333-5C13-0621-B3C7-101B761A958B}"/>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7D7685F5-8E6A-4148-4DCB-DB423D170F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D8A5F8A7-9B2E-7590-2073-89D41B538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5336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F86B2E5-5074-9120-7CC0-C30433EEC3ED}"/>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87A311A-5960-3FF9-4A48-9CE1E84F7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3FC0B1B-467E-0909-AD9B-D8895F41B6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143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D2137C40-315A-353A-323F-AF9F2A70217A}"/>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873D3CD-75A2-50B0-39A3-39A217EF42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0B773453-60DD-94A2-0FFF-67CA27D435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2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491A70A6-53B8-3E7E-A91E-E603E816626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A0CA83A1-8A86-02F1-2296-58F5DBF5F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B33BCD4F-B579-BB11-D183-CA3DF3FD54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9219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2C43E17-D487-6B0B-2EB5-E417077DD0D6}"/>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FD34A01C-3274-135B-8CA7-3A935FCBC5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39ECAFAB-959F-DC51-AE31-C0E3D136B7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2433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80525669-FC11-52E0-7222-AB4DE3780C81}"/>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3914DAC1-51F3-661B-18B8-B0C5E7F95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8870428C-4DCF-87A8-448B-F7B2C97CB7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0000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4456A18-A4C1-A094-C62E-BD30536068AF}"/>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9C26CF8E-4393-E92C-DBEE-D1C3DC66BF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713B2A42-8909-DAA1-2F54-58DD503DAE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80188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4DC79DA-1590-D0EE-831B-A51B49D86C10}"/>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1831A1E5-4FBB-C025-F512-F9FB6F8DA4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F960008D-A2F4-DC98-3244-6E7A4CABF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776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1350b88ff3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1350b88ff3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86100" y="1174625"/>
            <a:ext cx="5971800" cy="21576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392500" y="3394525"/>
            <a:ext cx="43590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124700" y="-71575"/>
            <a:ext cx="9490475" cy="5267200"/>
            <a:chOff x="-124700" y="-71575"/>
            <a:chExt cx="9490475" cy="5267200"/>
          </a:xfrm>
        </p:grpSpPr>
        <p:grpSp>
          <p:nvGrpSpPr>
            <p:cNvPr id="12" name="Google Shape;12;p2"/>
            <p:cNvGrpSpPr/>
            <p:nvPr/>
          </p:nvGrpSpPr>
          <p:grpSpPr>
            <a:xfrm>
              <a:off x="1612875" y="1708125"/>
              <a:ext cx="7752900" cy="3487500"/>
              <a:chOff x="1612875" y="1708125"/>
              <a:chExt cx="7752900" cy="3487500"/>
            </a:xfrm>
          </p:grpSpPr>
          <p:cxnSp>
            <p:nvCxnSpPr>
              <p:cNvPr id="13" name="Google Shape;13;p2"/>
              <p:cNvCxnSpPr/>
              <p:nvPr/>
            </p:nvCxnSpPr>
            <p:spPr>
              <a:xfrm>
                <a:off x="8441900" y="1708125"/>
                <a:ext cx="0" cy="3487500"/>
              </a:xfrm>
              <a:prstGeom prst="straightConnector1">
                <a:avLst/>
              </a:prstGeom>
              <a:noFill/>
              <a:ln w="19050" cap="flat" cmpd="sng">
                <a:solidFill>
                  <a:schemeClr val="dk2"/>
                </a:solidFill>
                <a:prstDash val="solid"/>
                <a:round/>
                <a:headEnd type="none" w="med" len="med"/>
                <a:tailEnd type="none" w="med" len="med"/>
              </a:ln>
            </p:spPr>
          </p:cxnSp>
          <p:cxnSp>
            <p:nvCxnSpPr>
              <p:cNvPr id="14" name="Google Shape;14;p2"/>
              <p:cNvCxnSpPr/>
              <p:nvPr/>
            </p:nvCxnSpPr>
            <p:spPr>
              <a:xfrm>
                <a:off x="8763225" y="1708125"/>
                <a:ext cx="0" cy="3487500"/>
              </a:xfrm>
              <a:prstGeom prst="straightConnector1">
                <a:avLst/>
              </a:prstGeom>
              <a:noFill/>
              <a:ln w="19050" cap="flat" cmpd="sng">
                <a:solidFill>
                  <a:schemeClr val="dk2"/>
                </a:solidFill>
                <a:prstDash val="solid"/>
                <a:round/>
                <a:headEnd type="none" w="med" len="med"/>
                <a:tailEnd type="none" w="med" len="med"/>
              </a:ln>
            </p:spPr>
          </p:cxnSp>
          <p:cxnSp>
            <p:nvCxnSpPr>
              <p:cNvPr id="15" name="Google Shape;15;p2"/>
              <p:cNvCxnSpPr/>
              <p:nvPr/>
            </p:nvCxnSpPr>
            <p:spPr>
              <a:xfrm rot="10800000">
                <a:off x="1612875" y="4604000"/>
                <a:ext cx="7752900" cy="0"/>
              </a:xfrm>
              <a:prstGeom prst="straightConnector1">
                <a:avLst/>
              </a:prstGeom>
              <a:noFill/>
              <a:ln w="19050" cap="flat" cmpd="sng">
                <a:solidFill>
                  <a:schemeClr val="dk2"/>
                </a:solidFill>
                <a:prstDash val="solid"/>
                <a:round/>
                <a:headEnd type="none" w="med" len="med"/>
                <a:tailEnd type="none" w="med" len="med"/>
              </a:ln>
            </p:spPr>
          </p:cxnSp>
        </p:grpSp>
        <p:grpSp>
          <p:nvGrpSpPr>
            <p:cNvPr id="16" name="Google Shape;16;p2"/>
            <p:cNvGrpSpPr/>
            <p:nvPr/>
          </p:nvGrpSpPr>
          <p:grpSpPr>
            <a:xfrm>
              <a:off x="-124700" y="-71575"/>
              <a:ext cx="7746900" cy="3813300"/>
              <a:chOff x="-124700" y="-71575"/>
              <a:chExt cx="7746900" cy="3813300"/>
            </a:xfrm>
          </p:grpSpPr>
          <p:cxnSp>
            <p:nvCxnSpPr>
              <p:cNvPr id="17" name="Google Shape;17;p2"/>
              <p:cNvCxnSpPr/>
              <p:nvPr/>
            </p:nvCxnSpPr>
            <p:spPr>
              <a:xfrm>
                <a:off x="380763" y="-71575"/>
                <a:ext cx="0" cy="3813300"/>
              </a:xfrm>
              <a:prstGeom prst="straightConnector1">
                <a:avLst/>
              </a:prstGeom>
              <a:noFill/>
              <a:ln w="19050" cap="flat" cmpd="sng">
                <a:solidFill>
                  <a:schemeClr val="dk2"/>
                </a:solidFill>
                <a:prstDash val="solid"/>
                <a:round/>
                <a:headEnd type="none" w="med" len="med"/>
                <a:tailEnd type="none" w="med" len="med"/>
              </a:ln>
            </p:spPr>
          </p:cxnSp>
          <p:cxnSp>
            <p:nvCxnSpPr>
              <p:cNvPr id="18" name="Google Shape;18;p2"/>
              <p:cNvCxnSpPr/>
              <p:nvPr/>
            </p:nvCxnSpPr>
            <p:spPr>
              <a:xfrm>
                <a:off x="702088" y="-71575"/>
                <a:ext cx="0" cy="3813300"/>
              </a:xfrm>
              <a:prstGeom prst="straightConnector1">
                <a:avLst/>
              </a:prstGeom>
              <a:noFill/>
              <a:ln w="19050" cap="flat" cmpd="sng">
                <a:solidFill>
                  <a:schemeClr val="dk2"/>
                </a:solidFill>
                <a:prstDash val="solid"/>
                <a:round/>
                <a:headEnd type="none" w="med" len="med"/>
                <a:tailEnd type="none" w="med" len="med"/>
              </a:ln>
            </p:spPr>
          </p:cxnSp>
          <p:cxnSp>
            <p:nvCxnSpPr>
              <p:cNvPr id="19" name="Google Shape;19;p2"/>
              <p:cNvCxnSpPr/>
              <p:nvPr/>
            </p:nvCxnSpPr>
            <p:spPr>
              <a:xfrm rot="10800000">
                <a:off x="-124700" y="539500"/>
                <a:ext cx="7746900" cy="0"/>
              </a:xfrm>
              <a:prstGeom prst="straightConnector1">
                <a:avLst/>
              </a:prstGeom>
              <a:noFill/>
              <a:ln w="19050" cap="flat" cmpd="sng">
                <a:solidFill>
                  <a:schemeClr val="dk2"/>
                </a:solidFill>
                <a:prstDash val="solid"/>
                <a:round/>
                <a:headEnd type="none" w="med" len="med"/>
                <a:tailEnd type="none" w="med" len="med"/>
              </a:ln>
            </p:spPr>
          </p:cxnSp>
        </p:grpSp>
      </p:grpSp>
      <p:grpSp>
        <p:nvGrpSpPr>
          <p:cNvPr id="20" name="Google Shape;20;p2"/>
          <p:cNvGrpSpPr/>
          <p:nvPr/>
        </p:nvGrpSpPr>
        <p:grpSpPr>
          <a:xfrm>
            <a:off x="157275" y="462550"/>
            <a:ext cx="8919625" cy="4218400"/>
            <a:chOff x="157275" y="462550"/>
            <a:chExt cx="8919625" cy="4218400"/>
          </a:xfrm>
        </p:grpSpPr>
        <p:grpSp>
          <p:nvGrpSpPr>
            <p:cNvPr id="21" name="Google Shape;21;p2"/>
            <p:cNvGrpSpPr/>
            <p:nvPr/>
          </p:nvGrpSpPr>
          <p:grpSpPr>
            <a:xfrm>
              <a:off x="7784650" y="462550"/>
              <a:ext cx="1292250" cy="153900"/>
              <a:chOff x="7784650" y="462550"/>
              <a:chExt cx="1292250" cy="153900"/>
            </a:xfrm>
          </p:grpSpPr>
          <p:sp>
            <p:nvSpPr>
              <p:cNvPr id="22" name="Google Shape;22;p2"/>
              <p:cNvSpPr/>
              <p:nvPr/>
            </p:nvSpPr>
            <p:spPr>
              <a:xfrm>
                <a:off x="7784650" y="4625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3" name="Google Shape;23;p2"/>
              <p:cNvSpPr/>
              <p:nvPr/>
            </p:nvSpPr>
            <p:spPr>
              <a:xfrm>
                <a:off x="8353825" y="4625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4" name="Google Shape;24;p2"/>
              <p:cNvSpPr/>
              <p:nvPr/>
            </p:nvSpPr>
            <p:spPr>
              <a:xfrm>
                <a:off x="8923000" y="4625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25" name="Google Shape;25;p2"/>
            <p:cNvGrpSpPr/>
            <p:nvPr/>
          </p:nvGrpSpPr>
          <p:grpSpPr>
            <a:xfrm>
              <a:off x="157275" y="4527050"/>
              <a:ext cx="1292250" cy="153900"/>
              <a:chOff x="157275" y="4527050"/>
              <a:chExt cx="1292250" cy="153900"/>
            </a:xfrm>
          </p:grpSpPr>
          <p:sp>
            <p:nvSpPr>
              <p:cNvPr id="26" name="Google Shape;26;p2"/>
              <p:cNvSpPr/>
              <p:nvPr/>
            </p:nvSpPr>
            <p:spPr>
              <a:xfrm>
                <a:off x="157275" y="45270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7" name="Google Shape;27;p2"/>
              <p:cNvSpPr/>
              <p:nvPr/>
            </p:nvSpPr>
            <p:spPr>
              <a:xfrm>
                <a:off x="726450" y="45270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8" name="Google Shape;28;p2"/>
              <p:cNvSpPr/>
              <p:nvPr/>
            </p:nvSpPr>
            <p:spPr>
              <a:xfrm>
                <a:off x="1295625" y="45270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3"/>
          <p:cNvSpPr txBox="1">
            <a:spLocks noGrp="1"/>
          </p:cNvSpPr>
          <p:nvPr>
            <p:ph type="title"/>
          </p:nvPr>
        </p:nvSpPr>
        <p:spPr>
          <a:xfrm>
            <a:off x="1065000" y="2655700"/>
            <a:ext cx="7014000" cy="5646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1" name="Google Shape;31;p3"/>
          <p:cNvSpPr txBox="1">
            <a:spLocks noGrp="1"/>
          </p:cNvSpPr>
          <p:nvPr>
            <p:ph type="title" idx="2" hasCustomPrompt="1"/>
          </p:nvPr>
        </p:nvSpPr>
        <p:spPr>
          <a:xfrm>
            <a:off x="3956700" y="1286925"/>
            <a:ext cx="1230600" cy="12306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61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2" name="Google Shape;32;p3"/>
          <p:cNvSpPr txBox="1">
            <a:spLocks noGrp="1"/>
          </p:cNvSpPr>
          <p:nvPr>
            <p:ph type="subTitle" idx="1"/>
          </p:nvPr>
        </p:nvSpPr>
        <p:spPr>
          <a:xfrm>
            <a:off x="1065000" y="3333250"/>
            <a:ext cx="7014000" cy="38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3" name="Google Shape;33;p3"/>
          <p:cNvGrpSpPr/>
          <p:nvPr/>
        </p:nvGrpSpPr>
        <p:grpSpPr>
          <a:xfrm>
            <a:off x="-207850" y="-538900"/>
            <a:ext cx="9592150" cy="6070050"/>
            <a:chOff x="-207850" y="-538900"/>
            <a:chExt cx="9592150" cy="6070050"/>
          </a:xfrm>
        </p:grpSpPr>
        <p:grpSp>
          <p:nvGrpSpPr>
            <p:cNvPr id="34" name="Google Shape;34;p3"/>
            <p:cNvGrpSpPr/>
            <p:nvPr/>
          </p:nvGrpSpPr>
          <p:grpSpPr>
            <a:xfrm>
              <a:off x="5134800" y="-538900"/>
              <a:ext cx="4249500" cy="4014900"/>
              <a:chOff x="5134800" y="-538900"/>
              <a:chExt cx="4249500" cy="4014900"/>
            </a:xfrm>
          </p:grpSpPr>
          <p:cxnSp>
            <p:nvCxnSpPr>
              <p:cNvPr id="35" name="Google Shape;35;p3"/>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36" name="Google Shape;36;p3"/>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nvGrpSpPr>
            <p:cNvPr id="37" name="Google Shape;37;p3"/>
            <p:cNvGrpSpPr/>
            <p:nvPr/>
          </p:nvGrpSpPr>
          <p:grpSpPr>
            <a:xfrm rot="10800000">
              <a:off x="-207850" y="1516250"/>
              <a:ext cx="4249500" cy="4014900"/>
              <a:chOff x="5134800" y="-538900"/>
              <a:chExt cx="4249500" cy="4014900"/>
            </a:xfrm>
          </p:grpSpPr>
          <p:cxnSp>
            <p:nvCxnSpPr>
              <p:cNvPr id="38" name="Google Shape;38;p3"/>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39" name="Google Shape;39;p3"/>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5"/>
        <p:cNvGrpSpPr/>
        <p:nvPr/>
      </p:nvGrpSpPr>
      <p:grpSpPr>
        <a:xfrm>
          <a:off x="0" y="0"/>
          <a:ext cx="0" cy="0"/>
          <a:chOff x="0" y="0"/>
          <a:chExt cx="0" cy="0"/>
        </a:xfrm>
      </p:grpSpPr>
      <p:sp>
        <p:nvSpPr>
          <p:cNvPr id="56" name="Google Shape;56;p5"/>
          <p:cNvSpPr txBox="1">
            <a:spLocks noGrp="1"/>
          </p:cNvSpPr>
          <p:nvPr>
            <p:ph type="subTitle" idx="1"/>
          </p:nvPr>
        </p:nvSpPr>
        <p:spPr>
          <a:xfrm>
            <a:off x="1428900" y="1940800"/>
            <a:ext cx="2352000" cy="3567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57" name="Google Shape;57;p5"/>
          <p:cNvSpPr txBox="1">
            <a:spLocks noGrp="1"/>
          </p:cNvSpPr>
          <p:nvPr>
            <p:ph type="subTitle" idx="2"/>
          </p:nvPr>
        </p:nvSpPr>
        <p:spPr>
          <a:xfrm>
            <a:off x="1428900" y="3114425"/>
            <a:ext cx="2352000" cy="356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58" name="Google Shape;58;p5"/>
          <p:cNvSpPr txBox="1">
            <a:spLocks noGrp="1"/>
          </p:cNvSpPr>
          <p:nvPr>
            <p:ph type="subTitle" idx="3"/>
          </p:nvPr>
        </p:nvSpPr>
        <p:spPr>
          <a:xfrm>
            <a:off x="1428900" y="2297500"/>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 name="Google Shape;59;p5"/>
          <p:cNvSpPr txBox="1">
            <a:spLocks noGrp="1"/>
          </p:cNvSpPr>
          <p:nvPr>
            <p:ph type="subTitle" idx="4"/>
          </p:nvPr>
        </p:nvSpPr>
        <p:spPr>
          <a:xfrm>
            <a:off x="1428900" y="3471125"/>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 name="Google Shape;60;p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1" name="Google Shape;61;p5"/>
          <p:cNvGrpSpPr/>
          <p:nvPr/>
        </p:nvGrpSpPr>
        <p:grpSpPr>
          <a:xfrm flipH="1">
            <a:off x="-207850" y="-538900"/>
            <a:ext cx="9592150" cy="6070050"/>
            <a:chOff x="-207850" y="-538900"/>
            <a:chExt cx="9592150" cy="6070050"/>
          </a:xfrm>
        </p:grpSpPr>
        <p:grpSp>
          <p:nvGrpSpPr>
            <p:cNvPr id="62" name="Google Shape;62;p5"/>
            <p:cNvGrpSpPr/>
            <p:nvPr/>
          </p:nvGrpSpPr>
          <p:grpSpPr>
            <a:xfrm>
              <a:off x="5134800" y="-538900"/>
              <a:ext cx="4249500" cy="4014900"/>
              <a:chOff x="5134800" y="-538900"/>
              <a:chExt cx="4249500" cy="4014900"/>
            </a:xfrm>
          </p:grpSpPr>
          <p:cxnSp>
            <p:nvCxnSpPr>
              <p:cNvPr id="63" name="Google Shape;63;p5"/>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64" name="Google Shape;64;p5"/>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nvGrpSpPr>
            <p:cNvPr id="65" name="Google Shape;65;p5"/>
            <p:cNvGrpSpPr/>
            <p:nvPr/>
          </p:nvGrpSpPr>
          <p:grpSpPr>
            <a:xfrm rot="10800000">
              <a:off x="-207850" y="1516250"/>
              <a:ext cx="4249500" cy="4014900"/>
              <a:chOff x="5134800" y="-538900"/>
              <a:chExt cx="4249500" cy="4014900"/>
            </a:xfrm>
          </p:grpSpPr>
          <p:cxnSp>
            <p:nvCxnSpPr>
              <p:cNvPr id="66" name="Google Shape;66;p5"/>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67" name="Google Shape;67;p5"/>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0" name="Google Shape;70;p6"/>
          <p:cNvGrpSpPr/>
          <p:nvPr/>
        </p:nvGrpSpPr>
        <p:grpSpPr>
          <a:xfrm>
            <a:off x="-81225" y="356025"/>
            <a:ext cx="9335675" cy="4395175"/>
            <a:chOff x="-81225" y="356025"/>
            <a:chExt cx="9335675" cy="4395175"/>
          </a:xfrm>
        </p:grpSpPr>
        <p:cxnSp>
          <p:nvCxnSpPr>
            <p:cNvPr id="71" name="Google Shape;71;p6"/>
            <p:cNvCxnSpPr/>
            <p:nvPr/>
          </p:nvCxnSpPr>
          <p:spPr>
            <a:xfrm rot="10800000">
              <a:off x="-81225" y="356025"/>
              <a:ext cx="6980400" cy="0"/>
            </a:xfrm>
            <a:prstGeom prst="straightConnector1">
              <a:avLst/>
            </a:prstGeom>
            <a:noFill/>
            <a:ln w="19050" cap="flat" cmpd="sng">
              <a:solidFill>
                <a:schemeClr val="dk2"/>
              </a:solidFill>
              <a:prstDash val="solid"/>
              <a:round/>
              <a:headEnd type="none" w="med" len="med"/>
              <a:tailEnd type="none" w="med" len="med"/>
            </a:ln>
          </p:spPr>
        </p:cxnSp>
        <p:cxnSp>
          <p:nvCxnSpPr>
            <p:cNvPr id="72" name="Google Shape;72;p6"/>
            <p:cNvCxnSpPr/>
            <p:nvPr/>
          </p:nvCxnSpPr>
          <p:spPr>
            <a:xfrm>
              <a:off x="2274050" y="47512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73" name="Google Shape;73;p6"/>
          <p:cNvGrpSpPr/>
          <p:nvPr/>
        </p:nvGrpSpPr>
        <p:grpSpPr>
          <a:xfrm>
            <a:off x="1966600" y="279075"/>
            <a:ext cx="5167425" cy="4549075"/>
            <a:chOff x="1966600" y="279075"/>
            <a:chExt cx="5167425" cy="4549075"/>
          </a:xfrm>
        </p:grpSpPr>
        <p:sp>
          <p:nvSpPr>
            <p:cNvPr id="74" name="Google Shape;74;p6"/>
            <p:cNvSpPr/>
            <p:nvPr/>
          </p:nvSpPr>
          <p:spPr>
            <a:xfrm>
              <a:off x="1966600" y="46742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75" name="Google Shape;75;p6"/>
            <p:cNvSpPr/>
            <p:nvPr/>
          </p:nvSpPr>
          <p:spPr>
            <a:xfrm>
              <a:off x="6980125" y="279075"/>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8" name="Google Shape;78;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grpSp>
        <p:nvGrpSpPr>
          <p:cNvPr id="79" name="Google Shape;79;p7"/>
          <p:cNvGrpSpPr/>
          <p:nvPr/>
        </p:nvGrpSpPr>
        <p:grpSpPr>
          <a:xfrm>
            <a:off x="715100" y="218075"/>
            <a:ext cx="7713800" cy="4731800"/>
            <a:chOff x="715100" y="218075"/>
            <a:chExt cx="7713800" cy="4731800"/>
          </a:xfrm>
        </p:grpSpPr>
        <p:grpSp>
          <p:nvGrpSpPr>
            <p:cNvPr id="80" name="Google Shape;80;p7"/>
            <p:cNvGrpSpPr/>
            <p:nvPr/>
          </p:nvGrpSpPr>
          <p:grpSpPr>
            <a:xfrm>
              <a:off x="7136650" y="4795975"/>
              <a:ext cx="1292250" cy="153900"/>
              <a:chOff x="7136650" y="4795975"/>
              <a:chExt cx="1292250" cy="153900"/>
            </a:xfrm>
          </p:grpSpPr>
          <p:sp>
            <p:nvSpPr>
              <p:cNvPr id="81" name="Google Shape;81;p7"/>
              <p:cNvSpPr/>
              <p:nvPr/>
            </p:nvSpPr>
            <p:spPr>
              <a:xfrm flipH="1">
                <a:off x="8275000" y="47959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2" name="Google Shape;82;p7"/>
              <p:cNvSpPr/>
              <p:nvPr/>
            </p:nvSpPr>
            <p:spPr>
              <a:xfrm flipH="1">
                <a:off x="7705825" y="4795975"/>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3" name="Google Shape;83;p7"/>
              <p:cNvSpPr/>
              <p:nvPr/>
            </p:nvSpPr>
            <p:spPr>
              <a:xfrm flipH="1">
                <a:off x="7136650" y="47959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84" name="Google Shape;84;p7"/>
            <p:cNvGrpSpPr/>
            <p:nvPr/>
          </p:nvGrpSpPr>
          <p:grpSpPr>
            <a:xfrm>
              <a:off x="715100" y="218075"/>
              <a:ext cx="1292250" cy="153900"/>
              <a:chOff x="715100" y="218075"/>
              <a:chExt cx="1292250" cy="153900"/>
            </a:xfrm>
          </p:grpSpPr>
          <p:sp>
            <p:nvSpPr>
              <p:cNvPr id="85" name="Google Shape;85;p7"/>
              <p:cNvSpPr/>
              <p:nvPr/>
            </p:nvSpPr>
            <p:spPr>
              <a:xfrm flipH="1">
                <a:off x="1853450" y="2180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6" name="Google Shape;86;p7"/>
              <p:cNvSpPr/>
              <p:nvPr/>
            </p:nvSpPr>
            <p:spPr>
              <a:xfrm flipH="1">
                <a:off x="1284275" y="218075"/>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7" name="Google Shape;87;p7"/>
              <p:cNvSpPr/>
              <p:nvPr/>
            </p:nvSpPr>
            <p:spPr>
              <a:xfrm flipH="1">
                <a:off x="715100" y="2180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grpSp>
        <p:nvGrpSpPr>
          <p:cNvPr id="88" name="Google Shape;88;p7"/>
          <p:cNvGrpSpPr/>
          <p:nvPr/>
        </p:nvGrpSpPr>
        <p:grpSpPr>
          <a:xfrm>
            <a:off x="-61050" y="301841"/>
            <a:ext cx="9297800" cy="4589325"/>
            <a:chOff x="-61050" y="301841"/>
            <a:chExt cx="9297800" cy="4589325"/>
          </a:xfrm>
        </p:grpSpPr>
        <p:cxnSp>
          <p:nvCxnSpPr>
            <p:cNvPr id="89" name="Google Shape;89;p7"/>
            <p:cNvCxnSpPr/>
            <p:nvPr/>
          </p:nvCxnSpPr>
          <p:spPr>
            <a:xfrm rot="10800000">
              <a:off x="2292650" y="301841"/>
              <a:ext cx="6944100" cy="0"/>
            </a:xfrm>
            <a:prstGeom prst="straightConnector1">
              <a:avLst/>
            </a:prstGeom>
            <a:noFill/>
            <a:ln w="19050" cap="flat" cmpd="sng">
              <a:solidFill>
                <a:schemeClr val="dk2"/>
              </a:solidFill>
              <a:prstDash val="solid"/>
              <a:round/>
              <a:headEnd type="none" w="med" len="med"/>
              <a:tailEnd type="none" w="med" len="med"/>
            </a:ln>
          </p:spPr>
        </p:cxnSp>
        <p:cxnSp>
          <p:nvCxnSpPr>
            <p:cNvPr id="90" name="Google Shape;90;p7"/>
            <p:cNvCxnSpPr/>
            <p:nvPr/>
          </p:nvCxnSpPr>
          <p:spPr>
            <a:xfrm rot="10800000">
              <a:off x="-61050" y="4891166"/>
              <a:ext cx="6944100" cy="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1"/>
        <p:cNvGrpSpPr/>
        <p:nvPr/>
      </p:nvGrpSpPr>
      <p:grpSpPr>
        <a:xfrm>
          <a:off x="0" y="0"/>
          <a:ext cx="0" cy="0"/>
          <a:chOff x="0" y="0"/>
          <a:chExt cx="0" cy="0"/>
        </a:xfrm>
      </p:grpSpPr>
      <p:sp>
        <p:nvSpPr>
          <p:cNvPr id="92" name="Google Shape;92;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93" name="Google Shape;93;p8"/>
          <p:cNvGrpSpPr/>
          <p:nvPr/>
        </p:nvGrpSpPr>
        <p:grpSpPr>
          <a:xfrm>
            <a:off x="-130825" y="-132725"/>
            <a:ext cx="9328200" cy="5392200"/>
            <a:chOff x="-130825" y="-132725"/>
            <a:chExt cx="9328200" cy="5392200"/>
          </a:xfrm>
        </p:grpSpPr>
        <p:cxnSp>
          <p:nvCxnSpPr>
            <p:cNvPr id="94" name="Google Shape;94;p8"/>
            <p:cNvCxnSpPr/>
            <p:nvPr/>
          </p:nvCxnSpPr>
          <p:spPr>
            <a:xfrm rot="10800000">
              <a:off x="-130825" y="535000"/>
              <a:ext cx="9328200" cy="0"/>
            </a:xfrm>
            <a:prstGeom prst="straightConnector1">
              <a:avLst/>
            </a:prstGeom>
            <a:noFill/>
            <a:ln w="19050" cap="flat" cmpd="sng">
              <a:solidFill>
                <a:schemeClr val="dk2"/>
              </a:solidFill>
              <a:prstDash val="solid"/>
              <a:round/>
              <a:headEnd type="none" w="med" len="med"/>
              <a:tailEnd type="none" w="med" len="med"/>
            </a:ln>
          </p:spPr>
        </p:cxnSp>
        <p:cxnSp>
          <p:nvCxnSpPr>
            <p:cNvPr id="95" name="Google Shape;95;p8"/>
            <p:cNvCxnSpPr/>
            <p:nvPr/>
          </p:nvCxnSpPr>
          <p:spPr>
            <a:xfrm rot="10800000">
              <a:off x="-130825" y="4608500"/>
              <a:ext cx="9328200" cy="0"/>
            </a:xfrm>
            <a:prstGeom prst="straightConnector1">
              <a:avLst/>
            </a:prstGeom>
            <a:noFill/>
            <a:ln w="19050" cap="flat" cmpd="sng">
              <a:solidFill>
                <a:schemeClr val="dk2"/>
              </a:solidFill>
              <a:prstDash val="solid"/>
              <a:round/>
              <a:headEnd type="none" w="med" len="med"/>
              <a:tailEnd type="none" w="med" len="med"/>
            </a:ln>
          </p:spPr>
        </p:cxnSp>
        <p:cxnSp>
          <p:nvCxnSpPr>
            <p:cNvPr id="96" name="Google Shape;96;p8"/>
            <p:cNvCxnSpPr/>
            <p:nvPr/>
          </p:nvCxnSpPr>
          <p:spPr>
            <a:xfrm>
              <a:off x="715100" y="-132725"/>
              <a:ext cx="0" cy="5392200"/>
            </a:xfrm>
            <a:prstGeom prst="straightConnector1">
              <a:avLst/>
            </a:prstGeom>
            <a:noFill/>
            <a:ln w="19050" cap="flat" cmpd="sng">
              <a:solidFill>
                <a:schemeClr val="dk2"/>
              </a:solidFill>
              <a:prstDash val="solid"/>
              <a:round/>
              <a:headEnd type="none" w="med" len="med"/>
              <a:tailEnd type="none" w="med" len="med"/>
            </a:ln>
          </p:spPr>
        </p:cxnSp>
        <p:cxnSp>
          <p:nvCxnSpPr>
            <p:cNvPr id="97" name="Google Shape;97;p8"/>
            <p:cNvCxnSpPr/>
            <p:nvPr/>
          </p:nvCxnSpPr>
          <p:spPr>
            <a:xfrm>
              <a:off x="8428900" y="-132725"/>
              <a:ext cx="0" cy="539220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8"/>
        <p:cNvGrpSpPr/>
        <p:nvPr/>
      </p:nvGrpSpPr>
      <p:grpSpPr>
        <a:xfrm>
          <a:off x="0" y="0"/>
          <a:ext cx="0" cy="0"/>
          <a:chOff x="0" y="0"/>
          <a:chExt cx="0" cy="0"/>
        </a:xfrm>
      </p:grpSpPr>
      <p:sp>
        <p:nvSpPr>
          <p:cNvPr id="99" name="Google Shape;99;p9"/>
          <p:cNvSpPr txBox="1">
            <a:spLocks noGrp="1"/>
          </p:cNvSpPr>
          <p:nvPr>
            <p:ph type="title"/>
          </p:nvPr>
        </p:nvSpPr>
        <p:spPr>
          <a:xfrm>
            <a:off x="1983394" y="1623250"/>
            <a:ext cx="5177100" cy="565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0" name="Google Shape;100;p9"/>
          <p:cNvSpPr txBox="1">
            <a:spLocks noGrp="1"/>
          </p:cNvSpPr>
          <p:nvPr>
            <p:ph type="subTitle" idx="1"/>
          </p:nvPr>
        </p:nvSpPr>
        <p:spPr>
          <a:xfrm>
            <a:off x="1983506" y="2261775"/>
            <a:ext cx="5177100" cy="125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01" name="Google Shape;101;p9"/>
          <p:cNvGrpSpPr/>
          <p:nvPr/>
        </p:nvGrpSpPr>
        <p:grpSpPr>
          <a:xfrm>
            <a:off x="291900" y="226150"/>
            <a:ext cx="8576200" cy="4740300"/>
            <a:chOff x="291900" y="226150"/>
            <a:chExt cx="8576200" cy="4740300"/>
          </a:xfrm>
        </p:grpSpPr>
        <p:sp>
          <p:nvSpPr>
            <p:cNvPr id="102" name="Google Shape;102;p9"/>
            <p:cNvSpPr/>
            <p:nvPr/>
          </p:nvSpPr>
          <p:spPr>
            <a:xfrm>
              <a:off x="291900" y="48125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103" name="Google Shape;103;p9"/>
            <p:cNvSpPr/>
            <p:nvPr/>
          </p:nvSpPr>
          <p:spPr>
            <a:xfrm>
              <a:off x="8714200" y="2261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104" name="Google Shape;104;p9"/>
          <p:cNvGrpSpPr/>
          <p:nvPr/>
        </p:nvGrpSpPr>
        <p:grpSpPr>
          <a:xfrm>
            <a:off x="-241300" y="-871975"/>
            <a:ext cx="9877925" cy="7865989"/>
            <a:chOff x="-241300" y="-871975"/>
            <a:chExt cx="9877925" cy="7865989"/>
          </a:xfrm>
        </p:grpSpPr>
        <p:grpSp>
          <p:nvGrpSpPr>
            <p:cNvPr id="105" name="Google Shape;105;p9"/>
            <p:cNvGrpSpPr/>
            <p:nvPr/>
          </p:nvGrpSpPr>
          <p:grpSpPr>
            <a:xfrm>
              <a:off x="-241300" y="-871975"/>
              <a:ext cx="6980400" cy="4504239"/>
              <a:chOff x="-241300" y="-871975"/>
              <a:chExt cx="6980400" cy="4504239"/>
            </a:xfrm>
          </p:grpSpPr>
          <p:cxnSp>
            <p:nvCxnSpPr>
              <p:cNvPr id="106" name="Google Shape;106;p9"/>
              <p:cNvCxnSpPr/>
              <p:nvPr/>
            </p:nvCxnSpPr>
            <p:spPr>
              <a:xfrm rot="10800000">
                <a:off x="368850" y="-8719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07" name="Google Shape;107;p9"/>
              <p:cNvCxnSpPr/>
              <p:nvPr/>
            </p:nvCxnSpPr>
            <p:spPr>
              <a:xfrm rot="10800000">
                <a:off x="602650" y="-34636"/>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08" name="Google Shape;108;p9"/>
              <p:cNvCxnSpPr/>
              <p:nvPr/>
            </p:nvCxnSpPr>
            <p:spPr>
              <a:xfrm rot="10800000">
                <a:off x="-241300" y="5350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109" name="Google Shape;109;p9"/>
            <p:cNvGrpSpPr/>
            <p:nvPr/>
          </p:nvGrpSpPr>
          <p:grpSpPr>
            <a:xfrm>
              <a:off x="2656225" y="2489775"/>
              <a:ext cx="6980400" cy="4504239"/>
              <a:chOff x="2656225" y="2489775"/>
              <a:chExt cx="6980400" cy="4504239"/>
            </a:xfrm>
          </p:grpSpPr>
          <p:cxnSp>
            <p:nvCxnSpPr>
              <p:cNvPr id="110" name="Google Shape;110;p9"/>
              <p:cNvCxnSpPr/>
              <p:nvPr/>
            </p:nvCxnSpPr>
            <p:spPr>
              <a:xfrm rot="10800000">
                <a:off x="8557358" y="24897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11" name="Google Shape;111;p9"/>
              <p:cNvCxnSpPr/>
              <p:nvPr/>
            </p:nvCxnSpPr>
            <p:spPr>
              <a:xfrm rot="10800000">
                <a:off x="8791158" y="3327114"/>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12" name="Google Shape;112;p9"/>
              <p:cNvCxnSpPr/>
              <p:nvPr/>
            </p:nvCxnSpPr>
            <p:spPr>
              <a:xfrm rot="10800000">
                <a:off x="2656225" y="4608500"/>
                <a:ext cx="6980400" cy="0"/>
              </a:xfrm>
              <a:prstGeom prst="straightConnector1">
                <a:avLst/>
              </a:prstGeom>
              <a:noFill/>
              <a:ln w="19050" cap="flat" cmpd="sng">
                <a:solidFill>
                  <a:schemeClr val="dk2"/>
                </a:solidFill>
                <a:prstDash val="solid"/>
                <a:round/>
                <a:headEnd type="none" w="med" len="med"/>
                <a:tailEnd type="none"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115" name="Google Shape;115;p10"/>
          <p:cNvGrpSpPr/>
          <p:nvPr/>
        </p:nvGrpSpPr>
        <p:grpSpPr>
          <a:xfrm>
            <a:off x="0" y="218753"/>
            <a:ext cx="8864675" cy="5017000"/>
            <a:chOff x="0" y="218753"/>
            <a:chExt cx="8864675" cy="5017000"/>
          </a:xfrm>
        </p:grpSpPr>
        <p:grpSp>
          <p:nvGrpSpPr>
            <p:cNvPr id="116" name="Google Shape;116;p10"/>
            <p:cNvGrpSpPr/>
            <p:nvPr/>
          </p:nvGrpSpPr>
          <p:grpSpPr>
            <a:xfrm>
              <a:off x="0" y="218753"/>
              <a:ext cx="2210700" cy="165325"/>
              <a:chOff x="330200" y="372653"/>
              <a:chExt cx="2210700" cy="165325"/>
            </a:xfrm>
          </p:grpSpPr>
          <p:cxnSp>
            <p:nvCxnSpPr>
              <p:cNvPr id="117" name="Google Shape;117;p10"/>
              <p:cNvCxnSpPr/>
              <p:nvPr/>
            </p:nvCxnSpPr>
            <p:spPr>
              <a:xfrm rot="10800000">
                <a:off x="330200" y="537978"/>
                <a:ext cx="2210700" cy="0"/>
              </a:xfrm>
              <a:prstGeom prst="straightConnector1">
                <a:avLst/>
              </a:prstGeom>
              <a:noFill/>
              <a:ln w="19050" cap="flat" cmpd="sng">
                <a:solidFill>
                  <a:schemeClr val="dk2"/>
                </a:solidFill>
                <a:prstDash val="solid"/>
                <a:round/>
                <a:headEnd type="none" w="med" len="med"/>
                <a:tailEnd type="none" w="med" len="med"/>
              </a:ln>
            </p:spPr>
          </p:cxnSp>
          <p:cxnSp>
            <p:nvCxnSpPr>
              <p:cNvPr id="118" name="Google Shape;118;p10"/>
              <p:cNvCxnSpPr/>
              <p:nvPr/>
            </p:nvCxnSpPr>
            <p:spPr>
              <a:xfrm rot="10800000">
                <a:off x="330200" y="372653"/>
                <a:ext cx="2210700" cy="0"/>
              </a:xfrm>
              <a:prstGeom prst="straightConnector1">
                <a:avLst/>
              </a:prstGeom>
              <a:noFill/>
              <a:ln w="19050" cap="flat" cmpd="sng">
                <a:solidFill>
                  <a:schemeClr val="dk2"/>
                </a:solidFill>
                <a:prstDash val="solid"/>
                <a:round/>
                <a:headEnd type="none" w="med" len="med"/>
                <a:tailEnd type="none" w="med" len="med"/>
              </a:ln>
            </p:spPr>
          </p:cxnSp>
        </p:grpSp>
        <p:grpSp>
          <p:nvGrpSpPr>
            <p:cNvPr id="119" name="Google Shape;119;p10"/>
            <p:cNvGrpSpPr/>
            <p:nvPr/>
          </p:nvGrpSpPr>
          <p:grpSpPr>
            <a:xfrm rot="-5400000">
              <a:off x="7676663" y="4047740"/>
              <a:ext cx="2210700" cy="165325"/>
              <a:chOff x="330200" y="372653"/>
              <a:chExt cx="2210700" cy="165325"/>
            </a:xfrm>
          </p:grpSpPr>
          <p:cxnSp>
            <p:nvCxnSpPr>
              <p:cNvPr id="120" name="Google Shape;120;p10"/>
              <p:cNvCxnSpPr/>
              <p:nvPr/>
            </p:nvCxnSpPr>
            <p:spPr>
              <a:xfrm rot="10800000">
                <a:off x="330200" y="537978"/>
                <a:ext cx="2210700" cy="0"/>
              </a:xfrm>
              <a:prstGeom prst="straightConnector1">
                <a:avLst/>
              </a:prstGeom>
              <a:noFill/>
              <a:ln w="19050" cap="flat" cmpd="sng">
                <a:solidFill>
                  <a:schemeClr val="dk2"/>
                </a:solidFill>
                <a:prstDash val="solid"/>
                <a:round/>
                <a:headEnd type="none" w="med" len="med"/>
                <a:tailEnd type="none" w="med" len="med"/>
              </a:ln>
            </p:spPr>
          </p:cxnSp>
          <p:cxnSp>
            <p:nvCxnSpPr>
              <p:cNvPr id="121" name="Google Shape;121;p10"/>
              <p:cNvCxnSpPr/>
              <p:nvPr/>
            </p:nvCxnSpPr>
            <p:spPr>
              <a:xfrm rot="10800000">
                <a:off x="330200" y="372653"/>
                <a:ext cx="2210700" cy="0"/>
              </a:xfrm>
              <a:prstGeom prst="straightConnector1">
                <a:avLst/>
              </a:prstGeom>
              <a:noFill/>
              <a:ln w="19050" cap="flat" cmpd="sng">
                <a:solidFill>
                  <a:schemeClr val="dk2"/>
                </a:solidFill>
                <a:prstDash val="solid"/>
                <a:round/>
                <a:headEnd type="none" w="med" len="med"/>
                <a:tailEnd type="none" w="med" len="med"/>
              </a:ln>
            </p:spPr>
          </p:cxnSp>
        </p:grpSp>
      </p:grpSp>
      <p:grpSp>
        <p:nvGrpSpPr>
          <p:cNvPr id="122" name="Google Shape;122;p10"/>
          <p:cNvGrpSpPr/>
          <p:nvPr/>
        </p:nvGrpSpPr>
        <p:grpSpPr>
          <a:xfrm>
            <a:off x="274275" y="218750"/>
            <a:ext cx="8584700" cy="4750400"/>
            <a:chOff x="274275" y="218750"/>
            <a:chExt cx="8584700" cy="4750400"/>
          </a:xfrm>
        </p:grpSpPr>
        <p:sp>
          <p:nvSpPr>
            <p:cNvPr id="123" name="Google Shape;123;p10"/>
            <p:cNvSpPr/>
            <p:nvPr/>
          </p:nvSpPr>
          <p:spPr>
            <a:xfrm flipH="1">
              <a:off x="274275" y="48152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124" name="Google Shape;124;p10"/>
            <p:cNvSpPr/>
            <p:nvPr/>
          </p:nvSpPr>
          <p:spPr>
            <a:xfrm flipH="1">
              <a:off x="8705075" y="2187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5"/>
        <p:cNvGrpSpPr/>
        <p:nvPr/>
      </p:nvGrpSpPr>
      <p:grpSpPr>
        <a:xfrm>
          <a:off x="0" y="0"/>
          <a:ext cx="0" cy="0"/>
          <a:chOff x="0" y="0"/>
          <a:chExt cx="0" cy="0"/>
        </a:xfrm>
      </p:grpSpPr>
      <p:sp>
        <p:nvSpPr>
          <p:cNvPr id="126" name="Google Shape;126;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7" name="Google Shape;127;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28" name="Google Shape;128;p11"/>
          <p:cNvGrpSpPr/>
          <p:nvPr/>
        </p:nvGrpSpPr>
        <p:grpSpPr>
          <a:xfrm>
            <a:off x="-241300" y="-871975"/>
            <a:ext cx="9877925" cy="7865989"/>
            <a:chOff x="-241300" y="-871975"/>
            <a:chExt cx="9877925" cy="7865989"/>
          </a:xfrm>
        </p:grpSpPr>
        <p:grpSp>
          <p:nvGrpSpPr>
            <p:cNvPr id="129" name="Google Shape;129;p11"/>
            <p:cNvGrpSpPr/>
            <p:nvPr/>
          </p:nvGrpSpPr>
          <p:grpSpPr>
            <a:xfrm>
              <a:off x="-241300" y="-871975"/>
              <a:ext cx="6980400" cy="4504239"/>
              <a:chOff x="-241300" y="-871975"/>
              <a:chExt cx="6980400" cy="4504239"/>
            </a:xfrm>
          </p:grpSpPr>
          <p:cxnSp>
            <p:nvCxnSpPr>
              <p:cNvPr id="130" name="Google Shape;130;p11"/>
              <p:cNvCxnSpPr/>
              <p:nvPr/>
            </p:nvCxnSpPr>
            <p:spPr>
              <a:xfrm rot="10800000">
                <a:off x="368850" y="-8719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1" name="Google Shape;131;p11"/>
              <p:cNvCxnSpPr/>
              <p:nvPr/>
            </p:nvCxnSpPr>
            <p:spPr>
              <a:xfrm rot="10800000">
                <a:off x="602650" y="-34636"/>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2" name="Google Shape;132;p11"/>
              <p:cNvCxnSpPr/>
              <p:nvPr/>
            </p:nvCxnSpPr>
            <p:spPr>
              <a:xfrm rot="10800000">
                <a:off x="-241300" y="5350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133" name="Google Shape;133;p11"/>
            <p:cNvGrpSpPr/>
            <p:nvPr/>
          </p:nvGrpSpPr>
          <p:grpSpPr>
            <a:xfrm>
              <a:off x="2656225" y="2489775"/>
              <a:ext cx="6980400" cy="4504239"/>
              <a:chOff x="2656225" y="2489775"/>
              <a:chExt cx="6980400" cy="4504239"/>
            </a:xfrm>
          </p:grpSpPr>
          <p:cxnSp>
            <p:nvCxnSpPr>
              <p:cNvPr id="134" name="Google Shape;134;p11"/>
              <p:cNvCxnSpPr/>
              <p:nvPr/>
            </p:nvCxnSpPr>
            <p:spPr>
              <a:xfrm rot="10800000">
                <a:off x="8557358" y="24897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5" name="Google Shape;135;p11"/>
              <p:cNvCxnSpPr/>
              <p:nvPr/>
            </p:nvCxnSpPr>
            <p:spPr>
              <a:xfrm rot="10800000">
                <a:off x="8791158" y="3327114"/>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6" name="Google Shape;136;p11"/>
              <p:cNvCxnSpPr/>
              <p:nvPr/>
            </p:nvCxnSpPr>
            <p:spPr>
              <a:xfrm rot="10800000">
                <a:off x="2656225" y="4608500"/>
                <a:ext cx="6980400" cy="0"/>
              </a:xfrm>
              <a:prstGeom prst="straightConnector1">
                <a:avLst/>
              </a:prstGeom>
              <a:noFill/>
              <a:ln w="19050" cap="flat" cmpd="sng">
                <a:solidFill>
                  <a:schemeClr val="dk2"/>
                </a:solidFill>
                <a:prstDash val="solid"/>
                <a:round/>
                <a:headEnd type="none" w="med" len="med"/>
                <a:tailEnd type="none" w="med" len="med"/>
              </a:ln>
            </p:spPr>
          </p:cxn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13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04"/>
        <p:cNvGrpSpPr/>
        <p:nvPr/>
      </p:nvGrpSpPr>
      <p:grpSpPr>
        <a:xfrm>
          <a:off x="0" y="0"/>
          <a:ext cx="0" cy="0"/>
          <a:chOff x="0" y="0"/>
          <a:chExt cx="0" cy="0"/>
        </a:xfrm>
      </p:grpSpPr>
      <p:sp>
        <p:nvSpPr>
          <p:cNvPr id="305" name="Google Shape;305;p22"/>
          <p:cNvSpPr txBox="1">
            <a:spLocks noGrp="1"/>
          </p:cNvSpPr>
          <p:nvPr>
            <p:ph type="title"/>
          </p:nvPr>
        </p:nvSpPr>
        <p:spPr>
          <a:xfrm>
            <a:off x="2347938" y="540000"/>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6" name="Google Shape;306;p22"/>
          <p:cNvSpPr txBox="1">
            <a:spLocks noGrp="1"/>
          </p:cNvSpPr>
          <p:nvPr>
            <p:ph type="subTitle" idx="1"/>
          </p:nvPr>
        </p:nvSpPr>
        <p:spPr>
          <a:xfrm>
            <a:off x="2347900" y="1502550"/>
            <a:ext cx="4448100" cy="115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07" name="Google Shape;307;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Open Sans"/>
                <a:ea typeface="Open Sans"/>
                <a:cs typeface="Open Sans"/>
                <a:sym typeface="Open Sans"/>
              </a:rPr>
              <a:t>, and infographics &amp; images by </a:t>
            </a:r>
            <a:r>
              <a:rPr lang="en" sz="1200"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grpSp>
        <p:nvGrpSpPr>
          <p:cNvPr id="308" name="Google Shape;308;p22"/>
          <p:cNvGrpSpPr/>
          <p:nvPr/>
        </p:nvGrpSpPr>
        <p:grpSpPr>
          <a:xfrm>
            <a:off x="-124600" y="-71575"/>
            <a:ext cx="9412500" cy="5296500"/>
            <a:chOff x="-124600" y="-71575"/>
            <a:chExt cx="9412500" cy="5296500"/>
          </a:xfrm>
        </p:grpSpPr>
        <p:grpSp>
          <p:nvGrpSpPr>
            <p:cNvPr id="309" name="Google Shape;309;p22"/>
            <p:cNvGrpSpPr/>
            <p:nvPr/>
          </p:nvGrpSpPr>
          <p:grpSpPr>
            <a:xfrm>
              <a:off x="-124600" y="539500"/>
              <a:ext cx="9412500" cy="4069000"/>
              <a:chOff x="-124600" y="539500"/>
              <a:chExt cx="9412500" cy="4069000"/>
            </a:xfrm>
          </p:grpSpPr>
          <p:cxnSp>
            <p:nvCxnSpPr>
              <p:cNvPr id="310" name="Google Shape;310;p22"/>
              <p:cNvCxnSpPr/>
              <p:nvPr/>
            </p:nvCxnSpPr>
            <p:spPr>
              <a:xfrm rot="10800000">
                <a:off x="-124600" y="539500"/>
                <a:ext cx="9412500" cy="0"/>
              </a:xfrm>
              <a:prstGeom prst="straightConnector1">
                <a:avLst/>
              </a:prstGeom>
              <a:noFill/>
              <a:ln w="19050" cap="flat" cmpd="sng">
                <a:solidFill>
                  <a:schemeClr val="dk2"/>
                </a:solidFill>
                <a:prstDash val="solid"/>
                <a:round/>
                <a:headEnd type="none" w="med" len="med"/>
                <a:tailEnd type="none" w="med" len="med"/>
              </a:ln>
            </p:spPr>
          </p:cxnSp>
          <p:cxnSp>
            <p:nvCxnSpPr>
              <p:cNvPr id="311" name="Google Shape;311;p22"/>
              <p:cNvCxnSpPr/>
              <p:nvPr/>
            </p:nvCxnSpPr>
            <p:spPr>
              <a:xfrm rot="10800000">
                <a:off x="-124600" y="4608500"/>
                <a:ext cx="9412500" cy="0"/>
              </a:xfrm>
              <a:prstGeom prst="straightConnector1">
                <a:avLst/>
              </a:prstGeom>
              <a:noFill/>
              <a:ln w="19050" cap="flat" cmpd="sng">
                <a:solidFill>
                  <a:schemeClr val="dk2"/>
                </a:solidFill>
                <a:prstDash val="solid"/>
                <a:round/>
                <a:headEnd type="none" w="med" len="med"/>
                <a:tailEnd type="none" w="med" len="med"/>
              </a:ln>
            </p:spPr>
          </p:cxnSp>
        </p:grpSp>
        <p:grpSp>
          <p:nvGrpSpPr>
            <p:cNvPr id="312" name="Google Shape;312;p22"/>
            <p:cNvGrpSpPr/>
            <p:nvPr/>
          </p:nvGrpSpPr>
          <p:grpSpPr>
            <a:xfrm>
              <a:off x="380775" y="-71575"/>
              <a:ext cx="8382450" cy="5296500"/>
              <a:chOff x="380775" y="-71575"/>
              <a:chExt cx="8382450" cy="5296500"/>
            </a:xfrm>
          </p:grpSpPr>
          <p:grpSp>
            <p:nvGrpSpPr>
              <p:cNvPr id="313" name="Google Shape;313;p22"/>
              <p:cNvGrpSpPr/>
              <p:nvPr/>
            </p:nvGrpSpPr>
            <p:grpSpPr>
              <a:xfrm>
                <a:off x="380775" y="-71575"/>
                <a:ext cx="321325" cy="5296500"/>
                <a:chOff x="380775" y="-71575"/>
                <a:chExt cx="321325" cy="5296500"/>
              </a:xfrm>
            </p:grpSpPr>
            <p:cxnSp>
              <p:nvCxnSpPr>
                <p:cNvPr id="314" name="Google Shape;314;p22"/>
                <p:cNvCxnSpPr/>
                <p:nvPr/>
              </p:nvCxnSpPr>
              <p:spPr>
                <a:xfrm>
                  <a:off x="380775" y="-71575"/>
                  <a:ext cx="0" cy="5296500"/>
                </a:xfrm>
                <a:prstGeom prst="straightConnector1">
                  <a:avLst/>
                </a:prstGeom>
                <a:noFill/>
                <a:ln w="19050" cap="flat" cmpd="sng">
                  <a:solidFill>
                    <a:schemeClr val="dk2"/>
                  </a:solidFill>
                  <a:prstDash val="solid"/>
                  <a:round/>
                  <a:headEnd type="none" w="med" len="med"/>
                  <a:tailEnd type="none" w="med" len="med"/>
                </a:ln>
              </p:spPr>
            </p:cxnSp>
            <p:cxnSp>
              <p:nvCxnSpPr>
                <p:cNvPr id="315" name="Google Shape;315;p22"/>
                <p:cNvCxnSpPr/>
                <p:nvPr/>
              </p:nvCxnSpPr>
              <p:spPr>
                <a:xfrm>
                  <a:off x="702100" y="-71575"/>
                  <a:ext cx="0" cy="5296500"/>
                </a:xfrm>
                <a:prstGeom prst="straightConnector1">
                  <a:avLst/>
                </a:prstGeom>
                <a:noFill/>
                <a:ln w="19050" cap="flat" cmpd="sng">
                  <a:solidFill>
                    <a:schemeClr val="dk2"/>
                  </a:solidFill>
                  <a:prstDash val="solid"/>
                  <a:round/>
                  <a:headEnd type="none" w="med" len="med"/>
                  <a:tailEnd type="none" w="med" len="med"/>
                </a:ln>
              </p:spPr>
            </p:cxnSp>
          </p:grpSp>
          <p:grpSp>
            <p:nvGrpSpPr>
              <p:cNvPr id="316" name="Google Shape;316;p22"/>
              <p:cNvGrpSpPr/>
              <p:nvPr/>
            </p:nvGrpSpPr>
            <p:grpSpPr>
              <a:xfrm>
                <a:off x="8441900" y="-71575"/>
                <a:ext cx="321325" cy="5296500"/>
                <a:chOff x="8441900" y="-71575"/>
                <a:chExt cx="321325" cy="5296500"/>
              </a:xfrm>
            </p:grpSpPr>
            <p:cxnSp>
              <p:nvCxnSpPr>
                <p:cNvPr id="317" name="Google Shape;317;p22"/>
                <p:cNvCxnSpPr/>
                <p:nvPr/>
              </p:nvCxnSpPr>
              <p:spPr>
                <a:xfrm>
                  <a:off x="8441900" y="-71575"/>
                  <a:ext cx="0" cy="5296500"/>
                </a:xfrm>
                <a:prstGeom prst="straightConnector1">
                  <a:avLst/>
                </a:prstGeom>
                <a:noFill/>
                <a:ln w="19050" cap="flat" cmpd="sng">
                  <a:solidFill>
                    <a:schemeClr val="dk2"/>
                  </a:solidFill>
                  <a:prstDash val="solid"/>
                  <a:round/>
                  <a:headEnd type="none" w="med" len="med"/>
                  <a:tailEnd type="none" w="med" len="med"/>
                </a:ln>
              </p:spPr>
            </p:cxnSp>
            <p:cxnSp>
              <p:nvCxnSpPr>
                <p:cNvPr id="318" name="Google Shape;318;p22"/>
                <p:cNvCxnSpPr/>
                <p:nvPr/>
              </p:nvCxnSpPr>
              <p:spPr>
                <a:xfrm>
                  <a:off x="8763225" y="-71575"/>
                  <a:ext cx="0" cy="5296500"/>
                </a:xfrm>
                <a:prstGeom prst="straightConnector1">
                  <a:avLst/>
                </a:prstGeom>
                <a:noFill/>
                <a:ln w="19050" cap="flat" cmpd="sng">
                  <a:solidFill>
                    <a:schemeClr val="dk2"/>
                  </a:solidFill>
                  <a:prstDash val="solid"/>
                  <a:round/>
                  <a:headEnd type="none" w="med" len="med"/>
                  <a:tailEnd type="none" w="med" len="med"/>
                </a:ln>
              </p:spPr>
            </p:cxnSp>
          </p:grpSp>
        </p:grpSp>
      </p:grpSp>
      <p:grpSp>
        <p:nvGrpSpPr>
          <p:cNvPr id="319" name="Google Shape;319;p22"/>
          <p:cNvGrpSpPr/>
          <p:nvPr/>
        </p:nvGrpSpPr>
        <p:grpSpPr>
          <a:xfrm>
            <a:off x="871250" y="276450"/>
            <a:ext cx="7401500" cy="4588225"/>
            <a:chOff x="871250" y="276450"/>
            <a:chExt cx="7401500" cy="4588225"/>
          </a:xfrm>
        </p:grpSpPr>
        <p:grpSp>
          <p:nvGrpSpPr>
            <p:cNvPr id="320" name="Google Shape;320;p22"/>
            <p:cNvGrpSpPr/>
            <p:nvPr/>
          </p:nvGrpSpPr>
          <p:grpSpPr>
            <a:xfrm>
              <a:off x="871250" y="276450"/>
              <a:ext cx="153900" cy="4588225"/>
              <a:chOff x="871250" y="276450"/>
              <a:chExt cx="153900" cy="4588225"/>
            </a:xfrm>
          </p:grpSpPr>
          <p:sp>
            <p:nvSpPr>
              <p:cNvPr id="321" name="Google Shape;321;p22"/>
              <p:cNvSpPr/>
              <p:nvPr/>
            </p:nvSpPr>
            <p:spPr>
              <a:xfrm rot="5400000">
                <a:off x="871250" y="2764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22" name="Google Shape;322;p22"/>
              <p:cNvSpPr/>
              <p:nvPr/>
            </p:nvSpPr>
            <p:spPr>
              <a:xfrm rot="5400000">
                <a:off x="871250" y="47107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23" name="Google Shape;323;p22"/>
            <p:cNvGrpSpPr/>
            <p:nvPr/>
          </p:nvGrpSpPr>
          <p:grpSpPr>
            <a:xfrm>
              <a:off x="8118850" y="276450"/>
              <a:ext cx="153900" cy="4588225"/>
              <a:chOff x="8118850" y="276450"/>
              <a:chExt cx="153900" cy="4588225"/>
            </a:xfrm>
          </p:grpSpPr>
          <p:sp>
            <p:nvSpPr>
              <p:cNvPr id="324" name="Google Shape;324;p22"/>
              <p:cNvSpPr/>
              <p:nvPr/>
            </p:nvSpPr>
            <p:spPr>
              <a:xfrm rot="5400000">
                <a:off x="8118850" y="2764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25" name="Google Shape;325;p22"/>
              <p:cNvSpPr/>
              <p:nvPr/>
            </p:nvSpPr>
            <p:spPr>
              <a:xfrm rot="5400000">
                <a:off x="8118850" y="47107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26"/>
        <p:cNvGrpSpPr/>
        <p:nvPr/>
      </p:nvGrpSpPr>
      <p:grpSpPr>
        <a:xfrm>
          <a:off x="0" y="0"/>
          <a:ext cx="0" cy="0"/>
          <a:chOff x="0" y="0"/>
          <a:chExt cx="0" cy="0"/>
        </a:xfrm>
      </p:grpSpPr>
      <p:cxnSp>
        <p:nvCxnSpPr>
          <p:cNvPr id="327" name="Google Shape;327;p23"/>
          <p:cNvCxnSpPr/>
          <p:nvPr/>
        </p:nvCxnSpPr>
        <p:spPr>
          <a:xfrm>
            <a:off x="-819799" y="253725"/>
            <a:ext cx="6907500" cy="0"/>
          </a:xfrm>
          <a:prstGeom prst="straightConnector1">
            <a:avLst/>
          </a:prstGeom>
          <a:noFill/>
          <a:ln w="19050" cap="flat" cmpd="sng">
            <a:solidFill>
              <a:schemeClr val="dk2"/>
            </a:solidFill>
            <a:prstDash val="solid"/>
            <a:round/>
            <a:headEnd type="none" w="med" len="med"/>
            <a:tailEnd type="none" w="med" len="med"/>
          </a:ln>
        </p:spPr>
      </p:cxnSp>
      <p:cxnSp>
        <p:nvCxnSpPr>
          <p:cNvPr id="328" name="Google Shape;328;p23"/>
          <p:cNvCxnSpPr/>
          <p:nvPr/>
        </p:nvCxnSpPr>
        <p:spPr>
          <a:xfrm>
            <a:off x="3398426" y="4864125"/>
            <a:ext cx="6907500" cy="0"/>
          </a:xfrm>
          <a:prstGeom prst="straightConnector1">
            <a:avLst/>
          </a:prstGeom>
          <a:noFill/>
          <a:ln w="19050" cap="flat" cmpd="sng">
            <a:solidFill>
              <a:schemeClr val="dk2"/>
            </a:solidFill>
            <a:prstDash val="solid"/>
            <a:round/>
            <a:headEnd type="none" w="med" len="med"/>
            <a:tailEnd type="none" w="med" len="med"/>
          </a:ln>
        </p:spPr>
      </p:cxnSp>
      <p:sp>
        <p:nvSpPr>
          <p:cNvPr id="329" name="Google Shape;329;p23"/>
          <p:cNvSpPr/>
          <p:nvPr/>
        </p:nvSpPr>
        <p:spPr>
          <a:xfrm>
            <a:off x="272975" y="590391"/>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0" name="Google Shape;330;p23"/>
          <p:cNvSpPr/>
          <p:nvPr/>
        </p:nvSpPr>
        <p:spPr>
          <a:xfrm>
            <a:off x="272975" y="1144991"/>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1" name="Google Shape;331;p23"/>
          <p:cNvSpPr/>
          <p:nvPr/>
        </p:nvSpPr>
        <p:spPr>
          <a:xfrm>
            <a:off x="272975" y="1699591"/>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2" name="Google Shape;332;p23"/>
          <p:cNvSpPr/>
          <p:nvPr/>
        </p:nvSpPr>
        <p:spPr>
          <a:xfrm>
            <a:off x="8701400" y="32878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3" name="Google Shape;333;p23"/>
          <p:cNvSpPr/>
          <p:nvPr/>
        </p:nvSpPr>
        <p:spPr>
          <a:xfrm>
            <a:off x="8701400" y="384242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4" name="Google Shape;334;p23"/>
          <p:cNvSpPr/>
          <p:nvPr/>
        </p:nvSpPr>
        <p:spPr>
          <a:xfrm>
            <a:off x="8701400" y="4397025"/>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35"/>
        <p:cNvGrpSpPr/>
        <p:nvPr/>
      </p:nvGrpSpPr>
      <p:grpSpPr>
        <a:xfrm>
          <a:off x="0" y="0"/>
          <a:ext cx="0" cy="0"/>
          <a:chOff x="0" y="0"/>
          <a:chExt cx="0" cy="0"/>
        </a:xfrm>
      </p:grpSpPr>
      <p:grpSp>
        <p:nvGrpSpPr>
          <p:cNvPr id="336" name="Google Shape;336;p24"/>
          <p:cNvGrpSpPr/>
          <p:nvPr/>
        </p:nvGrpSpPr>
        <p:grpSpPr>
          <a:xfrm>
            <a:off x="162500" y="189025"/>
            <a:ext cx="6203850" cy="153900"/>
            <a:chOff x="162500" y="189025"/>
            <a:chExt cx="6203850" cy="153900"/>
          </a:xfrm>
        </p:grpSpPr>
        <p:sp>
          <p:nvSpPr>
            <p:cNvPr id="337" name="Google Shape;337;p24"/>
            <p:cNvSpPr/>
            <p:nvPr/>
          </p:nvSpPr>
          <p:spPr>
            <a:xfrm>
              <a:off x="3187475"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8" name="Google Shape;338;p24"/>
            <p:cNvSpPr/>
            <p:nvPr/>
          </p:nvSpPr>
          <p:spPr>
            <a:xfrm>
              <a:off x="162500"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9" name="Google Shape;339;p24"/>
            <p:cNvSpPr/>
            <p:nvPr/>
          </p:nvSpPr>
          <p:spPr>
            <a:xfrm>
              <a:off x="6212450"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40" name="Google Shape;340;p24"/>
          <p:cNvGrpSpPr/>
          <p:nvPr/>
        </p:nvGrpSpPr>
        <p:grpSpPr>
          <a:xfrm>
            <a:off x="2739450" y="4791150"/>
            <a:ext cx="6203850" cy="153900"/>
            <a:chOff x="2739450" y="4791150"/>
            <a:chExt cx="6203850" cy="153900"/>
          </a:xfrm>
        </p:grpSpPr>
        <p:sp>
          <p:nvSpPr>
            <p:cNvPr id="341" name="Google Shape;341;p24"/>
            <p:cNvSpPr/>
            <p:nvPr/>
          </p:nvSpPr>
          <p:spPr>
            <a:xfrm>
              <a:off x="5764425"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42" name="Google Shape;342;p24"/>
            <p:cNvSpPr/>
            <p:nvPr/>
          </p:nvSpPr>
          <p:spPr>
            <a:xfrm>
              <a:off x="2739450"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43" name="Google Shape;343;p24"/>
            <p:cNvSpPr/>
            <p:nvPr/>
          </p:nvSpPr>
          <p:spPr>
            <a:xfrm>
              <a:off x="8789400"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44" name="Google Shape;344;p24"/>
          <p:cNvGrpSpPr/>
          <p:nvPr/>
        </p:nvGrpSpPr>
        <p:grpSpPr>
          <a:xfrm>
            <a:off x="221926" y="-71800"/>
            <a:ext cx="8639850" cy="5287100"/>
            <a:chOff x="221926" y="-71800"/>
            <a:chExt cx="8639850" cy="5287100"/>
          </a:xfrm>
        </p:grpSpPr>
        <p:cxnSp>
          <p:nvCxnSpPr>
            <p:cNvPr id="345" name="Google Shape;345;p24"/>
            <p:cNvCxnSpPr/>
            <p:nvPr/>
          </p:nvCxnSpPr>
          <p:spPr>
            <a:xfrm>
              <a:off x="221926" y="535000"/>
              <a:ext cx="0" cy="4680300"/>
            </a:xfrm>
            <a:prstGeom prst="straightConnector1">
              <a:avLst/>
            </a:prstGeom>
            <a:noFill/>
            <a:ln w="19050" cap="flat" cmpd="sng">
              <a:solidFill>
                <a:schemeClr val="dk2"/>
              </a:solidFill>
              <a:prstDash val="solid"/>
              <a:round/>
              <a:headEnd type="none" w="med" len="med"/>
              <a:tailEnd type="none" w="med" len="med"/>
            </a:ln>
          </p:spPr>
        </p:cxnSp>
        <p:cxnSp>
          <p:nvCxnSpPr>
            <p:cNvPr id="346" name="Google Shape;346;p24"/>
            <p:cNvCxnSpPr/>
            <p:nvPr/>
          </p:nvCxnSpPr>
          <p:spPr>
            <a:xfrm>
              <a:off x="8861776" y="-71800"/>
              <a:ext cx="0" cy="468030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2pPr>
            <a:lvl3pPr lvl="2"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3pPr>
            <a:lvl4pPr lvl="3"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4pPr>
            <a:lvl5pPr lvl="4"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5pPr>
            <a:lvl6pPr lvl="5"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6pPr>
            <a:lvl7pPr lvl="6"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7pPr>
            <a:lvl8pPr lvl="7"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8pPr>
            <a:lvl9pPr lvl="8"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1pPr>
            <a:lvl2pPr marL="914400" lvl="1"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2pPr>
            <a:lvl3pPr marL="1371600" lvl="2"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3pPr>
            <a:lvl4pPr marL="1828800" lvl="3"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4pPr>
            <a:lvl5pPr marL="2286000" lvl="4"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5pPr>
            <a:lvl6pPr marL="2743200" lvl="5"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6pPr>
            <a:lvl7pPr marL="3200400" lvl="6"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7pPr>
            <a:lvl8pPr marL="3657600" lvl="7"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8pPr>
            <a:lvl9pPr marL="4114800" lvl="8" indent="-317500">
              <a:lnSpc>
                <a:spcPct val="100000"/>
              </a:lnSpc>
              <a:spcBef>
                <a:spcPts val="1600"/>
              </a:spcBef>
              <a:spcAft>
                <a:spcPts val="1600"/>
              </a:spcAft>
              <a:buClr>
                <a:schemeClr val="dk1"/>
              </a:buClr>
              <a:buSzPts val="1400"/>
              <a:buFont typeface="Questrial"/>
              <a:buChar char="■"/>
              <a:defRPr>
                <a:solidFill>
                  <a:schemeClr val="dk1"/>
                </a:solidFill>
                <a:latin typeface="Questrial"/>
                <a:ea typeface="Questrial"/>
                <a:cs typeface="Questrial"/>
                <a:sym typeface="Quest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8" r:id="rId11"/>
    <p:sldLayoutId id="2147483669" r:id="rId12"/>
    <p:sldLayoutId id="214748367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gisaid.org/"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hyperlink" Target="https://time-series-features.gitbook.io/catch22-features"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0.emf"/></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mailto:zfranky6@uconn.edu"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ctrTitle"/>
          </p:nvPr>
        </p:nvSpPr>
        <p:spPr>
          <a:xfrm>
            <a:off x="1361160" y="1236924"/>
            <a:ext cx="6421680" cy="2157600"/>
          </a:xfrm>
          <a:prstGeom prst="rect">
            <a:avLst/>
          </a:prstGeom>
        </p:spPr>
        <p:txBody>
          <a:bodyPr spcFirstLastPara="1" wrap="square" lIns="91425" tIns="91425" rIns="91425" bIns="91425" anchor="ctr" anchorCtr="0">
            <a:noAutofit/>
          </a:bodyPr>
          <a:lstStyle/>
          <a:p>
            <a:r>
              <a:rPr lang="en-US" altLang="zh-CN" sz="2800" b="1" kern="0" dirty="0">
                <a:effectLst/>
                <a:latin typeface="+mj-lt"/>
                <a:ea typeface="Malgun Gothic" panose="020B0503020000020004" pitchFamily="34" charset="-127"/>
              </a:rPr>
              <a:t>Predicting Variant Dominance: </a:t>
            </a:r>
            <a:br>
              <a:rPr lang="en-US" altLang="zh-CN" sz="2800" b="1" kern="0" dirty="0">
                <a:effectLst/>
                <a:latin typeface="+mj-lt"/>
                <a:ea typeface="Malgun Gothic" panose="020B0503020000020004" pitchFamily="34" charset="-127"/>
              </a:rPr>
            </a:br>
            <a:r>
              <a:rPr lang="en-US" altLang="zh-CN" sz="2800" b="1" kern="0" dirty="0">
                <a:effectLst/>
                <a:latin typeface="+mj-lt"/>
                <a:ea typeface="Malgun Gothic" panose="020B0503020000020004" pitchFamily="34" charset="-127"/>
              </a:rPr>
              <a:t>How Far Can Early COVID-19 Trends Take Us?</a:t>
            </a:r>
            <a:br>
              <a:rPr lang="en-US" altLang="zh-CN" sz="2400" b="1" kern="0" dirty="0">
                <a:effectLst/>
                <a:latin typeface="+mj-lt"/>
                <a:ea typeface="Malgun Gothic" panose="020B0503020000020004" pitchFamily="34" charset="-127"/>
              </a:rPr>
            </a:br>
            <a:endParaRPr lang="en-US" sz="2400" b="1" kern="0" dirty="0">
              <a:effectLst/>
              <a:latin typeface="+mj-lt"/>
              <a:ea typeface="Malgun Gothic" panose="020B0503020000020004" pitchFamily="34" charset="-127"/>
            </a:endParaRPr>
          </a:p>
        </p:txBody>
      </p:sp>
      <p:sp>
        <p:nvSpPr>
          <p:cNvPr id="358" name="Google Shape;358;p28"/>
          <p:cNvSpPr txBox="1">
            <a:spLocks noGrp="1"/>
          </p:cNvSpPr>
          <p:nvPr>
            <p:ph type="subTitle" idx="1"/>
          </p:nvPr>
        </p:nvSpPr>
        <p:spPr>
          <a:xfrm>
            <a:off x="2392500" y="3394524"/>
            <a:ext cx="4359000" cy="74015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Franky</a:t>
            </a:r>
            <a:r>
              <a:rPr lang="zh-CN" altLang="en-US" dirty="0"/>
              <a:t> </a:t>
            </a:r>
            <a:r>
              <a:rPr lang="en-US" altLang="zh-CN" dirty="0"/>
              <a:t>Zhang</a:t>
            </a:r>
          </a:p>
          <a:p>
            <a:pPr marL="0" lvl="0" indent="0" algn="ctr" rtl="0">
              <a:spcBef>
                <a:spcPts val="0"/>
              </a:spcBef>
              <a:spcAft>
                <a:spcPts val="0"/>
              </a:spcAft>
              <a:buNone/>
            </a:pPr>
            <a:r>
              <a:rPr lang="en-US" altLang="zh-CN" dirty="0"/>
              <a:t>Ph.D.</a:t>
            </a:r>
            <a:r>
              <a:rPr lang="zh-CN" altLang="en-US" dirty="0"/>
              <a:t> </a:t>
            </a:r>
            <a:r>
              <a:rPr lang="en-US" altLang="zh-CN" dirty="0"/>
              <a:t>Student,</a:t>
            </a:r>
            <a:r>
              <a:rPr lang="zh-CN" altLang="en-US" dirty="0"/>
              <a:t> </a:t>
            </a:r>
            <a:r>
              <a:rPr lang="en-US" altLang="zh-CN" dirty="0"/>
              <a:t>Department of Statistics, UConn</a:t>
            </a:r>
          </a:p>
          <a:p>
            <a:pPr marL="0" lvl="0" indent="0" algn="ctr" rtl="0">
              <a:spcBef>
                <a:spcPts val="0"/>
              </a:spcBef>
              <a:spcAft>
                <a:spcPts val="0"/>
              </a:spcAft>
              <a:buNone/>
            </a:pPr>
            <a:r>
              <a:rPr lang="en-US" altLang="zh-CN" dirty="0">
                <a:solidFill>
                  <a:schemeClr val="tx1"/>
                </a:solidFill>
              </a:rPr>
              <a:t>Oct 08,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5" name="Subtitle 4">
            <a:extLst>
              <a:ext uri="{FF2B5EF4-FFF2-40B4-BE49-F238E27FC236}">
                <a16:creationId xmlns:a16="http://schemas.microsoft.com/office/drawing/2014/main" id="{91E741F7-3B41-217F-FEBD-54F247F7314D}"/>
              </a:ext>
            </a:extLst>
          </p:cNvPr>
          <p:cNvSpPr>
            <a:spLocks noGrp="1"/>
          </p:cNvSpPr>
          <p:nvPr>
            <p:ph type="subTitle" idx="1"/>
          </p:nvPr>
        </p:nvSpPr>
        <p:spPr>
          <a:xfrm>
            <a:off x="761715" y="673190"/>
            <a:ext cx="7658716" cy="3797119"/>
          </a:xfrm>
        </p:spPr>
        <p:txBody>
          <a:bodyPr anchor="t"/>
          <a:lstStyle/>
          <a:p>
            <a:pPr algn="l"/>
            <a:r>
              <a:rPr lang="en-US" sz="1800" b="1" dirty="0">
                <a:solidFill>
                  <a:srgbClr val="000000"/>
                </a:solidFill>
                <a:latin typeface="Questrial" pitchFamily="2" charset="77"/>
                <a:ea typeface="Questrial" pitchFamily="2" charset="77"/>
                <a:cs typeface="Questrial" pitchFamily="2" charset="77"/>
              </a:rPr>
              <a:t>Current Landscape and Challenges: </a:t>
            </a:r>
          </a:p>
          <a:p>
            <a:pPr algn="l"/>
            <a:endParaRPr lang="en-US" sz="800" b="1"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The SARS-CoV-2 pandemic created a natural experiment for studying viral evolution and competition [1].</a:t>
            </a:r>
          </a:p>
          <a:p>
            <a:pPr algn="l">
              <a:buFont typeface="Wingdings" pitchFamily="2" charset="2"/>
              <a:buChar char="q"/>
            </a:pPr>
            <a:endParaRPr lang="en-US" sz="800" dirty="0">
              <a:solidFill>
                <a:srgbClr val="000000"/>
              </a:solidFill>
              <a:highlight>
                <a:srgbClr val="FFFF00"/>
              </a:highlight>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Timely identification of emerging dominant variants remains difficult due to:</a:t>
            </a:r>
          </a:p>
          <a:p>
            <a:pPr lvl="1" algn="l">
              <a:buFont typeface="Wingdings" pitchFamily="2" charset="2"/>
              <a:buChar char="§"/>
            </a:pPr>
            <a:r>
              <a:rPr lang="en-US" sz="1600" dirty="0">
                <a:solidFill>
                  <a:srgbClr val="000000"/>
                </a:solidFill>
                <a:latin typeface="Questrial" pitchFamily="2" charset="77"/>
                <a:ea typeface="Questrial" pitchFamily="2" charset="77"/>
                <a:cs typeface="Questrial" pitchFamily="2" charset="77"/>
              </a:rPr>
              <a:t>Rapid mutation rate and diverse variant pool, with low-prevalence lineages (0.01–3%) sometimes later dominating.</a:t>
            </a:r>
          </a:p>
          <a:p>
            <a:pPr lvl="1" algn="l">
              <a:buFont typeface="Wingdings" pitchFamily="2" charset="2"/>
              <a:buChar char="§"/>
            </a:pPr>
            <a:r>
              <a:rPr lang="en-US" sz="1600" dirty="0">
                <a:solidFill>
                  <a:srgbClr val="000000"/>
                </a:solidFill>
                <a:latin typeface="Questrial" pitchFamily="2" charset="77"/>
                <a:ea typeface="Questrial" pitchFamily="2" charset="77"/>
                <a:cs typeface="Questrial" pitchFamily="2" charset="77"/>
              </a:rPr>
              <a:t>Wide variation in immunity, vaccination, and interventions across countries, complicating global generalization [2].</a:t>
            </a:r>
          </a:p>
          <a:p>
            <a:pPr lvl="1" algn="l">
              <a:buFont typeface="Wingdings" pitchFamily="2" charset="2"/>
              <a:buChar char="§"/>
            </a:pPr>
            <a:endParaRPr lang="en-US" sz="800"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Existing models mainly focus on nowcasting approaches (e.g., CDC, 2–3 weeks): effective short-term but lack long-term lead time [3].</a:t>
            </a:r>
          </a:p>
          <a:p>
            <a:pPr algn="l">
              <a:buFont typeface="Wingdings" pitchFamily="2" charset="2"/>
              <a:buChar char="q"/>
            </a:pPr>
            <a:endParaRPr lang="en-US" sz="800"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Many existing predictive models are tailored to specific time periods and particular types of variants, which limits their generalizability [4]. </a:t>
            </a:r>
          </a:p>
          <a:p>
            <a:pPr algn="l">
              <a:buFont typeface="Wingdings" pitchFamily="2" charset="2"/>
              <a:buChar char="q"/>
            </a:pPr>
            <a:endParaRPr lang="en-US" dirty="0">
              <a:latin typeface="Questrial" pitchFamily="2" charset="77"/>
              <a:ea typeface="Questrial" pitchFamily="2" charset="77"/>
              <a:cs typeface="Questrial" pitchFamily="2" charset="77"/>
            </a:endParaRPr>
          </a:p>
          <a:p>
            <a:pPr algn="l">
              <a:buFont typeface="Wingdings" pitchFamily="2" charset="2"/>
              <a:buChar char="§"/>
            </a:pPr>
            <a:endParaRPr lang="en-US" dirty="0">
              <a:latin typeface="Questrial" pitchFamily="2" charset="77"/>
              <a:ea typeface="Questrial" pitchFamily="2" charset="77"/>
              <a:cs typeface="Questrial" pitchFamily="2" charset="77"/>
            </a:endParaRPr>
          </a:p>
        </p:txBody>
      </p:sp>
      <p:sp>
        <p:nvSpPr>
          <p:cNvPr id="6" name="Rectangle 5">
            <a:extLst>
              <a:ext uri="{FF2B5EF4-FFF2-40B4-BE49-F238E27FC236}">
                <a16:creationId xmlns:a16="http://schemas.microsoft.com/office/drawing/2014/main" id="{ADCBEF52-DAFA-4AB3-3FA5-D7327BB33B2F}"/>
              </a:ext>
            </a:extLst>
          </p:cNvPr>
          <p:cNvSpPr/>
          <p:nvPr/>
        </p:nvSpPr>
        <p:spPr>
          <a:xfrm>
            <a:off x="731520" y="0"/>
            <a:ext cx="2573140" cy="584775"/>
          </a:xfrm>
          <a:prstGeom prst="rect">
            <a:avLst/>
          </a:prstGeom>
          <a:noFill/>
        </p:spPr>
        <p:txBody>
          <a:bodyPr wrap="none" lIns="91440" tIns="45720" rIns="91440" bIns="45720">
            <a:spAutoFit/>
          </a:bodyPr>
          <a:lstStyle/>
          <a:p>
            <a:pPr algn="ctr"/>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Introduction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 name="TextBox 1">
            <a:extLst>
              <a:ext uri="{FF2B5EF4-FFF2-40B4-BE49-F238E27FC236}">
                <a16:creationId xmlns:a16="http://schemas.microsoft.com/office/drawing/2014/main" id="{BE5F2A82-12A6-BC74-E555-6349C46E1385}"/>
              </a:ext>
            </a:extLst>
          </p:cNvPr>
          <p:cNvSpPr txBox="1"/>
          <p:nvPr/>
        </p:nvSpPr>
        <p:spPr>
          <a:xfrm>
            <a:off x="8787160" y="4609170"/>
            <a:ext cx="26481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B57E2A7-CA36-49CF-53F5-D8DD4723E64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3D4633-1B70-58E3-EB74-D54C7550BCC0}"/>
              </a:ext>
            </a:extLst>
          </p:cNvPr>
          <p:cNvSpPr/>
          <p:nvPr/>
        </p:nvSpPr>
        <p:spPr>
          <a:xfrm>
            <a:off x="731520" y="0"/>
            <a:ext cx="2573140" cy="584775"/>
          </a:xfrm>
          <a:prstGeom prst="rect">
            <a:avLst/>
          </a:prstGeom>
          <a:noFill/>
        </p:spPr>
        <p:txBody>
          <a:bodyPr wrap="none" lIns="91440" tIns="45720" rIns="91440" bIns="45720">
            <a:spAutoFit/>
          </a:bodyPr>
          <a:lstStyle/>
          <a:p>
            <a:pPr algn="ctr"/>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Introduction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7" name="Subtitle 4">
            <a:extLst>
              <a:ext uri="{FF2B5EF4-FFF2-40B4-BE49-F238E27FC236}">
                <a16:creationId xmlns:a16="http://schemas.microsoft.com/office/drawing/2014/main" id="{1E839DB1-ADD5-73B9-3824-59A9027F71A8}"/>
              </a:ext>
            </a:extLst>
          </p:cNvPr>
          <p:cNvSpPr>
            <a:spLocks noGrp="1"/>
          </p:cNvSpPr>
          <p:nvPr>
            <p:ph type="subTitle" idx="1"/>
          </p:nvPr>
        </p:nvSpPr>
        <p:spPr>
          <a:xfrm>
            <a:off x="1113841" y="673190"/>
            <a:ext cx="6916318" cy="3797119"/>
          </a:xfrm>
        </p:spPr>
        <p:txBody>
          <a:bodyPr anchor="t"/>
          <a:lstStyle/>
          <a:p>
            <a:r>
              <a:rPr lang="en-US" sz="2400" b="1" dirty="0">
                <a:solidFill>
                  <a:srgbClr val="000000"/>
                </a:solidFill>
                <a:latin typeface="Questrial" pitchFamily="2" charset="77"/>
                <a:ea typeface="Questrial" pitchFamily="2" charset="77"/>
                <a:cs typeface="Questrial" pitchFamily="2" charset="77"/>
              </a:rPr>
              <a:t>Our Research Focus on Two Key Questions: </a:t>
            </a:r>
          </a:p>
          <a:p>
            <a:r>
              <a:rPr lang="en-US" sz="1600" b="1" dirty="0">
                <a:solidFill>
                  <a:srgbClr val="000000"/>
                </a:solidFill>
                <a:latin typeface="Questrial" pitchFamily="2" charset="77"/>
                <a:ea typeface="Questrial" pitchFamily="2" charset="77"/>
                <a:cs typeface="Questrial" pitchFamily="2" charset="77"/>
              </a:rPr>
              <a:t>with “Early-stage” Sequences Only,</a:t>
            </a:r>
          </a:p>
          <a:p>
            <a:endParaRPr lang="en-US" sz="400" b="1" dirty="0">
              <a:solidFill>
                <a:srgbClr val="000000"/>
              </a:solidFill>
              <a:latin typeface="Questrial" pitchFamily="2" charset="77"/>
              <a:ea typeface="Questrial" pitchFamily="2" charset="77"/>
              <a:cs typeface="Questrial" pitchFamily="2" charset="77"/>
            </a:endParaRPr>
          </a:p>
          <a:p>
            <a:r>
              <a:rPr lang="en-US" sz="1800" dirty="0">
                <a:solidFill>
                  <a:srgbClr val="000000"/>
                </a:solidFill>
              </a:rPr>
              <a:t>(1) Which variants emerge to dominance?</a:t>
            </a:r>
          </a:p>
          <a:p>
            <a:r>
              <a:rPr lang="en-US" sz="1800" dirty="0">
                <a:solidFill>
                  <a:srgbClr val="000000"/>
                </a:solidFill>
              </a:rPr>
              <a:t>(2) How long do they sustain dominance?</a:t>
            </a:r>
          </a:p>
          <a:p>
            <a:endParaRPr lang="en-US" sz="800" b="1" dirty="0">
              <a:solidFill>
                <a:srgbClr val="000000"/>
              </a:solidFill>
              <a:latin typeface="Questrial" pitchFamily="2" charset="77"/>
              <a:ea typeface="Questrial" pitchFamily="2" charset="77"/>
              <a:cs typeface="Questrial" pitchFamily="2" charset="77"/>
            </a:endParaRPr>
          </a:p>
          <a:p>
            <a:pPr>
              <a:buFont typeface="Wingdings" pitchFamily="2" charset="2"/>
              <a:buChar char="q"/>
            </a:pPr>
            <a:endParaRPr lang="en-US" dirty="0">
              <a:latin typeface="Questrial" pitchFamily="2" charset="77"/>
              <a:ea typeface="Questrial" pitchFamily="2" charset="77"/>
              <a:cs typeface="Questrial" pitchFamily="2" charset="77"/>
            </a:endParaRPr>
          </a:p>
          <a:p>
            <a:pPr algn="l">
              <a:buFont typeface="Wingdings" pitchFamily="2" charset="2"/>
              <a:buChar char="q"/>
            </a:pPr>
            <a:r>
              <a:rPr lang="en-US" sz="1800" b="1" dirty="0">
                <a:latin typeface="Questrial" pitchFamily="2" charset="77"/>
                <a:ea typeface="Questrial" pitchFamily="2" charset="77"/>
                <a:cs typeface="Questrial" pitchFamily="2" charset="77"/>
              </a:rPr>
              <a:t>Main Contributions of Our Research: </a:t>
            </a:r>
          </a:p>
          <a:p>
            <a:pPr algn="l">
              <a:buFont typeface="Wingdings" pitchFamily="2" charset="2"/>
              <a:buChar char="q"/>
            </a:pPr>
            <a:endParaRPr lang="en-US" sz="800" b="1" dirty="0">
              <a:latin typeface="Questrial" pitchFamily="2" charset="77"/>
              <a:ea typeface="Questrial" pitchFamily="2" charset="77"/>
              <a:cs typeface="Questrial" pitchFamily="2" charset="77"/>
            </a:endParaRPr>
          </a:p>
          <a:p>
            <a:pPr marL="882650" lvl="1" indent="-285750" algn="l">
              <a:buFont typeface="Arial" panose="020B0604020202020204" pitchFamily="34" charset="0"/>
              <a:buChar char="•"/>
            </a:pPr>
            <a:r>
              <a:rPr lang="en-US" dirty="0"/>
              <a:t>Developed a </a:t>
            </a:r>
            <a:r>
              <a:rPr lang="en-US" b="1" dirty="0">
                <a:solidFill>
                  <a:srgbClr val="002060"/>
                </a:solidFill>
              </a:rPr>
              <a:t>scalable predictive framework</a:t>
            </a:r>
            <a:r>
              <a:rPr lang="en-US" dirty="0">
                <a:solidFill>
                  <a:srgbClr val="002060"/>
                </a:solidFill>
              </a:rPr>
              <a:t> </a:t>
            </a:r>
            <a:r>
              <a:rPr lang="en-US" dirty="0"/>
              <a:t>using </a:t>
            </a:r>
            <a:r>
              <a:rPr lang="en-US" b="1" dirty="0">
                <a:solidFill>
                  <a:srgbClr val="002060"/>
                </a:solidFill>
              </a:rPr>
              <a:t>sequence-only models</a:t>
            </a:r>
            <a:r>
              <a:rPr lang="en-US" dirty="0"/>
              <a:t> to analyze early growth trends without heavy biological or epidemiological inputs.</a:t>
            </a:r>
          </a:p>
          <a:p>
            <a:pPr lvl="1" algn="l">
              <a:buFont typeface="Wingdings" pitchFamily="2" charset="2"/>
              <a:buChar char="q"/>
            </a:pPr>
            <a:endParaRPr lang="en-US" sz="400" dirty="0"/>
          </a:p>
          <a:p>
            <a:pPr marL="882650" lvl="1" indent="-285750" algn="l">
              <a:buFont typeface="Arial" panose="020B0604020202020204" pitchFamily="34" charset="0"/>
              <a:buChar char="•"/>
            </a:pPr>
            <a:r>
              <a:rPr lang="en-US" dirty="0"/>
              <a:t>Conducted a </a:t>
            </a:r>
            <a:r>
              <a:rPr lang="en-US" b="1" dirty="0">
                <a:solidFill>
                  <a:srgbClr val="002060"/>
                </a:solidFill>
              </a:rPr>
              <a:t>systematic comparison of machine learning models</a:t>
            </a:r>
            <a:r>
              <a:rPr lang="en-US" dirty="0"/>
              <a:t>, evaluating accuracy, stability, and robustness across countries.</a:t>
            </a:r>
          </a:p>
          <a:p>
            <a:pPr lvl="1" algn="l">
              <a:buFont typeface="Wingdings" pitchFamily="2" charset="2"/>
              <a:buChar char="q"/>
            </a:pPr>
            <a:endParaRPr lang="en-US" sz="400" dirty="0"/>
          </a:p>
          <a:p>
            <a:pPr marL="882650" lvl="1" indent="-285750" algn="l">
              <a:buFont typeface="Arial" panose="020B0604020202020204" pitchFamily="34" charset="0"/>
              <a:buChar char="•"/>
            </a:pPr>
            <a:r>
              <a:rPr lang="en-US" dirty="0"/>
              <a:t>Applied </a:t>
            </a:r>
            <a:r>
              <a:rPr lang="en-US" b="1" dirty="0">
                <a:solidFill>
                  <a:srgbClr val="002060"/>
                </a:solidFill>
              </a:rPr>
              <a:t>SHAP analysis</a:t>
            </a:r>
            <a:r>
              <a:rPr lang="en-US" dirty="0">
                <a:solidFill>
                  <a:srgbClr val="002060"/>
                </a:solidFill>
              </a:rPr>
              <a:t> </a:t>
            </a:r>
            <a:r>
              <a:rPr lang="en-US" dirty="0"/>
              <a:t>to enhance interpretability and identify early signals. </a:t>
            </a:r>
            <a:endParaRPr lang="en-US" dirty="0">
              <a:latin typeface="Questrial" pitchFamily="2" charset="77"/>
              <a:ea typeface="Questrial" pitchFamily="2" charset="77"/>
              <a:cs typeface="Questrial" pitchFamily="2" charset="77"/>
            </a:endParaRPr>
          </a:p>
        </p:txBody>
      </p:sp>
      <p:sp>
        <p:nvSpPr>
          <p:cNvPr id="3" name="TextBox 2">
            <a:extLst>
              <a:ext uri="{FF2B5EF4-FFF2-40B4-BE49-F238E27FC236}">
                <a16:creationId xmlns:a16="http://schemas.microsoft.com/office/drawing/2014/main" id="{6CE234D7-58AB-DE4A-6A3F-F971AB27FA8E}"/>
              </a:ext>
            </a:extLst>
          </p:cNvPr>
          <p:cNvSpPr txBox="1"/>
          <p:nvPr/>
        </p:nvSpPr>
        <p:spPr>
          <a:xfrm>
            <a:off x="8787160" y="4609170"/>
            <a:ext cx="28886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a:t>
            </a:r>
          </a:p>
        </p:txBody>
      </p:sp>
    </p:spTree>
    <p:extLst>
      <p:ext uri="{BB962C8B-B14F-4D97-AF65-F5344CB8AC3E}">
        <p14:creationId xmlns:p14="http://schemas.microsoft.com/office/powerpoint/2010/main" val="2552966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3"/>
          <p:cNvSpPr txBox="1">
            <a:spLocks noGrp="1"/>
          </p:cNvSpPr>
          <p:nvPr>
            <p:ph type="title"/>
          </p:nvPr>
        </p:nvSpPr>
        <p:spPr>
          <a:xfrm>
            <a:off x="1065000" y="2007150"/>
            <a:ext cx="7014000"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 Processing</a:t>
            </a:r>
            <a:endParaRPr dirty="0"/>
          </a:p>
        </p:txBody>
      </p:sp>
      <p:sp>
        <p:nvSpPr>
          <p:cNvPr id="425" name="Google Shape;425;p33"/>
          <p:cNvSpPr txBox="1">
            <a:spLocks noGrp="1"/>
          </p:cNvSpPr>
          <p:nvPr>
            <p:ph type="subTitle" idx="1"/>
          </p:nvPr>
        </p:nvSpPr>
        <p:spPr>
          <a:xfrm>
            <a:off x="1065000" y="2957325"/>
            <a:ext cx="7014000" cy="388800"/>
          </a:xfrm>
          <a:prstGeom prst="rect">
            <a:avLst/>
          </a:prstGeom>
        </p:spPr>
        <p:txBody>
          <a:bodyPr spcFirstLastPara="1" wrap="square" lIns="91425" tIns="91425" rIns="91425" bIns="91425" anchor="ctr" anchorCtr="0">
            <a:noAutofit/>
          </a:bodyPr>
          <a:lstStyle/>
          <a:p>
            <a:pPr marL="139700" indent="0"/>
            <a:r>
              <a:rPr lang="en-US" sz="2000" b="1" dirty="0"/>
              <a:t>“Better data beats fancier algorithms.”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24862FB7-7302-8568-5EE3-F086E13A43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F3DE6B-B8A4-D24C-64BE-90F4C5F25714}"/>
              </a:ext>
            </a:extLst>
          </p:cNvPr>
          <p:cNvSpPr/>
          <p:nvPr/>
        </p:nvSpPr>
        <p:spPr>
          <a:xfrm>
            <a:off x="731520" y="0"/>
            <a:ext cx="2778325"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Loading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 name="Subtitle 3">
            <a:extLst>
              <a:ext uri="{FF2B5EF4-FFF2-40B4-BE49-F238E27FC236}">
                <a16:creationId xmlns:a16="http://schemas.microsoft.com/office/drawing/2014/main" id="{64709218-7063-B6B0-00EB-3306549622BD}"/>
              </a:ext>
            </a:extLst>
          </p:cNvPr>
          <p:cNvSpPr>
            <a:spLocks noGrp="1"/>
          </p:cNvSpPr>
          <p:nvPr>
            <p:ph type="subTitle" idx="1"/>
          </p:nvPr>
        </p:nvSpPr>
        <p:spPr>
          <a:xfrm>
            <a:off x="642843" y="721733"/>
            <a:ext cx="7586757" cy="2317100"/>
          </a:xfrm>
        </p:spPr>
        <p:txBody>
          <a:bodyPr anchor="t"/>
          <a:lstStyle/>
          <a:p>
            <a:pPr algn="l">
              <a:buFont typeface="Wingdings" pitchFamily="2" charset="2"/>
              <a:buChar char="q"/>
            </a:pPr>
            <a:r>
              <a:rPr lang="en-US" b="1" dirty="0"/>
              <a:t>Genomic Data Repository: </a:t>
            </a:r>
          </a:p>
          <a:p>
            <a:pPr marL="596900" lvl="1" indent="0" algn="l"/>
            <a:r>
              <a:rPr lang="en-US" sz="1200" dirty="0"/>
              <a:t>All SARS-CoV-2 sequences used in this study were obtained</a:t>
            </a:r>
            <a:r>
              <a:rPr lang="zh-CN" altLang="en-US" sz="1200" dirty="0"/>
              <a:t> </a:t>
            </a:r>
            <a:r>
              <a:rPr lang="en-US" sz="1200" dirty="0"/>
              <a:t>from </a:t>
            </a:r>
            <a:r>
              <a:rPr lang="en-US" sz="1200" b="1" dirty="0"/>
              <a:t>GISAID (Global Initiative on Sharing All Influenza Data, </a:t>
            </a:r>
            <a:r>
              <a:rPr lang="en-US" sz="1200" b="1" dirty="0">
                <a:hlinkClick r:id="rId3"/>
              </a:rPr>
              <a:t>www.gisaid.org</a:t>
            </a:r>
            <a:r>
              <a:rPr lang="en-US" sz="1200" b="1" dirty="0"/>
              <a:t>)</a:t>
            </a:r>
            <a:r>
              <a:rPr lang="en-US" sz="1200" dirty="0"/>
              <a:t>, a global platform for viral genome sharing</a:t>
            </a:r>
          </a:p>
          <a:p>
            <a:pPr algn="l">
              <a:buFont typeface="Wingdings" pitchFamily="2" charset="2"/>
              <a:buChar char="q"/>
            </a:pPr>
            <a:r>
              <a:rPr lang="en-US" b="1" dirty="0"/>
              <a:t>Why Use GISAID Data: </a:t>
            </a:r>
          </a:p>
          <a:p>
            <a:pPr marL="596900" lvl="1" indent="0" algn="l"/>
            <a:r>
              <a:rPr lang="en-US" sz="1200" dirty="0"/>
              <a:t>Leveraging these large-scale, high-resolution datasets, we examine SARS-CoV-2 lineage dynamics across </a:t>
            </a:r>
            <a:r>
              <a:rPr lang="en-US" sz="1200" b="1" dirty="0"/>
              <a:t>15 high-burden countries (2020–2024)</a:t>
            </a:r>
            <a:r>
              <a:rPr lang="en-US" sz="1200" dirty="0"/>
              <a:t>, enabling early-stage feature extraction and predictive modeling of </a:t>
            </a:r>
            <a:r>
              <a:rPr lang="en-US" sz="1200" b="1" dirty="0"/>
              <a:t>variant dominance and duration</a:t>
            </a:r>
            <a:r>
              <a:rPr lang="en-US" sz="1200" dirty="0"/>
              <a:t>.</a:t>
            </a:r>
          </a:p>
          <a:p>
            <a:pPr algn="l"/>
            <a:endParaRPr lang="en-US" dirty="0"/>
          </a:p>
        </p:txBody>
      </p:sp>
      <p:pic>
        <p:nvPicPr>
          <p:cNvPr id="4" name="Picture 3" descr="A screenshot of a computer&#10;&#10;AI-generated content may be incorrect.">
            <a:extLst>
              <a:ext uri="{FF2B5EF4-FFF2-40B4-BE49-F238E27FC236}">
                <a16:creationId xmlns:a16="http://schemas.microsoft.com/office/drawing/2014/main" id="{F3AAC2CD-BDC0-782D-F8F8-A711FA33475B}"/>
              </a:ext>
            </a:extLst>
          </p:cNvPr>
          <p:cNvPicPr>
            <a:picLocks noChangeAspect="1"/>
          </p:cNvPicPr>
          <p:nvPr/>
        </p:nvPicPr>
        <p:blipFill>
          <a:blip r:embed="rId4"/>
          <a:stretch>
            <a:fillRect/>
          </a:stretch>
        </p:blipFill>
        <p:spPr>
          <a:xfrm>
            <a:off x="657741" y="2327214"/>
            <a:ext cx="7571859" cy="2094553"/>
          </a:xfrm>
          <a:prstGeom prst="rect">
            <a:avLst/>
          </a:prstGeom>
        </p:spPr>
      </p:pic>
      <p:sp>
        <p:nvSpPr>
          <p:cNvPr id="3" name="TextBox 2">
            <a:extLst>
              <a:ext uri="{FF2B5EF4-FFF2-40B4-BE49-F238E27FC236}">
                <a16:creationId xmlns:a16="http://schemas.microsoft.com/office/drawing/2014/main" id="{3BABFA8E-6AE1-43D5-55E4-3668F25DA1AA}"/>
              </a:ext>
            </a:extLst>
          </p:cNvPr>
          <p:cNvSpPr txBox="1"/>
          <p:nvPr/>
        </p:nvSpPr>
        <p:spPr>
          <a:xfrm>
            <a:off x="8787160" y="4609170"/>
            <a:ext cx="27122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3</a:t>
            </a:r>
          </a:p>
        </p:txBody>
      </p:sp>
    </p:spTree>
    <p:extLst>
      <p:ext uri="{BB962C8B-B14F-4D97-AF65-F5344CB8AC3E}">
        <p14:creationId xmlns:p14="http://schemas.microsoft.com/office/powerpoint/2010/main" val="2757998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4" name="Rectangle 3">
            <a:extLst>
              <a:ext uri="{FF2B5EF4-FFF2-40B4-BE49-F238E27FC236}">
                <a16:creationId xmlns:a16="http://schemas.microsoft.com/office/drawing/2014/main" id="{FDA290D1-77C7-705E-2C1A-CEADB5C643F0}"/>
              </a:ext>
            </a:extLst>
          </p:cNvPr>
          <p:cNvSpPr/>
          <p:nvPr/>
        </p:nvSpPr>
        <p:spPr>
          <a:xfrm>
            <a:off x="0" y="0"/>
            <a:ext cx="3573414" cy="400110"/>
          </a:xfrm>
          <a:prstGeom prst="rect">
            <a:avLst/>
          </a:prstGeom>
          <a:noFill/>
        </p:spPr>
        <p:txBody>
          <a:bodyPr wrap="none" lIns="91440" tIns="45720" rIns="91440" bIns="45720">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2D99CA6C-1610-8345-4363-965AFC8C72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sp>
        <p:nvSpPr>
          <p:cNvPr id="2" name="TextBox 1">
            <a:extLst>
              <a:ext uri="{FF2B5EF4-FFF2-40B4-BE49-F238E27FC236}">
                <a16:creationId xmlns:a16="http://schemas.microsoft.com/office/drawing/2014/main" id="{BC4E1809-8C22-CF96-D030-1D12E33D3997}"/>
              </a:ext>
            </a:extLst>
          </p:cNvPr>
          <p:cNvSpPr txBox="1"/>
          <p:nvPr/>
        </p:nvSpPr>
        <p:spPr>
          <a:xfrm>
            <a:off x="8686800" y="4753948"/>
            <a:ext cx="29848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4</a:t>
            </a:r>
          </a:p>
        </p:txBody>
      </p:sp>
      <p:pic>
        <p:nvPicPr>
          <p:cNvPr id="5" name="Picture 4">
            <a:extLst>
              <a:ext uri="{FF2B5EF4-FFF2-40B4-BE49-F238E27FC236}">
                <a16:creationId xmlns:a16="http://schemas.microsoft.com/office/drawing/2014/main" id="{93746515-08B9-20C1-6850-0B85C8AEC432}"/>
              </a:ext>
            </a:extLst>
          </p:cNvPr>
          <p:cNvPicPr>
            <a:picLocks noChangeAspect="1"/>
          </p:cNvPicPr>
          <p:nvPr/>
        </p:nvPicPr>
        <p:blipFill>
          <a:blip r:embed="rId5"/>
          <a:stretch>
            <a:fillRect/>
          </a:stretch>
        </p:blipFill>
        <p:spPr>
          <a:xfrm>
            <a:off x="1844211" y="440830"/>
            <a:ext cx="5455578"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E00271A-DC73-561F-96E3-611EEA20DB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4FF238-DDC0-11A5-9CD0-BB13C46C68A4}"/>
              </a:ext>
            </a:extLst>
          </p:cNvPr>
          <p:cNvSpPr/>
          <p:nvPr/>
        </p:nvSpPr>
        <p:spPr>
          <a:xfrm>
            <a:off x="731520" y="0"/>
            <a:ext cx="2802370"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0" name="Picture 9" descr="A graph of different states&#10;&#10;AI-generated content may be incorrect.">
            <a:extLst>
              <a:ext uri="{FF2B5EF4-FFF2-40B4-BE49-F238E27FC236}">
                <a16:creationId xmlns:a16="http://schemas.microsoft.com/office/drawing/2014/main" id="{21547966-FEE3-0E9E-1229-189A116F95DF}"/>
              </a:ext>
            </a:extLst>
          </p:cNvPr>
          <p:cNvPicPr>
            <a:picLocks noChangeAspect="1"/>
          </p:cNvPicPr>
          <p:nvPr/>
        </p:nvPicPr>
        <p:blipFill>
          <a:blip r:embed="rId3"/>
          <a:stretch>
            <a:fillRect/>
          </a:stretch>
        </p:blipFill>
        <p:spPr>
          <a:xfrm>
            <a:off x="731520" y="584775"/>
            <a:ext cx="5052246" cy="3932445"/>
          </a:xfrm>
          <a:prstGeom prst="rect">
            <a:avLst/>
          </a:prstGeom>
        </p:spPr>
      </p:pic>
      <p:sp>
        <p:nvSpPr>
          <p:cNvPr id="12" name="Subtitle 3">
            <a:extLst>
              <a:ext uri="{FF2B5EF4-FFF2-40B4-BE49-F238E27FC236}">
                <a16:creationId xmlns:a16="http://schemas.microsoft.com/office/drawing/2014/main" id="{2308FE4C-0284-9FB5-0928-4FC637BC9D64}"/>
              </a:ext>
            </a:extLst>
          </p:cNvPr>
          <p:cNvSpPr>
            <a:spLocks noGrp="1"/>
          </p:cNvSpPr>
          <p:nvPr>
            <p:ph type="subTitle" idx="1"/>
          </p:nvPr>
        </p:nvSpPr>
        <p:spPr>
          <a:xfrm>
            <a:off x="5985021" y="962545"/>
            <a:ext cx="2427459" cy="3176904"/>
          </a:xfrm>
        </p:spPr>
        <p:txBody>
          <a:bodyPr anchor="t"/>
          <a:lstStyle/>
          <a:p>
            <a:pPr algn="l"/>
            <a:r>
              <a:rPr lang="en-US" sz="1200" b="1" dirty="0">
                <a:latin typeface="+mn-lt"/>
              </a:rPr>
              <a:t>What is “Analytical Period”? </a:t>
            </a:r>
          </a:p>
          <a:p>
            <a:pPr algn="l"/>
            <a:r>
              <a:rPr lang="en-US" sz="1200" b="1" dirty="0">
                <a:latin typeface="+mn-lt"/>
              </a:rPr>
              <a:t>Why we need it? </a:t>
            </a:r>
          </a:p>
          <a:p>
            <a:pPr algn="l"/>
            <a:endParaRPr lang="en-US" sz="1200" dirty="0">
              <a:latin typeface="+mn-lt"/>
            </a:endParaRPr>
          </a:p>
          <a:p>
            <a:pPr marL="139700" indent="0" algn="l"/>
            <a:r>
              <a:rPr lang="en-US" sz="1100" b="1" dirty="0">
                <a:latin typeface="+mn-lt"/>
              </a:rPr>
              <a:t>Definition: </a:t>
            </a:r>
            <a:r>
              <a:rPr lang="en-US" sz="1100" dirty="0">
                <a:latin typeface="+mn-lt"/>
              </a:rPr>
              <a:t>Continuous ≥3 weeks with ≥100 sequences each and ≥4 non-zero days each week</a:t>
            </a:r>
            <a:r>
              <a:rPr lang="zh-CN" altLang="en-US" sz="1100" dirty="0">
                <a:latin typeface="+mn-lt"/>
              </a:rPr>
              <a:t> </a:t>
            </a:r>
            <a:r>
              <a:rPr lang="en-US" altLang="zh-CN" sz="1100" dirty="0">
                <a:latin typeface="+mn-lt"/>
              </a:rPr>
              <a:t>[5]</a:t>
            </a:r>
            <a:r>
              <a:rPr lang="en-US" sz="1100" dirty="0">
                <a:latin typeface="+mn-lt"/>
              </a:rPr>
              <a:t>.</a:t>
            </a:r>
          </a:p>
          <a:p>
            <a:pPr marL="139700" indent="0" algn="l"/>
            <a:endParaRPr lang="en-US" sz="1100" dirty="0">
              <a:latin typeface="+mn-lt"/>
            </a:endParaRPr>
          </a:p>
          <a:p>
            <a:pPr marL="139700" indent="0" algn="l"/>
            <a:r>
              <a:rPr lang="en-US" sz="1100" b="1" dirty="0">
                <a:latin typeface="+mn-lt"/>
              </a:rPr>
              <a:t>Purpose: </a:t>
            </a:r>
            <a:r>
              <a:rPr lang="en-US" sz="1100" dirty="0">
                <a:latin typeface="+mn-lt"/>
              </a:rPr>
              <a:t>Ensures reliable,</a:t>
            </a:r>
            <a:r>
              <a:rPr lang="zh-CN" altLang="en-US" sz="1100" dirty="0">
                <a:latin typeface="+mn-lt"/>
              </a:rPr>
              <a:t> </a:t>
            </a:r>
            <a:r>
              <a:rPr lang="en-US" sz="1100" dirty="0">
                <a:latin typeface="+mn-lt"/>
              </a:rPr>
              <a:t>unbiased growth and peak estimates</a:t>
            </a:r>
            <a:r>
              <a:rPr lang="zh-CN" altLang="en-US" sz="1100" dirty="0">
                <a:latin typeface="+mn-lt"/>
              </a:rPr>
              <a:t> </a:t>
            </a:r>
            <a:r>
              <a:rPr lang="en-US" altLang="zh-CN" sz="1100" dirty="0">
                <a:latin typeface="+mn-lt"/>
              </a:rPr>
              <a:t>[6]</a:t>
            </a:r>
            <a:r>
              <a:rPr lang="en-US" sz="1100" dirty="0">
                <a:latin typeface="+mn-lt"/>
              </a:rPr>
              <a:t> by avoiding sparse sampling.</a:t>
            </a:r>
          </a:p>
          <a:p>
            <a:pPr marL="139700" indent="0" algn="l"/>
            <a:endParaRPr lang="en-US" sz="1100" dirty="0">
              <a:latin typeface="+mn-lt"/>
            </a:endParaRPr>
          </a:p>
          <a:p>
            <a:pPr marL="139700" indent="0" algn="l"/>
            <a:r>
              <a:rPr lang="en-US" sz="1100" b="1" dirty="0">
                <a:latin typeface="+mn-lt"/>
              </a:rPr>
              <a:t>Cross-country difference: </a:t>
            </a:r>
            <a:r>
              <a:rPr lang="en-US" sz="1100" dirty="0">
                <a:latin typeface="+mn-lt"/>
              </a:rPr>
              <a:t>Varies with sequencing intensity—longer in high-coverage countries, shorter in low-coverage ones.</a:t>
            </a:r>
          </a:p>
          <a:p>
            <a:pPr algn="l"/>
            <a:endParaRPr lang="en-US" sz="1200" dirty="0"/>
          </a:p>
        </p:txBody>
      </p:sp>
      <p:cxnSp>
        <p:nvCxnSpPr>
          <p:cNvPr id="15" name="Straight Connector 14">
            <a:extLst>
              <a:ext uri="{FF2B5EF4-FFF2-40B4-BE49-F238E27FC236}">
                <a16:creationId xmlns:a16="http://schemas.microsoft.com/office/drawing/2014/main" id="{3488E2F0-EE1B-E756-CDB7-D92B26F02421}"/>
              </a:ext>
            </a:extLst>
          </p:cNvPr>
          <p:cNvCxnSpPr>
            <a:cxnSpLocks/>
          </p:cNvCxnSpPr>
          <p:nvPr/>
        </p:nvCxnSpPr>
        <p:spPr>
          <a:xfrm>
            <a:off x="1442224" y="2178205"/>
            <a:ext cx="4081347" cy="0"/>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A2207C2-237D-88E6-4EC8-94E9163BBDE2}"/>
              </a:ext>
            </a:extLst>
          </p:cNvPr>
          <p:cNvCxnSpPr>
            <a:cxnSpLocks/>
          </p:cNvCxnSpPr>
          <p:nvPr/>
        </p:nvCxnSpPr>
        <p:spPr>
          <a:xfrm>
            <a:off x="2297151" y="4226442"/>
            <a:ext cx="2899317"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62F9E4B-AEBB-1218-9B74-C1BE4EE77C76}"/>
              </a:ext>
            </a:extLst>
          </p:cNvPr>
          <p:cNvSpPr txBox="1"/>
          <p:nvPr/>
        </p:nvSpPr>
        <p:spPr>
          <a:xfrm>
            <a:off x="8787160" y="4609170"/>
            <a:ext cx="27443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5</a:t>
            </a:r>
          </a:p>
        </p:txBody>
      </p:sp>
    </p:spTree>
    <p:extLst>
      <p:ext uri="{BB962C8B-B14F-4D97-AF65-F5344CB8AC3E}">
        <p14:creationId xmlns:p14="http://schemas.microsoft.com/office/powerpoint/2010/main" val="2084223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A855B19-741D-4368-7647-6E5997F758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BF3374-4C7F-B3C2-BFA6-962D4B37F15E}"/>
              </a:ext>
            </a:extLst>
          </p:cNvPr>
          <p:cNvSpPr/>
          <p:nvPr/>
        </p:nvSpPr>
        <p:spPr>
          <a:xfrm>
            <a:off x="731520" y="0"/>
            <a:ext cx="2802370"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TextBox 5">
            <a:extLst>
              <a:ext uri="{FF2B5EF4-FFF2-40B4-BE49-F238E27FC236}">
                <a16:creationId xmlns:a16="http://schemas.microsoft.com/office/drawing/2014/main" id="{15303BD4-E385-EC8A-82D5-72557504E98A}"/>
              </a:ext>
            </a:extLst>
          </p:cNvPr>
          <p:cNvSpPr txBox="1"/>
          <p:nvPr/>
        </p:nvSpPr>
        <p:spPr>
          <a:xfrm rot="16200000">
            <a:off x="354256" y="1620643"/>
            <a:ext cx="758541" cy="200055"/>
          </a:xfrm>
          <a:prstGeom prst="rect">
            <a:avLst/>
          </a:prstGeom>
          <a:noFill/>
        </p:spPr>
        <p:txBody>
          <a:bodyPr wrap="none" rtlCol="0">
            <a:spAutoFit/>
          </a:bodyPr>
          <a:lstStyle/>
          <a:p>
            <a:r>
              <a:rPr lang="en-US" sz="700" dirty="0">
                <a:latin typeface="Times New Roman" panose="02020603050405020304" pitchFamily="18" charset="0"/>
                <a:cs typeface="Times New Roman" panose="02020603050405020304" pitchFamily="18" charset="0"/>
              </a:rPr>
              <a:t>Domestic Share</a:t>
            </a:r>
          </a:p>
        </p:txBody>
      </p:sp>
      <p:sp>
        <p:nvSpPr>
          <p:cNvPr id="7" name="TextBox 6">
            <a:extLst>
              <a:ext uri="{FF2B5EF4-FFF2-40B4-BE49-F238E27FC236}">
                <a16:creationId xmlns:a16="http://schemas.microsoft.com/office/drawing/2014/main" id="{BA603F2A-42E3-F1A0-FC3C-E8D15ACA74D2}"/>
              </a:ext>
            </a:extLst>
          </p:cNvPr>
          <p:cNvSpPr txBox="1"/>
          <p:nvPr/>
        </p:nvSpPr>
        <p:spPr>
          <a:xfrm rot="16200000">
            <a:off x="360527" y="3374842"/>
            <a:ext cx="758541" cy="200055"/>
          </a:xfrm>
          <a:prstGeom prst="rect">
            <a:avLst/>
          </a:prstGeom>
          <a:noFill/>
        </p:spPr>
        <p:txBody>
          <a:bodyPr wrap="none" rtlCol="0">
            <a:spAutoFit/>
          </a:bodyPr>
          <a:lstStyle/>
          <a:p>
            <a:r>
              <a:rPr lang="en-US" sz="700" dirty="0">
                <a:latin typeface="Times New Roman" panose="02020603050405020304" pitchFamily="18" charset="0"/>
                <a:cs typeface="Times New Roman" panose="02020603050405020304" pitchFamily="18" charset="0"/>
              </a:rPr>
              <a:t>Domestic Share</a:t>
            </a:r>
          </a:p>
        </p:txBody>
      </p:sp>
      <p:sp>
        <p:nvSpPr>
          <p:cNvPr id="8" name="TextBox 7">
            <a:extLst>
              <a:ext uri="{FF2B5EF4-FFF2-40B4-BE49-F238E27FC236}">
                <a16:creationId xmlns:a16="http://schemas.microsoft.com/office/drawing/2014/main" id="{53B786E0-ADDC-D167-AD51-A2DFF50C2105}"/>
              </a:ext>
            </a:extLst>
          </p:cNvPr>
          <p:cNvSpPr txBox="1"/>
          <p:nvPr/>
        </p:nvSpPr>
        <p:spPr>
          <a:xfrm>
            <a:off x="2518295" y="584775"/>
            <a:ext cx="2321469" cy="246221"/>
          </a:xfrm>
          <a:prstGeom prst="rect">
            <a:avLst/>
          </a:prstGeom>
          <a:noFill/>
        </p:spPr>
        <p:txBody>
          <a:bodyPr wrap="none" rtlCol="0">
            <a:spAutoFit/>
          </a:bodyPr>
          <a:lstStyle/>
          <a:p>
            <a:r>
              <a:rPr lang="en-US" sz="1000" b="1" dirty="0">
                <a:latin typeface="Times New Roman" panose="02020603050405020304" pitchFamily="18" charset="0"/>
                <a:cs typeface="Times New Roman" panose="02020603050405020304" pitchFamily="18" charset="0"/>
              </a:rPr>
              <a:t>Top Variants Excluded in South Korea</a:t>
            </a:r>
          </a:p>
        </p:txBody>
      </p:sp>
      <p:sp>
        <p:nvSpPr>
          <p:cNvPr id="11" name="Subtitle 3">
            <a:extLst>
              <a:ext uri="{FF2B5EF4-FFF2-40B4-BE49-F238E27FC236}">
                <a16:creationId xmlns:a16="http://schemas.microsoft.com/office/drawing/2014/main" id="{BFC2D180-85A2-CAEE-0CAF-4140EF59E205}"/>
              </a:ext>
            </a:extLst>
          </p:cNvPr>
          <p:cNvSpPr txBox="1">
            <a:spLocks/>
          </p:cNvSpPr>
          <p:nvPr/>
        </p:nvSpPr>
        <p:spPr>
          <a:xfrm>
            <a:off x="6266985" y="1213024"/>
            <a:ext cx="2237245" cy="23553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b="1" dirty="0">
                <a:latin typeface="+mn-lt"/>
              </a:rPr>
              <a:t>Criteria</a:t>
            </a:r>
            <a:r>
              <a:rPr lang="en-US" altLang="zh-CN" b="1" dirty="0">
                <a:latin typeface="+mn-lt"/>
              </a:rPr>
              <a:t>:</a:t>
            </a:r>
            <a:r>
              <a:rPr lang="zh-CN" altLang="en-US" b="1" dirty="0">
                <a:latin typeface="+mn-lt"/>
              </a:rPr>
              <a:t> </a:t>
            </a:r>
            <a:endParaRPr lang="en-US" b="1" dirty="0">
              <a:latin typeface="+mn-lt"/>
            </a:endParaRPr>
          </a:p>
          <a:p>
            <a:pPr marL="139700" indent="0" algn="l"/>
            <a:r>
              <a:rPr lang="en-US" sz="1000" dirty="0">
                <a:latin typeface="+mn-lt"/>
              </a:rPr>
              <a:t>Variants </a:t>
            </a:r>
            <a:r>
              <a:rPr lang="en-US" sz="1000" b="1" dirty="0">
                <a:latin typeface="+mn-lt"/>
              </a:rPr>
              <a:t>initiating</a:t>
            </a:r>
            <a:r>
              <a:rPr lang="en-US" sz="1000" dirty="0">
                <a:latin typeface="+mn-lt"/>
              </a:rPr>
              <a:t> </a:t>
            </a:r>
            <a:r>
              <a:rPr lang="en-US" sz="1000" b="1" dirty="0">
                <a:latin typeface="+mn-lt"/>
              </a:rPr>
              <a:t>prior to </a:t>
            </a:r>
            <a:r>
              <a:rPr lang="en-US" sz="1000" dirty="0">
                <a:latin typeface="+mn-lt"/>
              </a:rPr>
              <a:t>or</a:t>
            </a:r>
            <a:r>
              <a:rPr lang="en-US" sz="1000" b="1" dirty="0">
                <a:latin typeface="+mn-lt"/>
              </a:rPr>
              <a:t> extending beyond</a:t>
            </a:r>
            <a:r>
              <a:rPr lang="en-US" sz="1000" dirty="0">
                <a:latin typeface="+mn-lt"/>
              </a:rPr>
              <a:t> the defined analytical period were excluded from subsequent analysis. </a:t>
            </a:r>
            <a:r>
              <a:rPr lang="zh-CN" altLang="en-US" sz="1000" dirty="0">
                <a:latin typeface="+mn-lt"/>
              </a:rPr>
              <a:t> </a:t>
            </a:r>
            <a:endParaRPr lang="en-US" altLang="zh-CN" sz="1000" dirty="0">
              <a:latin typeface="+mn-lt"/>
            </a:endParaRPr>
          </a:p>
          <a:p>
            <a:pPr marL="139700" indent="0" algn="l"/>
            <a:endParaRPr lang="en-US" sz="1000" dirty="0">
              <a:latin typeface="+mn-lt"/>
            </a:endParaRPr>
          </a:p>
          <a:p>
            <a:pPr marL="139700" indent="0" algn="l"/>
            <a:r>
              <a:rPr lang="en-US" sz="1000" dirty="0">
                <a:latin typeface="+mn-lt"/>
              </a:rPr>
              <a:t>Here, lineages </a:t>
            </a:r>
            <a:r>
              <a:rPr lang="en-US" sz="1000" dirty="0">
                <a:solidFill>
                  <a:srgbClr val="FF0000"/>
                </a:solidFill>
                <a:latin typeface="+mn-lt"/>
              </a:rPr>
              <a:t>“B.1.497” “B.1.1” “B.41” </a:t>
            </a:r>
            <a:r>
              <a:rPr lang="en-US" sz="1000" dirty="0">
                <a:latin typeface="+mn-lt"/>
              </a:rPr>
              <a:t>and </a:t>
            </a:r>
            <a:r>
              <a:rPr lang="en-US" sz="1000" dirty="0">
                <a:solidFill>
                  <a:srgbClr val="FF0000"/>
                </a:solidFill>
                <a:latin typeface="+mn-lt"/>
              </a:rPr>
              <a:t>“A”</a:t>
            </a:r>
            <a:r>
              <a:rPr lang="en-US" sz="1000" dirty="0">
                <a:latin typeface="+mn-lt"/>
              </a:rPr>
              <a:t> are excluded because they began before the defined analytical period, while </a:t>
            </a:r>
            <a:r>
              <a:rPr lang="en-US" sz="1000" dirty="0">
                <a:solidFill>
                  <a:srgbClr val="00B0F0"/>
                </a:solidFill>
                <a:latin typeface="+mn-lt"/>
              </a:rPr>
              <a:t>“JN.1.4”</a:t>
            </a:r>
            <a:r>
              <a:rPr lang="en-US" sz="1000" dirty="0">
                <a:latin typeface="+mn-lt"/>
              </a:rPr>
              <a:t> and </a:t>
            </a:r>
            <a:r>
              <a:rPr lang="en-US" sz="1000" dirty="0">
                <a:solidFill>
                  <a:srgbClr val="00B0F0"/>
                </a:solidFill>
                <a:latin typeface="+mn-lt"/>
              </a:rPr>
              <a:t>“JN.1.16” </a:t>
            </a:r>
            <a:r>
              <a:rPr lang="en-US" sz="1000" dirty="0">
                <a:latin typeface="+mn-lt"/>
              </a:rPr>
              <a:t>are excluded because their trajectories extended beyond it.</a:t>
            </a:r>
          </a:p>
          <a:p>
            <a:pPr marL="139700" indent="0" algn="l"/>
            <a:endParaRPr lang="en-US" sz="1000" dirty="0">
              <a:latin typeface="+mn-lt"/>
            </a:endParaRPr>
          </a:p>
          <a:p>
            <a:pPr algn="l"/>
            <a:endParaRPr lang="en-US" sz="1000" dirty="0"/>
          </a:p>
        </p:txBody>
      </p:sp>
      <p:sp>
        <p:nvSpPr>
          <p:cNvPr id="3" name="TextBox 2">
            <a:extLst>
              <a:ext uri="{FF2B5EF4-FFF2-40B4-BE49-F238E27FC236}">
                <a16:creationId xmlns:a16="http://schemas.microsoft.com/office/drawing/2014/main" id="{75E26D5D-1ACE-FDB0-B799-9853716447BD}"/>
              </a:ext>
            </a:extLst>
          </p:cNvPr>
          <p:cNvSpPr txBox="1"/>
          <p:nvPr/>
        </p:nvSpPr>
        <p:spPr>
          <a:xfrm>
            <a:off x="8787160" y="4609170"/>
            <a:ext cx="29046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6</a:t>
            </a:r>
          </a:p>
        </p:txBody>
      </p:sp>
      <p:pic>
        <p:nvPicPr>
          <p:cNvPr id="9" name="Picture 8" descr="A group of graphs showing the different types of data&#10;&#10;AI-generated content may be incorrect.">
            <a:extLst>
              <a:ext uri="{FF2B5EF4-FFF2-40B4-BE49-F238E27FC236}">
                <a16:creationId xmlns:a16="http://schemas.microsoft.com/office/drawing/2014/main" id="{64C8944F-3380-36A2-3EEF-BCA91E394D47}"/>
              </a:ext>
            </a:extLst>
          </p:cNvPr>
          <p:cNvPicPr>
            <a:picLocks noChangeAspect="1"/>
          </p:cNvPicPr>
          <p:nvPr/>
        </p:nvPicPr>
        <p:blipFill>
          <a:blip r:embed="rId3"/>
          <a:stretch>
            <a:fillRect/>
          </a:stretch>
        </p:blipFill>
        <p:spPr>
          <a:xfrm>
            <a:off x="610665" y="830996"/>
            <a:ext cx="5816565" cy="3509114"/>
          </a:xfrm>
          <a:prstGeom prst="rect">
            <a:avLst/>
          </a:prstGeom>
        </p:spPr>
      </p:pic>
      <p:sp>
        <p:nvSpPr>
          <p:cNvPr id="10" name="Rectangle 9">
            <a:extLst>
              <a:ext uri="{FF2B5EF4-FFF2-40B4-BE49-F238E27FC236}">
                <a16:creationId xmlns:a16="http://schemas.microsoft.com/office/drawing/2014/main" id="{F81F950B-CD88-BD1E-44B3-E9B4ACD6189C}"/>
              </a:ext>
            </a:extLst>
          </p:cNvPr>
          <p:cNvSpPr/>
          <p:nvPr/>
        </p:nvSpPr>
        <p:spPr>
          <a:xfrm>
            <a:off x="633499" y="830996"/>
            <a:ext cx="3879028" cy="35091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E65CC0-CBA5-6C45-728F-A3433AA142DF}"/>
              </a:ext>
            </a:extLst>
          </p:cNvPr>
          <p:cNvSpPr/>
          <p:nvPr/>
        </p:nvSpPr>
        <p:spPr>
          <a:xfrm>
            <a:off x="4572000" y="830996"/>
            <a:ext cx="1855230" cy="3509114"/>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8325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EF729E8A-825D-A982-7AEB-0BDF31364B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49F0F5B-A9CC-F5BE-C238-FBF6DC017D0E}"/>
              </a:ext>
            </a:extLst>
          </p:cNvPr>
          <p:cNvSpPr/>
          <p:nvPr/>
        </p:nvSpPr>
        <p:spPr>
          <a:xfrm>
            <a:off x="0" y="0"/>
            <a:ext cx="3573414" cy="400110"/>
          </a:xfrm>
          <a:prstGeom prst="rect">
            <a:avLst/>
          </a:prstGeom>
          <a:noFill/>
        </p:spPr>
        <p:txBody>
          <a:bodyPr wrap="none" lIns="91440" tIns="45720" rIns="91440" bIns="45720">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E453BE31-2A18-A408-64BB-C25D3D093B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DBB12E3D-3332-C236-720C-F95C8BCE92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1658724"/>
            <a:ext cx="332426" cy="332426"/>
          </a:xfrm>
          <a:prstGeom prst="rect">
            <a:avLst/>
          </a:prstGeom>
        </p:spPr>
      </p:pic>
      <p:sp>
        <p:nvSpPr>
          <p:cNvPr id="3" name="TextBox 2">
            <a:extLst>
              <a:ext uri="{FF2B5EF4-FFF2-40B4-BE49-F238E27FC236}">
                <a16:creationId xmlns:a16="http://schemas.microsoft.com/office/drawing/2014/main" id="{CDA0E790-F684-D9A5-3C15-91F463803E5C}"/>
              </a:ext>
            </a:extLst>
          </p:cNvPr>
          <p:cNvSpPr txBox="1"/>
          <p:nvPr/>
        </p:nvSpPr>
        <p:spPr>
          <a:xfrm>
            <a:off x="8686800" y="4753948"/>
            <a:ext cx="27924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7</a:t>
            </a:r>
          </a:p>
        </p:txBody>
      </p:sp>
      <p:pic>
        <p:nvPicPr>
          <p:cNvPr id="6" name="Picture 5">
            <a:extLst>
              <a:ext uri="{FF2B5EF4-FFF2-40B4-BE49-F238E27FC236}">
                <a16:creationId xmlns:a16="http://schemas.microsoft.com/office/drawing/2014/main" id="{961B44DE-97FF-309E-41F5-AD43A5C8D4E9}"/>
              </a:ext>
            </a:extLst>
          </p:cNvPr>
          <p:cNvPicPr>
            <a:picLocks noChangeAspect="1"/>
          </p:cNvPicPr>
          <p:nvPr/>
        </p:nvPicPr>
        <p:blipFill>
          <a:blip r:embed="rId5"/>
          <a:stretch>
            <a:fillRect/>
          </a:stretch>
        </p:blipFill>
        <p:spPr>
          <a:xfrm>
            <a:off x="1844211" y="440830"/>
            <a:ext cx="5455578" cy="4114800"/>
          </a:xfrm>
          <a:prstGeom prst="rect">
            <a:avLst/>
          </a:prstGeom>
        </p:spPr>
      </p:pic>
    </p:spTree>
    <p:extLst>
      <p:ext uri="{BB962C8B-B14F-4D97-AF65-F5344CB8AC3E}">
        <p14:creationId xmlns:p14="http://schemas.microsoft.com/office/powerpoint/2010/main" val="397424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0D9EC7C5-63A2-7A41-51C9-7BA7F6E3EC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C10547-A5AD-4F26-CEED-8DAE863A6E35}"/>
              </a:ext>
            </a:extLst>
          </p:cNvPr>
          <p:cNvSpPr/>
          <p:nvPr/>
        </p:nvSpPr>
        <p:spPr>
          <a:xfrm>
            <a:off x="731520" y="0"/>
            <a:ext cx="3759362"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2" name="Subtitle 3">
            <a:extLst>
              <a:ext uri="{FF2B5EF4-FFF2-40B4-BE49-F238E27FC236}">
                <a16:creationId xmlns:a16="http://schemas.microsoft.com/office/drawing/2014/main" id="{2223D586-E1EC-E65E-792A-04B9294143BE}"/>
              </a:ext>
            </a:extLst>
          </p:cNvPr>
          <p:cNvSpPr>
            <a:spLocks noGrp="1"/>
          </p:cNvSpPr>
          <p:nvPr>
            <p:ph type="subTitle" idx="1"/>
          </p:nvPr>
        </p:nvSpPr>
        <p:spPr>
          <a:xfrm>
            <a:off x="731520" y="799066"/>
            <a:ext cx="7159083" cy="1064012"/>
          </a:xfrm>
        </p:spPr>
        <p:txBody>
          <a:bodyPr anchor="t"/>
          <a:lstStyle/>
          <a:p>
            <a:pPr algn="l"/>
            <a:r>
              <a:rPr lang="en-US" b="1" dirty="0">
                <a:latin typeface="+mn-lt"/>
              </a:rPr>
              <a:t>Why we need Variants Grouping??? </a:t>
            </a:r>
          </a:p>
          <a:p>
            <a:pPr algn="l"/>
            <a:endParaRPr lang="en-US" sz="600" dirty="0">
              <a:latin typeface="+mn-lt"/>
            </a:endParaRPr>
          </a:p>
          <a:p>
            <a:pPr marL="139700" indent="0" algn="l"/>
            <a:r>
              <a:rPr lang="en-US" sz="1200" dirty="0"/>
              <a:t>Over 95% of GISAID lineages appear at less than 1% frequency, making raw data too sparse for meaningful analysis. Grouping consolidates rare variants, strengthens statistical signal, and enables more stable and comparable modeling across countries.</a:t>
            </a:r>
          </a:p>
          <a:p>
            <a:pPr marL="139700" indent="0" algn="l"/>
            <a:endParaRPr lang="en-US" sz="1100" dirty="0">
              <a:latin typeface="+mn-lt"/>
            </a:endParaRPr>
          </a:p>
          <a:p>
            <a:pPr algn="l"/>
            <a:endParaRPr lang="en-US" sz="1200" dirty="0"/>
          </a:p>
        </p:txBody>
      </p:sp>
      <p:pic>
        <p:nvPicPr>
          <p:cNvPr id="7" name="Picture 6" descr="A black and white text with numbers&#10;&#10;AI-generated content may be incorrect.">
            <a:extLst>
              <a:ext uri="{FF2B5EF4-FFF2-40B4-BE49-F238E27FC236}">
                <a16:creationId xmlns:a16="http://schemas.microsoft.com/office/drawing/2014/main" id="{B3B1B590-CC9A-0E9D-A206-AE1F4C7DEE8C}"/>
              </a:ext>
            </a:extLst>
          </p:cNvPr>
          <p:cNvPicPr>
            <a:picLocks noChangeAspect="1"/>
          </p:cNvPicPr>
          <p:nvPr/>
        </p:nvPicPr>
        <p:blipFill>
          <a:blip r:embed="rId3"/>
          <a:stretch>
            <a:fillRect/>
          </a:stretch>
        </p:blipFill>
        <p:spPr>
          <a:xfrm>
            <a:off x="763476" y="2077369"/>
            <a:ext cx="7454811" cy="2103120"/>
          </a:xfrm>
          <a:prstGeom prst="rect">
            <a:avLst/>
          </a:prstGeom>
        </p:spPr>
      </p:pic>
      <p:sp>
        <p:nvSpPr>
          <p:cNvPr id="3" name="TextBox 2">
            <a:extLst>
              <a:ext uri="{FF2B5EF4-FFF2-40B4-BE49-F238E27FC236}">
                <a16:creationId xmlns:a16="http://schemas.microsoft.com/office/drawing/2014/main" id="{624F2A52-DF27-AAA1-A84A-387BE1819B46}"/>
              </a:ext>
            </a:extLst>
          </p:cNvPr>
          <p:cNvSpPr txBox="1"/>
          <p:nvPr/>
        </p:nvSpPr>
        <p:spPr>
          <a:xfrm>
            <a:off x="8787160" y="4609170"/>
            <a:ext cx="28084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8</a:t>
            </a:r>
          </a:p>
        </p:txBody>
      </p:sp>
    </p:spTree>
    <p:extLst>
      <p:ext uri="{BB962C8B-B14F-4D97-AF65-F5344CB8AC3E}">
        <p14:creationId xmlns:p14="http://schemas.microsoft.com/office/powerpoint/2010/main" val="1611937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2336530-2EB4-B4BB-5ACD-84B06F9B22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E28B37-AE29-4B0C-8884-73810F7C8A87}"/>
              </a:ext>
            </a:extLst>
          </p:cNvPr>
          <p:cNvSpPr/>
          <p:nvPr/>
        </p:nvSpPr>
        <p:spPr>
          <a:xfrm>
            <a:off x="731520" y="0"/>
            <a:ext cx="3759362"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5" name="Picture 4">
            <a:extLst>
              <a:ext uri="{FF2B5EF4-FFF2-40B4-BE49-F238E27FC236}">
                <a16:creationId xmlns:a16="http://schemas.microsoft.com/office/drawing/2014/main" id="{DF09A7E8-8C4A-7D5B-17AD-1529D27F49E6}"/>
              </a:ext>
            </a:extLst>
          </p:cNvPr>
          <p:cNvPicPr>
            <a:picLocks noChangeAspect="1"/>
          </p:cNvPicPr>
          <p:nvPr/>
        </p:nvPicPr>
        <p:blipFill>
          <a:blip r:embed="rId3"/>
          <a:stretch>
            <a:fillRect/>
          </a:stretch>
        </p:blipFill>
        <p:spPr>
          <a:xfrm>
            <a:off x="731520" y="584775"/>
            <a:ext cx="4873826" cy="3982019"/>
          </a:xfrm>
          <a:prstGeom prst="rect">
            <a:avLst/>
          </a:prstGeom>
        </p:spPr>
      </p:pic>
      <p:sp>
        <p:nvSpPr>
          <p:cNvPr id="6" name="Subtitle 3">
            <a:extLst>
              <a:ext uri="{FF2B5EF4-FFF2-40B4-BE49-F238E27FC236}">
                <a16:creationId xmlns:a16="http://schemas.microsoft.com/office/drawing/2014/main" id="{E4EFDA53-5589-8CE3-E77F-2BE395C6463D}"/>
              </a:ext>
            </a:extLst>
          </p:cNvPr>
          <p:cNvSpPr>
            <a:spLocks noGrp="1"/>
          </p:cNvSpPr>
          <p:nvPr>
            <p:ph type="subTitle" idx="1"/>
          </p:nvPr>
        </p:nvSpPr>
        <p:spPr>
          <a:xfrm>
            <a:off x="2804583" y="669073"/>
            <a:ext cx="5607897" cy="1680117"/>
          </a:xfrm>
        </p:spPr>
        <p:txBody>
          <a:bodyPr anchor="t"/>
          <a:lstStyle/>
          <a:p>
            <a:pPr algn="l"/>
            <a:r>
              <a:rPr lang="en-US" b="1" dirty="0">
                <a:latin typeface="+mn-lt"/>
              </a:rPr>
              <a:t>How we perform the grouping? </a:t>
            </a:r>
          </a:p>
          <a:p>
            <a:pPr algn="l"/>
            <a:endParaRPr lang="en-US" sz="600" b="1" dirty="0">
              <a:latin typeface="+mn-lt"/>
            </a:endParaRPr>
          </a:p>
          <a:p>
            <a:pPr algn="l">
              <a:buFont typeface="Wingdings" pitchFamily="2" charset="2"/>
              <a:buChar char="§"/>
            </a:pPr>
            <a:r>
              <a:rPr lang="en-US" sz="1200" dirty="0"/>
              <a:t>Consolidated fine-grained Pango lineages into broader, epidemiologically meaningful groups.</a:t>
            </a:r>
          </a:p>
          <a:p>
            <a:pPr algn="l">
              <a:buFont typeface="Wingdings" pitchFamily="2" charset="2"/>
              <a:buChar char="§"/>
            </a:pPr>
            <a:endParaRPr lang="en-US" sz="400" dirty="0"/>
          </a:p>
          <a:p>
            <a:pPr algn="l">
              <a:buFont typeface="Wingdings" pitchFamily="2" charset="2"/>
              <a:buChar char="§"/>
            </a:pPr>
            <a:r>
              <a:rPr lang="en-US" sz="1200" dirty="0"/>
              <a:t>Applied grouping separately for each country to capture geographic heterogeneity.</a:t>
            </a:r>
          </a:p>
          <a:p>
            <a:pPr algn="l">
              <a:buFont typeface="Wingdings" pitchFamily="2" charset="2"/>
              <a:buChar char="§"/>
            </a:pPr>
            <a:endParaRPr lang="en-US" sz="400" dirty="0"/>
          </a:p>
          <a:p>
            <a:pPr algn="l">
              <a:buFont typeface="Wingdings" pitchFamily="2" charset="2"/>
              <a:buChar char="§"/>
            </a:pPr>
            <a:r>
              <a:rPr lang="en-US" sz="1200" dirty="0"/>
              <a:t>Retained only groups with ≥500 infections by August 2024 to ensure analytical relevance.</a:t>
            </a:r>
          </a:p>
          <a:p>
            <a:pPr marL="139700" indent="0" algn="l"/>
            <a:endParaRPr lang="en-US" sz="1100" dirty="0">
              <a:latin typeface="+mn-lt"/>
            </a:endParaRPr>
          </a:p>
          <a:p>
            <a:pPr algn="l"/>
            <a:endParaRPr lang="en-US" sz="1200" dirty="0"/>
          </a:p>
        </p:txBody>
      </p:sp>
      <p:sp>
        <p:nvSpPr>
          <p:cNvPr id="3" name="TextBox 2">
            <a:extLst>
              <a:ext uri="{FF2B5EF4-FFF2-40B4-BE49-F238E27FC236}">
                <a16:creationId xmlns:a16="http://schemas.microsoft.com/office/drawing/2014/main" id="{1899CE0A-756E-AABD-2CEB-2515B73A75D0}"/>
              </a:ext>
            </a:extLst>
          </p:cNvPr>
          <p:cNvSpPr txBox="1"/>
          <p:nvPr/>
        </p:nvSpPr>
        <p:spPr>
          <a:xfrm>
            <a:off x="8787160" y="4609170"/>
            <a:ext cx="29046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9</a:t>
            </a:r>
          </a:p>
        </p:txBody>
      </p:sp>
      <p:sp>
        <p:nvSpPr>
          <p:cNvPr id="4" name="Subtitle 3">
            <a:extLst>
              <a:ext uri="{FF2B5EF4-FFF2-40B4-BE49-F238E27FC236}">
                <a16:creationId xmlns:a16="http://schemas.microsoft.com/office/drawing/2014/main" id="{6982B2C8-BD08-6F82-512D-CE7B86CEF432}"/>
              </a:ext>
            </a:extLst>
          </p:cNvPr>
          <p:cNvSpPr txBox="1">
            <a:spLocks/>
          </p:cNvSpPr>
          <p:nvPr/>
        </p:nvSpPr>
        <p:spPr>
          <a:xfrm>
            <a:off x="3324615" y="3609613"/>
            <a:ext cx="5087865" cy="864814"/>
          </a:xfrm>
          <a:prstGeom prst="rect">
            <a:avLst/>
          </a:prstGeom>
          <a:noFill/>
          <a:ln w="12700" cmpd="dbl">
            <a:solidFill>
              <a:schemeClr val="tx1">
                <a:lumMod val="60000"/>
                <a:lumOff val="4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latin typeface="+mn-lt"/>
              </a:rPr>
              <a:t>Definition of PANGO lineages</a:t>
            </a:r>
            <a:endParaRPr lang="en-US" sz="500" b="1" dirty="0">
              <a:latin typeface="+mn-lt"/>
            </a:endParaRPr>
          </a:p>
          <a:p>
            <a:pPr algn="l">
              <a:buFont typeface="Wingdings" pitchFamily="2" charset="2"/>
              <a:buChar char="§"/>
            </a:pPr>
            <a:r>
              <a:rPr lang="en-US" sz="1100" dirty="0">
                <a:effectLst/>
                <a:latin typeface="Questrial" pitchFamily="2" charset="77"/>
                <a:ea typeface="Questrial" pitchFamily="2" charset="77"/>
                <a:cs typeface="Questrial" pitchFamily="2" charset="77"/>
              </a:rPr>
              <a:t>Each lineage is given a unique alphanumeric code that contains partial, but not complete, information about the phylogenetic history of that lineage. </a:t>
            </a:r>
          </a:p>
          <a:p>
            <a:pPr algn="l">
              <a:buFont typeface="Wingdings" pitchFamily="2" charset="2"/>
              <a:buChar char="§"/>
            </a:pPr>
            <a:endParaRPr lang="en-US" sz="1200" dirty="0"/>
          </a:p>
          <a:p>
            <a:pPr marL="139700" indent="0" algn="l"/>
            <a:endParaRPr lang="en-US" sz="1100" dirty="0">
              <a:latin typeface="+mn-lt"/>
            </a:endParaRPr>
          </a:p>
          <a:p>
            <a:pPr algn="l"/>
            <a:endParaRPr lang="en-US" sz="1200" dirty="0"/>
          </a:p>
        </p:txBody>
      </p:sp>
    </p:spTree>
    <p:extLst>
      <p:ext uri="{BB962C8B-B14F-4D97-AF65-F5344CB8AC3E}">
        <p14:creationId xmlns:p14="http://schemas.microsoft.com/office/powerpoint/2010/main" val="3418309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E8557B6A-8954-D86F-A83D-01DC8372BC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2DE31E-03C5-9E40-5D60-74C1D5CFA06A}"/>
              </a:ext>
            </a:extLst>
          </p:cNvPr>
          <p:cNvSpPr/>
          <p:nvPr/>
        </p:nvSpPr>
        <p:spPr>
          <a:xfrm>
            <a:off x="731520" y="0"/>
            <a:ext cx="3759362"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7" name="Picture 6" descr="A screenshot of a graph&#10;&#10;AI-generated content may be incorrect.">
            <a:extLst>
              <a:ext uri="{FF2B5EF4-FFF2-40B4-BE49-F238E27FC236}">
                <a16:creationId xmlns:a16="http://schemas.microsoft.com/office/drawing/2014/main" id="{61755009-9C70-7320-C27C-221C0141F3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2323" y="584775"/>
            <a:ext cx="5897117" cy="3791090"/>
          </a:xfrm>
          <a:prstGeom prst="rect">
            <a:avLst/>
          </a:prstGeom>
        </p:spPr>
      </p:pic>
      <p:sp>
        <p:nvSpPr>
          <p:cNvPr id="9" name="Subtitle 3">
            <a:extLst>
              <a:ext uri="{FF2B5EF4-FFF2-40B4-BE49-F238E27FC236}">
                <a16:creationId xmlns:a16="http://schemas.microsoft.com/office/drawing/2014/main" id="{C6D54A34-D71B-5CFE-466F-F2FBEAA02497}"/>
              </a:ext>
            </a:extLst>
          </p:cNvPr>
          <p:cNvSpPr>
            <a:spLocks noGrp="1"/>
          </p:cNvSpPr>
          <p:nvPr>
            <p:ph type="subTitle" idx="1"/>
          </p:nvPr>
        </p:nvSpPr>
        <p:spPr>
          <a:xfrm>
            <a:off x="731520" y="4163383"/>
            <a:ext cx="7159083" cy="453222"/>
          </a:xfrm>
        </p:spPr>
        <p:txBody>
          <a:bodyPr anchor="ctr"/>
          <a:lstStyle/>
          <a:p>
            <a:pPr marL="139700" indent="0" algn="l"/>
            <a:r>
              <a:rPr lang="en-US" sz="1000" dirty="0">
                <a:latin typeface="Times New Roman" panose="02020603050405020304" pitchFamily="18" charset="0"/>
                <a:cs typeface="Times New Roman" panose="02020603050405020304" pitchFamily="18" charset="0"/>
              </a:rPr>
              <a:t>Time-series distribution of SARS-CoV-2 Grouped PANGO lineages in the UK, US, and South Korea. Legends include only lineages with monthly peak &gt; 30% and duration &gt; 100 days above 10% share.</a:t>
            </a:r>
          </a:p>
        </p:txBody>
      </p:sp>
      <p:sp>
        <p:nvSpPr>
          <p:cNvPr id="3" name="TextBox 2">
            <a:extLst>
              <a:ext uri="{FF2B5EF4-FFF2-40B4-BE49-F238E27FC236}">
                <a16:creationId xmlns:a16="http://schemas.microsoft.com/office/drawing/2014/main" id="{146761DE-13F1-3024-773D-33C1A6C119F8}"/>
              </a:ext>
            </a:extLst>
          </p:cNvPr>
          <p:cNvSpPr txBox="1"/>
          <p:nvPr/>
        </p:nvSpPr>
        <p:spPr>
          <a:xfrm>
            <a:off x="8787160" y="4609170"/>
            <a:ext cx="36099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10</a:t>
            </a:r>
          </a:p>
        </p:txBody>
      </p:sp>
    </p:spTree>
    <p:extLst>
      <p:ext uri="{BB962C8B-B14F-4D97-AF65-F5344CB8AC3E}">
        <p14:creationId xmlns:p14="http://schemas.microsoft.com/office/powerpoint/2010/main" val="116258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780815C0-4094-A113-3732-1E0DCD4E629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C30A55-0393-BC3F-7540-BB08EE8D57D3}"/>
              </a:ext>
            </a:extLst>
          </p:cNvPr>
          <p:cNvSpPr/>
          <p:nvPr/>
        </p:nvSpPr>
        <p:spPr>
          <a:xfrm>
            <a:off x="0" y="0"/>
            <a:ext cx="3573414" cy="400110"/>
          </a:xfrm>
          <a:prstGeom prst="rect">
            <a:avLst/>
          </a:prstGeom>
          <a:noFill/>
        </p:spPr>
        <p:txBody>
          <a:bodyPr wrap="none" lIns="91440" tIns="45720" rIns="91440" bIns="45720" anchor="ctr">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3CDE704B-A0A3-7CB2-96A7-5D52C10F56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DDF974AD-7589-9AEB-DF4B-75DD7C70F4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1658724"/>
            <a:ext cx="332426" cy="332426"/>
          </a:xfrm>
          <a:prstGeom prst="rect">
            <a:avLst/>
          </a:prstGeom>
        </p:spPr>
      </p:pic>
      <p:pic>
        <p:nvPicPr>
          <p:cNvPr id="3" name="Graphic 2" descr="Badge Tick1 with solid fill">
            <a:extLst>
              <a:ext uri="{FF2B5EF4-FFF2-40B4-BE49-F238E27FC236}">
                <a16:creationId xmlns:a16="http://schemas.microsoft.com/office/drawing/2014/main" id="{9525D090-827F-D8AB-0EF4-9868C923F5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2703221"/>
            <a:ext cx="332426" cy="332426"/>
          </a:xfrm>
          <a:prstGeom prst="rect">
            <a:avLst/>
          </a:prstGeom>
        </p:spPr>
      </p:pic>
      <p:sp>
        <p:nvSpPr>
          <p:cNvPr id="5" name="TextBox 4">
            <a:extLst>
              <a:ext uri="{FF2B5EF4-FFF2-40B4-BE49-F238E27FC236}">
                <a16:creationId xmlns:a16="http://schemas.microsoft.com/office/drawing/2014/main" id="{D4DA2741-C5D2-CB89-5549-7C6376137AA9}"/>
              </a:ext>
            </a:extLst>
          </p:cNvPr>
          <p:cNvSpPr txBox="1"/>
          <p:nvPr/>
        </p:nvSpPr>
        <p:spPr>
          <a:xfrm>
            <a:off x="8686800" y="4753948"/>
            <a:ext cx="34496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11</a:t>
            </a:r>
          </a:p>
        </p:txBody>
      </p:sp>
      <p:pic>
        <p:nvPicPr>
          <p:cNvPr id="7" name="Picture 6">
            <a:extLst>
              <a:ext uri="{FF2B5EF4-FFF2-40B4-BE49-F238E27FC236}">
                <a16:creationId xmlns:a16="http://schemas.microsoft.com/office/drawing/2014/main" id="{5816F700-7E48-E3EC-11D3-FACC47AA206C}"/>
              </a:ext>
            </a:extLst>
          </p:cNvPr>
          <p:cNvPicPr>
            <a:picLocks noChangeAspect="1"/>
          </p:cNvPicPr>
          <p:nvPr/>
        </p:nvPicPr>
        <p:blipFill>
          <a:blip r:embed="rId5"/>
          <a:stretch>
            <a:fillRect/>
          </a:stretch>
        </p:blipFill>
        <p:spPr>
          <a:xfrm>
            <a:off x="1844211" y="440830"/>
            <a:ext cx="5455578" cy="4114800"/>
          </a:xfrm>
          <a:prstGeom prst="rect">
            <a:avLst/>
          </a:prstGeom>
        </p:spPr>
      </p:pic>
    </p:spTree>
    <p:extLst>
      <p:ext uri="{BB962C8B-B14F-4D97-AF65-F5344CB8AC3E}">
        <p14:creationId xmlns:p14="http://schemas.microsoft.com/office/powerpoint/2010/main" val="2160408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5F253B0-A13D-9963-B733-F04682D927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3CB8DE0-3433-B95C-0B9A-EFAD2F7ECC22}"/>
              </a:ext>
            </a:extLst>
          </p:cNvPr>
          <p:cNvSpPr/>
          <p:nvPr/>
        </p:nvSpPr>
        <p:spPr>
          <a:xfrm>
            <a:off x="731520" y="0"/>
            <a:ext cx="464582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8" name="Picture 27" descr="A graph of a graph&#10;&#10;AI-generated content may be incorrect.">
            <a:extLst>
              <a:ext uri="{FF2B5EF4-FFF2-40B4-BE49-F238E27FC236}">
                <a16:creationId xmlns:a16="http://schemas.microsoft.com/office/drawing/2014/main" id="{DB88157B-DA4B-6CEC-C13B-CEA50C0B3F3C}"/>
              </a:ext>
            </a:extLst>
          </p:cNvPr>
          <p:cNvPicPr>
            <a:picLocks noChangeAspect="1"/>
          </p:cNvPicPr>
          <p:nvPr/>
        </p:nvPicPr>
        <p:blipFill>
          <a:blip r:embed="rId3"/>
          <a:stretch>
            <a:fillRect/>
          </a:stretch>
        </p:blipFill>
        <p:spPr>
          <a:xfrm>
            <a:off x="731520" y="1470824"/>
            <a:ext cx="5402581" cy="3076338"/>
          </a:xfrm>
          <a:prstGeom prst="rect">
            <a:avLst/>
          </a:prstGeom>
        </p:spPr>
      </p:pic>
      <p:sp>
        <p:nvSpPr>
          <p:cNvPr id="29" name="Subtitle 3">
            <a:extLst>
              <a:ext uri="{FF2B5EF4-FFF2-40B4-BE49-F238E27FC236}">
                <a16:creationId xmlns:a16="http://schemas.microsoft.com/office/drawing/2014/main" id="{4F754902-DFD9-2A60-9B87-00264A8620CF}"/>
              </a:ext>
            </a:extLst>
          </p:cNvPr>
          <p:cNvSpPr>
            <a:spLocks noGrp="1"/>
          </p:cNvSpPr>
          <p:nvPr>
            <p:ph type="subTitle" idx="1"/>
          </p:nvPr>
        </p:nvSpPr>
        <p:spPr>
          <a:xfrm>
            <a:off x="731520" y="532823"/>
            <a:ext cx="7680960" cy="1197707"/>
          </a:xfrm>
        </p:spPr>
        <p:txBody>
          <a:bodyPr anchor="t"/>
          <a:lstStyle/>
          <a:p>
            <a:pPr marL="139700" indent="0" algn="l"/>
            <a:r>
              <a:rPr lang="en-US" sz="1200" b="1" dirty="0">
                <a:latin typeface="+mj-lt"/>
                <a:ea typeface="Questrial" pitchFamily="2" charset="77"/>
                <a:cs typeface="Questrial" pitchFamily="2" charset="77"/>
              </a:rPr>
              <a:t>Outcome Definition – Dominance</a:t>
            </a:r>
          </a:p>
          <a:p>
            <a:pPr marL="311150" indent="-171450" algn="l">
              <a:buFont typeface="Wingdings" pitchFamily="2" charset="2"/>
              <a:buChar char="§"/>
            </a:pPr>
            <a:r>
              <a:rPr lang="en-US" sz="1000" dirty="0">
                <a:latin typeface="+mn-lt"/>
              </a:rPr>
              <a:t>We used two complementary measures: </a:t>
            </a:r>
            <a:r>
              <a:rPr lang="en-US" sz="1000" b="1" dirty="0">
                <a:latin typeface="+mn-lt"/>
              </a:rPr>
              <a:t>monthly peak share </a:t>
            </a:r>
            <a:r>
              <a:rPr lang="en-US" sz="1000" dirty="0">
                <a:latin typeface="+mn-lt"/>
              </a:rPr>
              <a:t>(variant’s maximum strength in a month) and </a:t>
            </a:r>
            <a:r>
              <a:rPr lang="en-US" sz="1000" b="1" dirty="0">
                <a:latin typeface="+mn-lt"/>
              </a:rPr>
              <a:t>duration above 10% share</a:t>
            </a:r>
            <a:r>
              <a:rPr lang="en-US" sz="1000" dirty="0">
                <a:latin typeface="+mn-lt"/>
              </a:rPr>
              <a:t> (how long it stayed epidemiologically relevant).</a:t>
            </a:r>
          </a:p>
          <a:p>
            <a:pPr marL="311150" indent="-171450" algn="l">
              <a:buFont typeface="Wingdings" pitchFamily="2" charset="2"/>
              <a:buChar char="§"/>
            </a:pPr>
            <a:r>
              <a:rPr lang="en-US" sz="1000" dirty="0">
                <a:latin typeface="+mn-lt"/>
              </a:rPr>
              <a:t>Compared with AUC, these measures are more interpretable: peak share captures intensity, duration captures persistence, together providing clearer insights into dominance dynamics.</a:t>
            </a:r>
          </a:p>
        </p:txBody>
      </p:sp>
      <p:cxnSp>
        <p:nvCxnSpPr>
          <p:cNvPr id="31" name="Straight Arrow Connector 30">
            <a:extLst>
              <a:ext uri="{FF2B5EF4-FFF2-40B4-BE49-F238E27FC236}">
                <a16:creationId xmlns:a16="http://schemas.microsoft.com/office/drawing/2014/main" id="{AE1DA3FA-A78D-AB3E-B663-94E8ABEB1B69}"/>
              </a:ext>
            </a:extLst>
          </p:cNvPr>
          <p:cNvCxnSpPr/>
          <p:nvPr/>
        </p:nvCxnSpPr>
        <p:spPr>
          <a:xfrm>
            <a:off x="3783980" y="2347671"/>
            <a:ext cx="386576" cy="2601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113B103-EE8A-5979-F44A-9C89F6FB44DD}"/>
              </a:ext>
            </a:extLst>
          </p:cNvPr>
          <p:cNvCxnSpPr>
            <a:cxnSpLocks/>
          </p:cNvCxnSpPr>
          <p:nvPr/>
        </p:nvCxnSpPr>
        <p:spPr>
          <a:xfrm flipH="1">
            <a:off x="4508626" y="3591750"/>
            <a:ext cx="868718" cy="434566"/>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A70DE9F-EC90-FC77-4186-B5D46D268343}"/>
              </a:ext>
            </a:extLst>
          </p:cNvPr>
          <p:cNvSpPr txBox="1"/>
          <p:nvPr/>
        </p:nvSpPr>
        <p:spPr>
          <a:xfrm>
            <a:off x="3432810" y="2093858"/>
            <a:ext cx="458780" cy="261610"/>
          </a:xfrm>
          <a:prstGeom prst="rect">
            <a:avLst/>
          </a:prstGeom>
          <a:noFill/>
        </p:spPr>
        <p:txBody>
          <a:bodyPr wrap="none" rtlCol="0">
            <a:spAutoFit/>
          </a:bodyPr>
          <a:lstStyle/>
          <a:p>
            <a:r>
              <a:rPr lang="en-US" sz="1100" dirty="0">
                <a:solidFill>
                  <a:srgbClr val="FF0000"/>
                </a:solidFill>
                <a:latin typeface="Times New Roman" panose="02020603050405020304" pitchFamily="18" charset="0"/>
                <a:cs typeface="Times New Roman" panose="02020603050405020304" pitchFamily="18" charset="0"/>
              </a:rPr>
              <a:t>Peak</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520F3DFC-4336-3C5A-AC1E-891CBA7ED388}"/>
              </a:ext>
            </a:extLst>
          </p:cNvPr>
          <p:cNvSpPr txBox="1"/>
          <p:nvPr/>
        </p:nvSpPr>
        <p:spPr>
          <a:xfrm>
            <a:off x="5377344" y="3410309"/>
            <a:ext cx="684803" cy="261610"/>
          </a:xfrm>
          <a:prstGeom prst="rect">
            <a:avLst/>
          </a:prstGeom>
          <a:noFill/>
        </p:spPr>
        <p:txBody>
          <a:bodyPr wrap="none" rtlCol="0">
            <a:spAutoFit/>
          </a:bodyPr>
          <a:lstStyle/>
          <a:p>
            <a:r>
              <a:rPr lang="en-US" sz="1100" dirty="0">
                <a:solidFill>
                  <a:srgbClr val="0070C0"/>
                </a:solidFill>
                <a:latin typeface="Times New Roman" panose="02020603050405020304" pitchFamily="18" charset="0"/>
                <a:cs typeface="Times New Roman" panose="02020603050405020304" pitchFamily="18" charset="0"/>
              </a:rPr>
              <a:t>Duration</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40A1A49-6999-47FA-F5F4-AED690A7028E}"/>
              </a:ext>
            </a:extLst>
          </p:cNvPr>
          <p:cNvSpPr txBox="1"/>
          <p:nvPr/>
        </p:nvSpPr>
        <p:spPr>
          <a:xfrm>
            <a:off x="8787160" y="4609170"/>
            <a:ext cx="36901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12</a:t>
            </a:r>
          </a:p>
        </p:txBody>
      </p:sp>
    </p:spTree>
    <p:extLst>
      <p:ext uri="{BB962C8B-B14F-4D97-AF65-F5344CB8AC3E}">
        <p14:creationId xmlns:p14="http://schemas.microsoft.com/office/powerpoint/2010/main" val="1735973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CC82E12F-9B19-5D85-9CE8-2DC8E39EBC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6E89C5-F2BC-DC5C-8299-B3D74D36064C}"/>
              </a:ext>
            </a:extLst>
          </p:cNvPr>
          <p:cNvSpPr/>
          <p:nvPr/>
        </p:nvSpPr>
        <p:spPr>
          <a:xfrm>
            <a:off x="731520" y="0"/>
            <a:ext cx="464582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2" name="Picture 11" descr="A graph of a graph&#10;&#10;AI-generated content may be incorrect.">
            <a:extLst>
              <a:ext uri="{FF2B5EF4-FFF2-40B4-BE49-F238E27FC236}">
                <a16:creationId xmlns:a16="http://schemas.microsoft.com/office/drawing/2014/main" id="{91C6AC62-20C2-E9CC-6ED5-9FAB71376D28}"/>
              </a:ext>
            </a:extLst>
          </p:cNvPr>
          <p:cNvPicPr>
            <a:picLocks noChangeAspect="1"/>
          </p:cNvPicPr>
          <p:nvPr/>
        </p:nvPicPr>
        <p:blipFill>
          <a:blip r:embed="rId3"/>
          <a:stretch>
            <a:fillRect/>
          </a:stretch>
        </p:blipFill>
        <p:spPr>
          <a:xfrm>
            <a:off x="821106" y="1827186"/>
            <a:ext cx="3453414" cy="2188784"/>
          </a:xfrm>
          <a:prstGeom prst="rect">
            <a:avLst/>
          </a:prstGeom>
        </p:spPr>
      </p:pic>
      <p:pic>
        <p:nvPicPr>
          <p:cNvPr id="14" name="Picture 13" descr="A graph of different stages of growth&#10;&#10;AI-generated content may be incorrect.">
            <a:extLst>
              <a:ext uri="{FF2B5EF4-FFF2-40B4-BE49-F238E27FC236}">
                <a16:creationId xmlns:a16="http://schemas.microsoft.com/office/drawing/2014/main" id="{078C9B7C-92CB-8F32-657B-3575E9DE2C6A}"/>
              </a:ext>
            </a:extLst>
          </p:cNvPr>
          <p:cNvPicPr>
            <a:picLocks noChangeAspect="1"/>
          </p:cNvPicPr>
          <p:nvPr/>
        </p:nvPicPr>
        <p:blipFill>
          <a:blip r:embed="rId4"/>
          <a:stretch>
            <a:fillRect/>
          </a:stretch>
        </p:blipFill>
        <p:spPr>
          <a:xfrm>
            <a:off x="5354220" y="1308410"/>
            <a:ext cx="3155208" cy="3014397"/>
          </a:xfrm>
          <a:prstGeom prst="rect">
            <a:avLst/>
          </a:prstGeom>
        </p:spPr>
      </p:pic>
      <p:cxnSp>
        <p:nvCxnSpPr>
          <p:cNvPr id="16" name="Straight Arrow Connector 15">
            <a:extLst>
              <a:ext uri="{FF2B5EF4-FFF2-40B4-BE49-F238E27FC236}">
                <a16:creationId xmlns:a16="http://schemas.microsoft.com/office/drawing/2014/main" id="{38B4D0F1-EF4A-301F-0926-31A08D7D44B2}"/>
              </a:ext>
            </a:extLst>
          </p:cNvPr>
          <p:cNvCxnSpPr>
            <a:cxnSpLocks/>
            <a:stCxn id="12" idx="3"/>
          </p:cNvCxnSpPr>
          <p:nvPr/>
        </p:nvCxnSpPr>
        <p:spPr>
          <a:xfrm flipV="1">
            <a:off x="4274520" y="1672683"/>
            <a:ext cx="1079700" cy="1248895"/>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D7F8B30-F8C8-4074-9561-D702199E2634}"/>
              </a:ext>
            </a:extLst>
          </p:cNvPr>
          <p:cNvCxnSpPr>
            <a:cxnSpLocks/>
            <a:stCxn id="12" idx="3"/>
          </p:cNvCxnSpPr>
          <p:nvPr/>
        </p:nvCxnSpPr>
        <p:spPr>
          <a:xfrm flipV="1">
            <a:off x="4274520" y="2468137"/>
            <a:ext cx="1079700" cy="453441"/>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407EF41-7AE3-6CD5-512E-DF11E7B8F70E}"/>
              </a:ext>
            </a:extLst>
          </p:cNvPr>
          <p:cNvCxnSpPr>
            <a:cxnSpLocks/>
            <a:stCxn id="12" idx="3"/>
          </p:cNvCxnSpPr>
          <p:nvPr/>
        </p:nvCxnSpPr>
        <p:spPr>
          <a:xfrm>
            <a:off x="4274520" y="2921578"/>
            <a:ext cx="1079700" cy="312276"/>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E02881-C11A-74A1-4FFD-35C04A12803D}"/>
              </a:ext>
            </a:extLst>
          </p:cNvPr>
          <p:cNvCxnSpPr>
            <a:cxnSpLocks/>
            <a:stCxn id="12" idx="3"/>
          </p:cNvCxnSpPr>
          <p:nvPr/>
        </p:nvCxnSpPr>
        <p:spPr>
          <a:xfrm>
            <a:off x="4274520" y="2921578"/>
            <a:ext cx="1079700" cy="1094392"/>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1" name="Subtitle 3">
            <a:extLst>
              <a:ext uri="{FF2B5EF4-FFF2-40B4-BE49-F238E27FC236}">
                <a16:creationId xmlns:a16="http://schemas.microsoft.com/office/drawing/2014/main" id="{E31788CA-62C7-FE63-C2AB-52BE02BE8224}"/>
              </a:ext>
            </a:extLst>
          </p:cNvPr>
          <p:cNvSpPr>
            <a:spLocks noGrp="1"/>
          </p:cNvSpPr>
          <p:nvPr>
            <p:ph type="subTitle" idx="1"/>
          </p:nvPr>
        </p:nvSpPr>
        <p:spPr>
          <a:xfrm>
            <a:off x="731520" y="584775"/>
            <a:ext cx="7680960" cy="892582"/>
          </a:xfrm>
        </p:spPr>
        <p:txBody>
          <a:bodyPr anchor="t"/>
          <a:lstStyle/>
          <a:p>
            <a:pPr marL="139700" indent="0" algn="l"/>
            <a:r>
              <a:rPr lang="en-US" sz="1200" b="1" dirty="0">
                <a:latin typeface="+mj-lt"/>
                <a:ea typeface="Questrial" pitchFamily="2" charset="77"/>
                <a:cs typeface="Questrial" pitchFamily="2" charset="77"/>
              </a:rPr>
              <a:t>Initial Period Definition and Data Extraction</a:t>
            </a:r>
          </a:p>
          <a:p>
            <a:pPr marL="311150" indent="-171450" algn="l">
              <a:buFont typeface="Wingdings" pitchFamily="2" charset="2"/>
              <a:buChar char="§"/>
            </a:pPr>
            <a:r>
              <a:rPr lang="en-US" sz="1000" dirty="0">
                <a:latin typeface="+mn-lt"/>
              </a:rPr>
              <a:t>The initial period was defined as starting from the first date a variant reached 1% share, which avoids the influence of scattered early points or potential recording errors and ensures practical epidemiological relevance.</a:t>
            </a:r>
          </a:p>
          <a:p>
            <a:pPr marL="311150" indent="-171450" algn="l">
              <a:buFont typeface="Wingdings" pitchFamily="2" charset="2"/>
              <a:buChar char="§"/>
            </a:pPr>
            <a:r>
              <a:rPr lang="en-US" sz="1000" dirty="0">
                <a:latin typeface="+mn-lt"/>
              </a:rPr>
              <a:t>Following WHO guidance [7], we examined observation windows of 2, 3, 4, and 5 weeks to define and evaluate the initial period.</a:t>
            </a:r>
          </a:p>
        </p:txBody>
      </p:sp>
      <p:sp>
        <p:nvSpPr>
          <p:cNvPr id="3" name="TextBox 2">
            <a:extLst>
              <a:ext uri="{FF2B5EF4-FFF2-40B4-BE49-F238E27FC236}">
                <a16:creationId xmlns:a16="http://schemas.microsoft.com/office/drawing/2014/main" id="{75F2775D-20B7-C5D0-03C7-1150319215FC}"/>
              </a:ext>
            </a:extLst>
          </p:cNvPr>
          <p:cNvSpPr txBox="1"/>
          <p:nvPr/>
        </p:nvSpPr>
        <p:spPr>
          <a:xfrm>
            <a:off x="8787160" y="4609170"/>
            <a:ext cx="35137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13</a:t>
            </a:r>
          </a:p>
        </p:txBody>
      </p:sp>
    </p:spTree>
    <p:extLst>
      <p:ext uri="{BB962C8B-B14F-4D97-AF65-F5344CB8AC3E}">
        <p14:creationId xmlns:p14="http://schemas.microsoft.com/office/powerpoint/2010/main" val="771559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CCEDC322-1203-29A3-0672-9274FBDC25E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07E12B-E173-9804-D57D-A7B150F4A4F6}"/>
              </a:ext>
            </a:extLst>
          </p:cNvPr>
          <p:cNvSpPr/>
          <p:nvPr/>
        </p:nvSpPr>
        <p:spPr>
          <a:xfrm>
            <a:off x="731520" y="0"/>
            <a:ext cx="464582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79899B37-8EDC-73EE-63A7-FB5AFB73C46B}"/>
              </a:ext>
            </a:extLst>
          </p:cNvPr>
          <p:cNvSpPr>
            <a:spLocks noGrp="1"/>
          </p:cNvSpPr>
          <p:nvPr>
            <p:ph type="subTitle" idx="1"/>
          </p:nvPr>
        </p:nvSpPr>
        <p:spPr>
          <a:xfrm>
            <a:off x="731520" y="530351"/>
            <a:ext cx="7680960" cy="1335619"/>
          </a:xfrm>
        </p:spPr>
        <p:txBody>
          <a:bodyPr anchor="t"/>
          <a:lstStyle/>
          <a:p>
            <a:pPr marL="139700" indent="0" algn="l"/>
            <a:r>
              <a:rPr lang="en-US" sz="1200" b="1" dirty="0">
                <a:latin typeface="+mj-lt"/>
                <a:ea typeface="Questrial" pitchFamily="2" charset="77"/>
                <a:cs typeface="Questrial" pitchFamily="2" charset="77"/>
              </a:rPr>
              <a:t>Input Features Generation</a:t>
            </a:r>
          </a:p>
          <a:p>
            <a:pPr marL="311150" indent="-171450" algn="l">
              <a:buFont typeface="Wingdings" pitchFamily="2" charset="2"/>
              <a:buChar char="§"/>
            </a:pPr>
            <a:r>
              <a:rPr lang="en-US" sz="1100" dirty="0">
                <a:latin typeface="+mn-lt"/>
              </a:rPr>
              <a:t>We constructed two types of predictors: four manually defined epidemiological indicators and a comprehensive set of automatically extracted time-series features using the R package </a:t>
            </a:r>
            <a:r>
              <a:rPr lang="en-US" sz="1100" b="1" dirty="0">
                <a:latin typeface="+mn-lt"/>
              </a:rPr>
              <a:t>{Rcatch22} </a:t>
            </a:r>
            <a:r>
              <a:rPr lang="en-US" altLang="zh-CN" sz="1100" b="1" dirty="0">
                <a:latin typeface="+mn-lt"/>
              </a:rPr>
              <a:t>.</a:t>
            </a:r>
            <a:endParaRPr lang="en-US" sz="1100" b="1" dirty="0">
              <a:latin typeface="+mn-lt"/>
            </a:endParaRPr>
          </a:p>
          <a:p>
            <a:pPr marL="139700" indent="0" algn="l"/>
            <a:r>
              <a:rPr lang="zh-CN" altLang="en-US" sz="1100" dirty="0">
                <a:latin typeface="+mn-lt"/>
              </a:rPr>
              <a:t>      </a:t>
            </a:r>
            <a:r>
              <a:rPr lang="en-US" sz="1100" dirty="0">
                <a:latin typeface="+mn-lt"/>
              </a:rPr>
              <a:t>(</a:t>
            </a:r>
            <a:r>
              <a:rPr lang="zh-CN" altLang="en-US" sz="1100" dirty="0">
                <a:latin typeface="+mn-lt"/>
              </a:rPr>
              <a:t> </a:t>
            </a:r>
            <a:r>
              <a:rPr lang="en-US" sz="1100" dirty="0">
                <a:latin typeface="+mn-lt"/>
                <a:hlinkClick r:id="rId3"/>
              </a:rPr>
              <a:t>https://time-series-features.gitbook.io/catch22-features</a:t>
            </a:r>
            <a:r>
              <a:rPr lang="zh-CN" altLang="en-US" sz="1100" dirty="0">
                <a:latin typeface="+mn-lt"/>
              </a:rPr>
              <a:t> </a:t>
            </a:r>
            <a:r>
              <a:rPr lang="en-US" sz="1100" dirty="0">
                <a:latin typeface="+mn-lt"/>
              </a:rPr>
              <a:t>)</a:t>
            </a:r>
          </a:p>
          <a:p>
            <a:pPr marL="311150" indent="-171450" algn="l">
              <a:buFont typeface="Wingdings" pitchFamily="2" charset="2"/>
              <a:buChar char="§"/>
            </a:pPr>
            <a:r>
              <a:rPr lang="en-US" sz="1100" b="1" dirty="0">
                <a:latin typeface="+mn-lt"/>
              </a:rPr>
              <a:t>{Rcatch22} </a:t>
            </a:r>
            <a:r>
              <a:rPr lang="en-US" sz="1100" dirty="0">
                <a:latin typeface="+mn-lt"/>
              </a:rPr>
              <a:t>is particularly well suited for our setting, as its features are designed to capture diverse temporal dynamics from relatively short sequences, making it an effective complement to the manually defined indicators.</a:t>
            </a:r>
          </a:p>
        </p:txBody>
      </p:sp>
      <p:pic>
        <p:nvPicPr>
          <p:cNvPr id="3" name="Picture 2">
            <a:extLst>
              <a:ext uri="{FF2B5EF4-FFF2-40B4-BE49-F238E27FC236}">
                <a16:creationId xmlns:a16="http://schemas.microsoft.com/office/drawing/2014/main" id="{C5C10F9E-3F7C-A48C-A66C-3A8100B4842E}"/>
              </a:ext>
            </a:extLst>
          </p:cNvPr>
          <p:cNvPicPr>
            <a:picLocks noChangeAspect="1"/>
          </p:cNvPicPr>
          <p:nvPr/>
        </p:nvPicPr>
        <p:blipFill>
          <a:blip r:embed="rId4"/>
          <a:stretch>
            <a:fillRect/>
          </a:stretch>
        </p:blipFill>
        <p:spPr>
          <a:xfrm>
            <a:off x="4432464" y="2023533"/>
            <a:ext cx="3949988" cy="2459083"/>
          </a:xfrm>
          <a:prstGeom prst="rect">
            <a:avLst/>
          </a:prstGeom>
        </p:spPr>
      </p:pic>
      <p:sp>
        <p:nvSpPr>
          <p:cNvPr id="4" name="Subtitle 3">
            <a:extLst>
              <a:ext uri="{FF2B5EF4-FFF2-40B4-BE49-F238E27FC236}">
                <a16:creationId xmlns:a16="http://schemas.microsoft.com/office/drawing/2014/main" id="{D4E92EBF-CC5A-AA82-5295-E38051CB18C5}"/>
              </a:ext>
            </a:extLst>
          </p:cNvPr>
          <p:cNvSpPr txBox="1">
            <a:spLocks/>
          </p:cNvSpPr>
          <p:nvPr/>
        </p:nvSpPr>
        <p:spPr>
          <a:xfrm>
            <a:off x="731519" y="1681632"/>
            <a:ext cx="3700945" cy="18421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t>Manual features (epidemiologically motivated):</a:t>
            </a:r>
          </a:p>
          <a:p>
            <a:pPr algn="l"/>
            <a:endParaRPr lang="en-US" sz="800" dirty="0">
              <a:latin typeface="+mn-lt"/>
            </a:endParaRPr>
          </a:p>
          <a:p>
            <a:pPr marL="311150" indent="-171450" algn="l">
              <a:buFont typeface="Arial" panose="020B0604020202020204" pitchFamily="34" charset="0"/>
              <a:buChar char="•"/>
            </a:pPr>
            <a:r>
              <a:rPr lang="en-US" sz="1100" dirty="0">
                <a:latin typeface="+mn-lt"/>
              </a:rPr>
              <a:t>Log-linear slope (overall growth/decline trend)</a:t>
            </a:r>
          </a:p>
          <a:p>
            <a:pPr marL="311150" indent="-171450" algn="l">
              <a:buFont typeface="Arial" panose="020B0604020202020204" pitchFamily="34" charset="0"/>
              <a:buChar char="•"/>
            </a:pPr>
            <a:endParaRPr lang="en-US" sz="400" dirty="0">
              <a:latin typeface="+mn-lt"/>
            </a:endParaRPr>
          </a:p>
          <a:p>
            <a:pPr marL="311150" indent="-171450" algn="l">
              <a:buFont typeface="Arial" panose="020B0604020202020204" pitchFamily="34" charset="0"/>
              <a:buChar char="•"/>
            </a:pPr>
            <a:r>
              <a:rPr lang="en-US" sz="1100" dirty="0">
                <a:latin typeface="+mn-lt"/>
              </a:rPr>
              <a:t>Short-window slopes (e.g., 7 days)</a:t>
            </a:r>
          </a:p>
          <a:p>
            <a:pPr marL="139700" indent="0" algn="l"/>
            <a:endParaRPr lang="en-US" sz="400" dirty="0">
              <a:latin typeface="+mn-lt"/>
            </a:endParaRPr>
          </a:p>
          <a:p>
            <a:pPr marL="311150" indent="-171450" algn="l">
              <a:buFont typeface="Arial" panose="020B0604020202020204" pitchFamily="34" charset="0"/>
              <a:buChar char="•"/>
            </a:pPr>
            <a:r>
              <a:rPr lang="en-US" sz="1100" dirty="0">
                <a:latin typeface="+mn-lt"/>
              </a:rPr>
              <a:t>Longest increasing run (consecutive growth days)</a:t>
            </a:r>
          </a:p>
          <a:p>
            <a:pPr marL="311150" indent="-171450" algn="l">
              <a:buFont typeface="Arial" panose="020B0604020202020204" pitchFamily="34" charset="0"/>
              <a:buChar char="•"/>
            </a:pPr>
            <a:endParaRPr lang="en-US" sz="400" dirty="0">
              <a:latin typeface="+mn-lt"/>
            </a:endParaRPr>
          </a:p>
          <a:p>
            <a:pPr marL="311150" indent="-171450" algn="l">
              <a:buFont typeface="Arial" panose="020B0604020202020204" pitchFamily="34" charset="0"/>
              <a:buChar char="•"/>
            </a:pPr>
            <a:r>
              <a:rPr lang="en-US" sz="1100" dirty="0">
                <a:latin typeface="+mn-lt"/>
              </a:rPr>
              <a:t>Non-zero count (days with non-zero share)</a:t>
            </a:r>
          </a:p>
        </p:txBody>
      </p:sp>
      <p:sp>
        <p:nvSpPr>
          <p:cNvPr id="5" name="Subtitle 3">
            <a:extLst>
              <a:ext uri="{FF2B5EF4-FFF2-40B4-BE49-F238E27FC236}">
                <a16:creationId xmlns:a16="http://schemas.microsoft.com/office/drawing/2014/main" id="{D27BC0F3-446D-B750-3373-0CD25B0AB075}"/>
              </a:ext>
            </a:extLst>
          </p:cNvPr>
          <p:cNvSpPr txBox="1">
            <a:spLocks/>
          </p:cNvSpPr>
          <p:nvPr/>
        </p:nvSpPr>
        <p:spPr>
          <a:xfrm>
            <a:off x="4721718" y="1681632"/>
            <a:ext cx="3830298" cy="3419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t>Rcatch22 features (list of Top 8):</a:t>
            </a:r>
          </a:p>
        </p:txBody>
      </p:sp>
      <p:sp>
        <p:nvSpPr>
          <p:cNvPr id="6" name="TextBox 5">
            <a:extLst>
              <a:ext uri="{FF2B5EF4-FFF2-40B4-BE49-F238E27FC236}">
                <a16:creationId xmlns:a16="http://schemas.microsoft.com/office/drawing/2014/main" id="{DA139639-F29D-F64F-3181-84F165DABFEA}"/>
              </a:ext>
            </a:extLst>
          </p:cNvPr>
          <p:cNvSpPr txBox="1"/>
          <p:nvPr/>
        </p:nvSpPr>
        <p:spPr>
          <a:xfrm>
            <a:off x="8787160" y="4609170"/>
            <a:ext cx="37863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14</a:t>
            </a:r>
          </a:p>
        </p:txBody>
      </p:sp>
    </p:spTree>
    <p:extLst>
      <p:ext uri="{BB962C8B-B14F-4D97-AF65-F5344CB8AC3E}">
        <p14:creationId xmlns:p14="http://schemas.microsoft.com/office/powerpoint/2010/main" val="3847352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E5F6DA72-04B5-EB2D-7DCF-7F9291704D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68ABCB-716F-ADF6-2CEE-A06DBDC21F22}"/>
              </a:ext>
            </a:extLst>
          </p:cNvPr>
          <p:cNvSpPr/>
          <p:nvPr/>
        </p:nvSpPr>
        <p:spPr>
          <a:xfrm>
            <a:off x="0" y="0"/>
            <a:ext cx="3573414" cy="400110"/>
          </a:xfrm>
          <a:prstGeom prst="rect">
            <a:avLst/>
          </a:prstGeom>
          <a:noFill/>
        </p:spPr>
        <p:txBody>
          <a:bodyPr wrap="none" lIns="91440" tIns="45720" rIns="91440" bIns="45720" anchor="ctr">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A6CC13C4-DE12-870C-5E60-CB01BCC937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1197E047-0195-E377-825D-9F9AFD1BF6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1658724"/>
            <a:ext cx="332426" cy="332426"/>
          </a:xfrm>
          <a:prstGeom prst="rect">
            <a:avLst/>
          </a:prstGeom>
        </p:spPr>
      </p:pic>
      <p:pic>
        <p:nvPicPr>
          <p:cNvPr id="3" name="Graphic 2" descr="Badge Tick1 with solid fill">
            <a:extLst>
              <a:ext uri="{FF2B5EF4-FFF2-40B4-BE49-F238E27FC236}">
                <a16:creationId xmlns:a16="http://schemas.microsoft.com/office/drawing/2014/main" id="{4DDF1301-18BF-85BB-9494-4D2F5A7EB7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2703221"/>
            <a:ext cx="332426" cy="332426"/>
          </a:xfrm>
          <a:prstGeom prst="rect">
            <a:avLst/>
          </a:prstGeom>
        </p:spPr>
      </p:pic>
      <p:pic>
        <p:nvPicPr>
          <p:cNvPr id="5" name="Graphic 4" descr="Badge Tick1 with solid fill">
            <a:extLst>
              <a:ext uri="{FF2B5EF4-FFF2-40B4-BE49-F238E27FC236}">
                <a16:creationId xmlns:a16="http://schemas.microsoft.com/office/drawing/2014/main" id="{AA35EDE3-ACD8-A786-48F3-BEECE1D7D2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3686369"/>
            <a:ext cx="332426" cy="332426"/>
          </a:xfrm>
          <a:prstGeom prst="rect">
            <a:avLst/>
          </a:prstGeom>
        </p:spPr>
      </p:pic>
      <p:sp>
        <p:nvSpPr>
          <p:cNvPr id="6" name="TextBox 5">
            <a:extLst>
              <a:ext uri="{FF2B5EF4-FFF2-40B4-BE49-F238E27FC236}">
                <a16:creationId xmlns:a16="http://schemas.microsoft.com/office/drawing/2014/main" id="{DBDA79C9-DB4C-F726-0C4B-1000A2D131CB}"/>
              </a:ext>
            </a:extLst>
          </p:cNvPr>
          <p:cNvSpPr txBox="1"/>
          <p:nvPr/>
        </p:nvSpPr>
        <p:spPr>
          <a:xfrm>
            <a:off x="8686800" y="4753948"/>
            <a:ext cx="35458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15</a:t>
            </a:r>
          </a:p>
        </p:txBody>
      </p:sp>
      <p:pic>
        <p:nvPicPr>
          <p:cNvPr id="8" name="Picture 7">
            <a:extLst>
              <a:ext uri="{FF2B5EF4-FFF2-40B4-BE49-F238E27FC236}">
                <a16:creationId xmlns:a16="http://schemas.microsoft.com/office/drawing/2014/main" id="{593088E5-71DA-1B40-C3B9-6814080F1C4E}"/>
              </a:ext>
            </a:extLst>
          </p:cNvPr>
          <p:cNvPicPr>
            <a:picLocks noChangeAspect="1"/>
          </p:cNvPicPr>
          <p:nvPr/>
        </p:nvPicPr>
        <p:blipFill>
          <a:blip r:embed="rId5"/>
          <a:stretch>
            <a:fillRect/>
          </a:stretch>
        </p:blipFill>
        <p:spPr>
          <a:xfrm>
            <a:off x="1844211" y="440830"/>
            <a:ext cx="5455578" cy="4114800"/>
          </a:xfrm>
          <a:prstGeom prst="rect">
            <a:avLst/>
          </a:prstGeom>
        </p:spPr>
      </p:pic>
    </p:spTree>
    <p:extLst>
      <p:ext uri="{BB962C8B-B14F-4D97-AF65-F5344CB8AC3E}">
        <p14:creationId xmlns:p14="http://schemas.microsoft.com/office/powerpoint/2010/main" val="3119728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B2DCCACA-1B87-A51B-CB15-4E974F5327E9}"/>
            </a:ext>
          </a:extLst>
        </p:cNvPr>
        <p:cNvGrpSpPr/>
        <p:nvPr/>
      </p:nvGrpSpPr>
      <p:grpSpPr>
        <a:xfrm>
          <a:off x="0" y="0"/>
          <a:ext cx="0" cy="0"/>
          <a:chOff x="0" y="0"/>
          <a:chExt cx="0" cy="0"/>
        </a:xfrm>
      </p:grpSpPr>
      <p:sp>
        <p:nvSpPr>
          <p:cNvPr id="423" name="Google Shape;423;p33">
            <a:extLst>
              <a:ext uri="{FF2B5EF4-FFF2-40B4-BE49-F238E27FC236}">
                <a16:creationId xmlns:a16="http://schemas.microsoft.com/office/drawing/2014/main" id="{3EBDBA1C-EB1C-9B4F-1456-0B27A188D5B3}"/>
              </a:ext>
            </a:extLst>
          </p:cNvPr>
          <p:cNvSpPr txBox="1">
            <a:spLocks noGrp="1"/>
          </p:cNvSpPr>
          <p:nvPr>
            <p:ph type="title"/>
          </p:nvPr>
        </p:nvSpPr>
        <p:spPr>
          <a:xfrm>
            <a:off x="937661" y="2007150"/>
            <a:ext cx="7268678"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Modeling Procedures</a:t>
            </a:r>
            <a:endParaRPr dirty="0"/>
          </a:p>
        </p:txBody>
      </p:sp>
    </p:spTree>
    <p:extLst>
      <p:ext uri="{BB962C8B-B14F-4D97-AF65-F5344CB8AC3E}">
        <p14:creationId xmlns:p14="http://schemas.microsoft.com/office/powerpoint/2010/main" val="3723005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00BD58A2-A565-CE57-8B26-E08CEDA6BA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2941E5-390D-5B40-E575-62DC4EB9BBEF}"/>
              </a:ext>
            </a:extLst>
          </p:cNvPr>
          <p:cNvSpPr/>
          <p:nvPr/>
        </p:nvSpPr>
        <p:spPr>
          <a:xfrm>
            <a:off x="0" y="0"/>
            <a:ext cx="2948243" cy="400110"/>
          </a:xfrm>
          <a:prstGeom prst="rect">
            <a:avLst/>
          </a:prstGeom>
          <a:noFill/>
        </p:spPr>
        <p:txBody>
          <a:bodyPr wrap="none" lIns="91440" tIns="45720" rIns="91440" bIns="45720" anchor="ctr">
            <a:spAutoFit/>
          </a:bodyPr>
          <a:lstStyle/>
          <a:p>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Modeling Procedures </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15641949-0FC7-930E-90FB-445814FB190D}"/>
                  </a:ext>
                </a:extLst>
              </p:cNvPr>
              <p:cNvSpPr/>
              <p:nvPr/>
            </p:nvSpPr>
            <p:spPr>
              <a:xfrm>
                <a:off x="144310" y="1374264"/>
                <a:ext cx="1554480" cy="7315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Predictors: </a:t>
                </a:r>
                <a:r>
                  <a:rPr lang="en-US" sz="800" dirty="0">
                    <a:latin typeface="Times New Roman" panose="02020603050405020304" pitchFamily="18" charset="0"/>
                    <a:cs typeface="Times New Roman" panose="02020603050405020304" pitchFamily="18" charset="0"/>
                  </a:rPr>
                  <a:t>First </a:t>
                </a:r>
                <a14:m>
                  <m:oMath xmlns:m="http://schemas.openxmlformats.org/officeDocument/2006/math">
                    <m:r>
                      <a:rPr lang="en-US" sz="800" i="1">
                        <a:latin typeface="Cambria Math" panose="02040503050406030204" pitchFamily="18" charset="0"/>
                      </a:rPr>
                      <m:t>𝑁</m:t>
                    </m:r>
                  </m:oMath>
                </a14:m>
                <a:r>
                  <a:rPr lang="en-US" sz="800" dirty="0">
                    <a:latin typeface="Times New Roman" panose="02020603050405020304" pitchFamily="18" charset="0"/>
                    <a:cs typeface="Times New Roman" panose="02020603050405020304" pitchFamily="18" charset="0"/>
                  </a:rPr>
                  <a:t> weeks share of each variant </a:t>
                </a:r>
                <a14:m>
                  <m:oMath xmlns:m="http://schemas.openxmlformats.org/officeDocument/2006/math">
                    <m:sSub>
                      <m:sSubPr>
                        <m:ctrlPr>
                          <a:rPr lang="en-US" sz="800" i="1">
                            <a:latin typeface="Cambria Math" panose="02040503050406030204" pitchFamily="18" charset="0"/>
                            <a:cs typeface="Times New Roman" panose="02020603050405020304" pitchFamily="18" charset="0"/>
                          </a:rPr>
                        </m:ctrlPr>
                      </m:sSubPr>
                      <m:e>
                        <m:r>
                          <a:rPr lang="en-US" sz="800" i="1">
                            <a:latin typeface="Cambria Math" panose="02040503050406030204" pitchFamily="18" charset="0"/>
                            <a:cs typeface="Times New Roman" panose="02020603050405020304" pitchFamily="18" charset="0"/>
                          </a:rPr>
                          <m:t>𝑋</m:t>
                        </m:r>
                      </m:e>
                      <m:sub>
                        <m:r>
                          <a:rPr lang="en-US" sz="800" b="0" i="1" smtClean="0">
                            <a:latin typeface="Cambria Math" panose="02040503050406030204" pitchFamily="18" charset="0"/>
                            <a:cs typeface="Times New Roman" panose="02020603050405020304" pitchFamily="18" charset="0"/>
                          </a:rPr>
                          <m:t>𝑡</m:t>
                        </m:r>
                      </m:sub>
                    </m:sSub>
                  </m:oMath>
                </a14:m>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Response: </a:t>
                </a:r>
                <a:r>
                  <a:rPr lang="en-US" sz="800" dirty="0">
                    <a:latin typeface="Times New Roman" panose="02020603050405020304" pitchFamily="18" charset="0"/>
                    <a:cs typeface="Times New Roman" panose="02020603050405020304" pitchFamily="18" charset="0"/>
                  </a:rPr>
                  <a:t>Monthly Peak Share, </a:t>
                </a:r>
                <a:r>
                  <a:rPr lang="en-US" sz="800" dirty="0">
                    <a:solidFill>
                      <a:schemeClr val="tx1"/>
                    </a:solidFill>
                    <a:latin typeface="Times New Roman" panose="02020603050405020304" pitchFamily="18" charset="0"/>
                    <a:cs typeface="Times New Roman" panose="02020603050405020304" pitchFamily="18" charset="0"/>
                  </a:rPr>
                  <a:t>Duration &gt;30% Share</a:t>
                </a:r>
                <a:r>
                  <a:rPr lang="en-US" sz="800" dirty="0">
                    <a:latin typeface="Times New Roman" panose="02020603050405020304" pitchFamily="18" charset="0"/>
                    <a:cs typeface="Times New Roman" panose="02020603050405020304" pitchFamily="18" charset="0"/>
                  </a:rPr>
                  <a:t> </a:t>
                </a:r>
              </a:p>
            </p:txBody>
          </p:sp>
        </mc:Choice>
        <mc:Fallback xmlns="">
          <p:sp>
            <p:nvSpPr>
              <p:cNvPr id="6" name="Rounded Rectangle 5">
                <a:extLst>
                  <a:ext uri="{FF2B5EF4-FFF2-40B4-BE49-F238E27FC236}">
                    <a16:creationId xmlns:a16="http://schemas.microsoft.com/office/drawing/2014/main" id="{15641949-0FC7-930E-90FB-445814FB190D}"/>
                  </a:ext>
                </a:extLst>
              </p:cNvPr>
              <p:cNvSpPr>
                <a:spLocks noRot="1" noChangeAspect="1" noMove="1" noResize="1" noEditPoints="1" noAdjustHandles="1" noChangeArrowheads="1" noChangeShapeType="1" noTextEdit="1"/>
              </p:cNvSpPr>
              <p:nvPr/>
            </p:nvSpPr>
            <p:spPr>
              <a:xfrm>
                <a:off x="144310" y="1374264"/>
                <a:ext cx="1554480" cy="731520"/>
              </a:xfrm>
              <a:prstGeom prst="roundRect">
                <a:avLst/>
              </a:prstGeom>
              <a:blipFill>
                <a:blip r:embed="rId3"/>
                <a:stretch>
                  <a:fillRect/>
                </a:stretch>
              </a:blipFill>
              <a:ln w="19050">
                <a:solidFill>
                  <a:schemeClr val="tx1"/>
                </a:solidFill>
              </a:ln>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47CC3D04-C076-0675-38F5-C5F8067EF40B}"/>
              </a:ext>
            </a:extLst>
          </p:cNvPr>
          <p:cNvSpPr/>
          <p:nvPr/>
        </p:nvSpPr>
        <p:spPr>
          <a:xfrm>
            <a:off x="1895338" y="1602864"/>
            <a:ext cx="1097280" cy="2743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Training Data (80%)</a:t>
            </a:r>
          </a:p>
        </p:txBody>
      </p:sp>
      <p:sp>
        <p:nvSpPr>
          <p:cNvPr id="8" name="Rounded Rectangle 7">
            <a:extLst>
              <a:ext uri="{FF2B5EF4-FFF2-40B4-BE49-F238E27FC236}">
                <a16:creationId xmlns:a16="http://schemas.microsoft.com/office/drawing/2014/main" id="{470AF122-F615-23A6-25A4-55175333508F}"/>
              </a:ext>
            </a:extLst>
          </p:cNvPr>
          <p:cNvSpPr/>
          <p:nvPr/>
        </p:nvSpPr>
        <p:spPr>
          <a:xfrm>
            <a:off x="1895338" y="2552450"/>
            <a:ext cx="1097280" cy="2743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Test Data (20%)</a:t>
            </a:r>
          </a:p>
        </p:txBody>
      </p:sp>
      <p:cxnSp>
        <p:nvCxnSpPr>
          <p:cNvPr id="9" name="Straight Connector 8">
            <a:extLst>
              <a:ext uri="{FF2B5EF4-FFF2-40B4-BE49-F238E27FC236}">
                <a16:creationId xmlns:a16="http://schemas.microsoft.com/office/drawing/2014/main" id="{96E47F02-AB28-1EFF-96C0-15E4B8F48C2E}"/>
              </a:ext>
            </a:extLst>
          </p:cNvPr>
          <p:cNvCxnSpPr>
            <a:stCxn id="6" idx="3"/>
            <a:endCxn id="7" idx="1"/>
          </p:cNvCxnSpPr>
          <p:nvPr/>
        </p:nvCxnSpPr>
        <p:spPr>
          <a:xfrm>
            <a:off x="1698790" y="1740024"/>
            <a:ext cx="19654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EDFABB4C-665D-F9BE-CE07-615034B86EC0}"/>
              </a:ext>
            </a:extLst>
          </p:cNvPr>
          <p:cNvCxnSpPr>
            <a:cxnSpLocks/>
            <a:stCxn id="6" idx="3"/>
            <a:endCxn id="8" idx="1"/>
          </p:cNvCxnSpPr>
          <p:nvPr/>
        </p:nvCxnSpPr>
        <p:spPr>
          <a:xfrm>
            <a:off x="1698790" y="1740024"/>
            <a:ext cx="196548" cy="949586"/>
          </a:xfrm>
          <a:prstGeom prst="bentConnector3">
            <a:avLst>
              <a:gd name="adj1"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408FD7C6-3AA2-F8E2-4420-E0DAA3663A5F}"/>
                  </a:ext>
                </a:extLst>
              </p:cNvPr>
              <p:cNvSpPr/>
              <p:nvPr/>
            </p:nvSpPr>
            <p:spPr>
              <a:xfrm>
                <a:off x="3189166" y="1465704"/>
                <a:ext cx="1508760" cy="54864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Feature Extraction from </a:t>
                </a:r>
                <a14:m>
                  <m:oMath xmlns:m="http://schemas.openxmlformats.org/officeDocument/2006/math">
                    <m:sSub>
                      <m:sSubPr>
                        <m:ctrlPr>
                          <a:rPr lang="en-US" sz="800" i="1" smtClean="0">
                            <a:latin typeface="Cambria Math" panose="02040503050406030204" pitchFamily="18" charset="0"/>
                            <a:cs typeface="Times New Roman" panose="02020603050405020304" pitchFamily="18" charset="0"/>
                          </a:rPr>
                        </m:ctrlPr>
                      </m:sSubPr>
                      <m:e>
                        <m:r>
                          <a:rPr lang="en-US" sz="800" i="1">
                            <a:latin typeface="Cambria Math" panose="02040503050406030204" pitchFamily="18" charset="0"/>
                            <a:cs typeface="Times New Roman" panose="02020603050405020304" pitchFamily="18" charset="0"/>
                          </a:rPr>
                          <m:t>𝑋</m:t>
                        </m:r>
                      </m:e>
                      <m:sub>
                        <m:r>
                          <a:rPr lang="en-US" sz="800" b="0" i="1" smtClean="0">
                            <a:latin typeface="Cambria Math" panose="02040503050406030204" pitchFamily="18" charset="0"/>
                            <a:cs typeface="Times New Roman" panose="02020603050405020304" pitchFamily="18" charset="0"/>
                          </a:rPr>
                          <m:t>𝑡</m:t>
                        </m:r>
                      </m:sub>
                    </m:sSub>
                    <m:r>
                      <a:rPr lang="en-US" sz="800" b="0" i="1" smtClean="0">
                        <a:latin typeface="Cambria Math" panose="02040503050406030204" pitchFamily="18" charset="0"/>
                        <a:cs typeface="Times New Roman" panose="02020603050405020304" pitchFamily="18" charset="0"/>
                      </a:rPr>
                      <m:t>: </m:t>
                    </m:r>
                  </m:oMath>
                </a14:m>
                <a:endParaRPr lang="en-US" sz="800" b="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1) Manual features </a:t>
                </a:r>
              </a:p>
              <a:p>
                <a:r>
                  <a:rPr lang="en-US" sz="800" dirty="0">
                    <a:latin typeface="Times New Roman" panose="02020603050405020304" pitchFamily="18" charset="0"/>
                    <a:cs typeface="Times New Roman" panose="02020603050405020304" pitchFamily="18" charset="0"/>
                  </a:rPr>
                  <a:t>2) </a:t>
                </a:r>
                <a:r>
                  <a:rPr lang="en-US" sz="800" i="1" dirty="0">
                    <a:latin typeface="Times New Roman" panose="02020603050405020304" pitchFamily="18" charset="0"/>
                    <a:cs typeface="Times New Roman" panose="02020603050405020304" pitchFamily="18" charset="0"/>
                  </a:rPr>
                  <a:t>{Rcatch22} </a:t>
                </a:r>
                <a:r>
                  <a:rPr lang="en-US" sz="800" dirty="0">
                    <a:latin typeface="Times New Roman" panose="02020603050405020304" pitchFamily="18" charset="0"/>
                    <a:cs typeface="Times New Roman" panose="02020603050405020304" pitchFamily="18" charset="0"/>
                  </a:rPr>
                  <a:t>features</a:t>
                </a:r>
              </a:p>
            </p:txBody>
          </p:sp>
        </mc:Choice>
        <mc:Fallback xmlns="">
          <p:sp>
            <p:nvSpPr>
              <p:cNvPr id="11" name="Rounded Rectangle 10">
                <a:extLst>
                  <a:ext uri="{FF2B5EF4-FFF2-40B4-BE49-F238E27FC236}">
                    <a16:creationId xmlns:a16="http://schemas.microsoft.com/office/drawing/2014/main" id="{408FD7C6-3AA2-F8E2-4420-E0DAA3663A5F}"/>
                  </a:ext>
                </a:extLst>
              </p:cNvPr>
              <p:cNvSpPr>
                <a:spLocks noRot="1" noChangeAspect="1" noMove="1" noResize="1" noEditPoints="1" noAdjustHandles="1" noChangeArrowheads="1" noChangeShapeType="1" noTextEdit="1"/>
              </p:cNvSpPr>
              <p:nvPr/>
            </p:nvSpPr>
            <p:spPr>
              <a:xfrm>
                <a:off x="3189166" y="1465704"/>
                <a:ext cx="1508760" cy="548640"/>
              </a:xfrm>
              <a:prstGeom prst="roundRect">
                <a:avLst/>
              </a:prstGeom>
              <a:blipFill>
                <a:blip r:embed="rId4"/>
                <a:stretch>
                  <a:fillRect/>
                </a:stretch>
              </a:blipFill>
              <a:ln w="19050">
                <a:solidFill>
                  <a:schemeClr val="tx1"/>
                </a:solid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404DC9B-66EE-F50F-2B18-3ACC5FB272FE}"/>
              </a:ext>
            </a:extLst>
          </p:cNvPr>
          <p:cNvCxnSpPr>
            <a:stCxn id="7" idx="3"/>
            <a:endCxn id="11" idx="1"/>
          </p:cNvCxnSpPr>
          <p:nvPr/>
        </p:nvCxnSpPr>
        <p:spPr>
          <a:xfrm>
            <a:off x="2992618" y="1740024"/>
            <a:ext cx="19654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8EEFCD0-5D13-00DF-364A-76075F5B3295}"/>
              </a:ext>
            </a:extLst>
          </p:cNvPr>
          <p:cNvCxnSpPr>
            <a:cxnSpLocks/>
            <a:stCxn id="11" idx="3"/>
            <a:endCxn id="14" idx="1"/>
          </p:cNvCxnSpPr>
          <p:nvPr/>
        </p:nvCxnSpPr>
        <p:spPr>
          <a:xfrm>
            <a:off x="4697926" y="1740024"/>
            <a:ext cx="20981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01ED67C2-5AB3-5017-AB3E-FD63313B0CC9}"/>
              </a:ext>
            </a:extLst>
          </p:cNvPr>
          <p:cNvSpPr/>
          <p:nvPr/>
        </p:nvSpPr>
        <p:spPr>
          <a:xfrm>
            <a:off x="4907745" y="1099944"/>
            <a:ext cx="1371600" cy="128016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Applied ML Regressor: </a:t>
            </a:r>
          </a:p>
          <a:p>
            <a:pPr marL="228600" indent="-228600">
              <a:buAutoNum type="arabicPeriod"/>
            </a:pPr>
            <a:r>
              <a:rPr lang="en-US" sz="800" dirty="0">
                <a:latin typeface="Times New Roman" panose="02020603050405020304" pitchFamily="18" charset="0"/>
                <a:cs typeface="Times New Roman" panose="02020603050405020304" pitchFamily="18" charset="0"/>
              </a:rPr>
              <a:t>glm</a:t>
            </a:r>
          </a:p>
          <a:p>
            <a:pPr marL="228600" indent="-228600">
              <a:buAutoNum type="arabicPeriod"/>
            </a:pPr>
            <a:r>
              <a:rPr lang="en-US" sz="800" dirty="0">
                <a:latin typeface="Times New Roman" panose="02020603050405020304" pitchFamily="18" charset="0"/>
                <a:cs typeface="Times New Roman" panose="02020603050405020304" pitchFamily="18" charset="0"/>
              </a:rPr>
              <a:t>bayesglm</a:t>
            </a:r>
          </a:p>
          <a:p>
            <a:pPr marL="228600" indent="-228600">
              <a:buAutoNum type="arabicPeriod"/>
            </a:pPr>
            <a:r>
              <a:rPr lang="en-US" sz="800" dirty="0">
                <a:latin typeface="Times New Roman" panose="02020603050405020304" pitchFamily="18" charset="0"/>
                <a:cs typeface="Times New Roman" panose="02020603050405020304" pitchFamily="18" charset="0"/>
              </a:rPr>
              <a:t>gam</a:t>
            </a:r>
          </a:p>
          <a:p>
            <a:pPr marL="228600" indent="-228600">
              <a:buAutoNum type="arabicPeriod"/>
            </a:pPr>
            <a:r>
              <a:rPr lang="en-US" sz="800" dirty="0">
                <a:latin typeface="Times New Roman" panose="02020603050405020304" pitchFamily="18" charset="0"/>
                <a:cs typeface="Times New Roman" panose="02020603050405020304" pitchFamily="18" charset="0"/>
              </a:rPr>
              <a:t>elasticnet</a:t>
            </a:r>
          </a:p>
          <a:p>
            <a:pPr marL="228600" indent="-228600">
              <a:buAutoNum type="arabicPeriod"/>
            </a:pPr>
            <a:r>
              <a:rPr lang="en-US" sz="800" dirty="0">
                <a:latin typeface="Times New Roman" panose="02020603050405020304" pitchFamily="18" charset="0"/>
                <a:cs typeface="Times New Roman" panose="02020603050405020304" pitchFamily="18" charset="0"/>
              </a:rPr>
              <a:t>svm</a:t>
            </a:r>
          </a:p>
          <a:p>
            <a:pPr marL="228600" indent="-228600">
              <a:buAutoNum type="arabicPeriod"/>
            </a:pPr>
            <a:r>
              <a:rPr lang="en-US" sz="800" dirty="0">
                <a:latin typeface="Times New Roman" panose="02020603050405020304" pitchFamily="18" charset="0"/>
                <a:cs typeface="Times New Roman" panose="02020603050405020304" pitchFamily="18" charset="0"/>
              </a:rPr>
              <a:t>nnet</a:t>
            </a:r>
          </a:p>
          <a:p>
            <a:pPr marL="228600" indent="-228600">
              <a:buAutoNum type="arabicPeriod"/>
            </a:pPr>
            <a:r>
              <a:rPr lang="en-US" sz="800" dirty="0">
                <a:latin typeface="Times New Roman" panose="02020603050405020304" pitchFamily="18" charset="0"/>
                <a:cs typeface="Times New Roman" panose="02020603050405020304" pitchFamily="18" charset="0"/>
              </a:rPr>
              <a:t>CART</a:t>
            </a:r>
          </a:p>
          <a:p>
            <a:pPr marL="228600" indent="-228600">
              <a:buAutoNum type="arabicPeriod"/>
            </a:pPr>
            <a:r>
              <a:rPr lang="en-US" sz="800" b="1" dirty="0">
                <a:latin typeface="Times New Roman" panose="02020603050405020304" pitchFamily="18" charset="0"/>
                <a:cs typeface="Times New Roman" panose="02020603050405020304" pitchFamily="18" charset="0"/>
              </a:rPr>
              <a:t>SuperLearner</a:t>
            </a:r>
          </a:p>
        </p:txBody>
      </p:sp>
      <p:cxnSp>
        <p:nvCxnSpPr>
          <p:cNvPr id="15" name="Straight Arrow Connector 14">
            <a:extLst>
              <a:ext uri="{FF2B5EF4-FFF2-40B4-BE49-F238E27FC236}">
                <a16:creationId xmlns:a16="http://schemas.microsoft.com/office/drawing/2014/main" id="{982792E8-35F8-C411-9E3E-E76284189E34}"/>
              </a:ext>
            </a:extLst>
          </p:cNvPr>
          <p:cNvCxnSpPr>
            <a:cxnSpLocks/>
            <a:stCxn id="14" idx="3"/>
            <a:endCxn id="16" idx="1"/>
          </p:cNvCxnSpPr>
          <p:nvPr/>
        </p:nvCxnSpPr>
        <p:spPr>
          <a:xfrm>
            <a:off x="6279345" y="1740024"/>
            <a:ext cx="80497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77FCE646-101A-B518-A683-32162413E2B7}"/>
              </a:ext>
            </a:extLst>
          </p:cNvPr>
          <p:cNvSpPr/>
          <p:nvPr/>
        </p:nvSpPr>
        <p:spPr>
          <a:xfrm>
            <a:off x="7084318" y="1648584"/>
            <a:ext cx="1005840" cy="18288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Choose CV folds</a:t>
            </a:r>
          </a:p>
        </p:txBody>
      </p:sp>
      <p:sp>
        <p:nvSpPr>
          <p:cNvPr id="17" name="Rectangle 16">
            <a:extLst>
              <a:ext uri="{FF2B5EF4-FFF2-40B4-BE49-F238E27FC236}">
                <a16:creationId xmlns:a16="http://schemas.microsoft.com/office/drawing/2014/main" id="{BE10AF58-48D5-C7FB-A8EF-92CE003C4097}"/>
              </a:ext>
            </a:extLst>
          </p:cNvPr>
          <p:cNvSpPr/>
          <p:nvPr/>
        </p:nvSpPr>
        <p:spPr>
          <a:xfrm>
            <a:off x="8176414" y="1968624"/>
            <a:ext cx="64008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Fit model on train fold</a:t>
            </a:r>
          </a:p>
        </p:txBody>
      </p:sp>
      <p:sp>
        <p:nvSpPr>
          <p:cNvPr id="18" name="Rectangle 17">
            <a:extLst>
              <a:ext uri="{FF2B5EF4-FFF2-40B4-BE49-F238E27FC236}">
                <a16:creationId xmlns:a16="http://schemas.microsoft.com/office/drawing/2014/main" id="{3A8FAD7C-7A59-F0F7-5C2D-96D649F3EC37}"/>
              </a:ext>
            </a:extLst>
          </p:cNvPr>
          <p:cNvSpPr/>
          <p:nvPr/>
        </p:nvSpPr>
        <p:spPr>
          <a:xfrm>
            <a:off x="7084318" y="2380104"/>
            <a:ext cx="1005840" cy="18288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Evaluate on Test fold </a:t>
            </a:r>
          </a:p>
        </p:txBody>
      </p:sp>
      <p:sp>
        <p:nvSpPr>
          <p:cNvPr id="19" name="Rectangle 18">
            <a:extLst>
              <a:ext uri="{FF2B5EF4-FFF2-40B4-BE49-F238E27FC236}">
                <a16:creationId xmlns:a16="http://schemas.microsoft.com/office/drawing/2014/main" id="{A7F996C0-A364-3BFF-13EE-08AEC565D37A}"/>
              </a:ext>
            </a:extLst>
          </p:cNvPr>
          <p:cNvSpPr/>
          <p:nvPr/>
        </p:nvSpPr>
        <p:spPr>
          <a:xfrm>
            <a:off x="6365601" y="1968624"/>
            <a:ext cx="64008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Get Model Scores</a:t>
            </a:r>
          </a:p>
        </p:txBody>
      </p:sp>
      <p:cxnSp>
        <p:nvCxnSpPr>
          <p:cNvPr id="20" name="Elbow Connector 19">
            <a:extLst>
              <a:ext uri="{FF2B5EF4-FFF2-40B4-BE49-F238E27FC236}">
                <a16:creationId xmlns:a16="http://schemas.microsoft.com/office/drawing/2014/main" id="{4952AF42-FD69-F12E-9462-E504DE7C5C27}"/>
              </a:ext>
            </a:extLst>
          </p:cNvPr>
          <p:cNvCxnSpPr>
            <a:stCxn id="16" idx="3"/>
            <a:endCxn id="17" idx="0"/>
          </p:cNvCxnSpPr>
          <p:nvPr/>
        </p:nvCxnSpPr>
        <p:spPr>
          <a:xfrm>
            <a:off x="8090158" y="1740024"/>
            <a:ext cx="406296" cy="22860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Elbow Connector 20">
            <a:extLst>
              <a:ext uri="{FF2B5EF4-FFF2-40B4-BE49-F238E27FC236}">
                <a16:creationId xmlns:a16="http://schemas.microsoft.com/office/drawing/2014/main" id="{AB0008A0-7532-CD77-48A9-177D0103C279}"/>
              </a:ext>
            </a:extLst>
          </p:cNvPr>
          <p:cNvCxnSpPr>
            <a:stCxn id="17" idx="2"/>
            <a:endCxn id="18" idx="3"/>
          </p:cNvCxnSpPr>
          <p:nvPr/>
        </p:nvCxnSpPr>
        <p:spPr>
          <a:xfrm rot="5400000">
            <a:off x="8179006" y="2154096"/>
            <a:ext cx="228600" cy="406296"/>
          </a:xfrm>
          <a:prstGeom prst="bentConnector2">
            <a:avLst/>
          </a:prstGeom>
          <a:ln>
            <a:solidFill>
              <a:schemeClr val="tx1">
                <a:alpha val="99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Elbow Connector 21">
            <a:extLst>
              <a:ext uri="{FF2B5EF4-FFF2-40B4-BE49-F238E27FC236}">
                <a16:creationId xmlns:a16="http://schemas.microsoft.com/office/drawing/2014/main" id="{E38E8CB7-5D84-CF38-BFDF-0E7A8568BA34}"/>
              </a:ext>
            </a:extLst>
          </p:cNvPr>
          <p:cNvCxnSpPr>
            <a:stCxn id="18" idx="1"/>
            <a:endCxn id="19" idx="2"/>
          </p:cNvCxnSpPr>
          <p:nvPr/>
        </p:nvCxnSpPr>
        <p:spPr>
          <a:xfrm rot="10800000">
            <a:off x="6685642" y="2242944"/>
            <a:ext cx="398677" cy="22860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F52F5DA-AA19-A976-427D-81783D18A739}"/>
              </a:ext>
            </a:extLst>
          </p:cNvPr>
          <p:cNvCxnSpPr>
            <a:stCxn id="19" idx="0"/>
          </p:cNvCxnSpPr>
          <p:nvPr/>
        </p:nvCxnSpPr>
        <p:spPr>
          <a:xfrm flipV="1">
            <a:off x="6685641" y="1740024"/>
            <a:ext cx="0" cy="2286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A48BE88-2B3E-326E-6C2E-561116DD06A3}"/>
              </a:ext>
            </a:extLst>
          </p:cNvPr>
          <p:cNvSpPr txBox="1"/>
          <p:nvPr/>
        </p:nvSpPr>
        <p:spPr>
          <a:xfrm>
            <a:off x="7221478" y="1837148"/>
            <a:ext cx="731520" cy="200055"/>
          </a:xfrm>
          <a:prstGeom prst="rect">
            <a:avLst/>
          </a:prstGeom>
          <a:noFill/>
        </p:spPr>
        <p:txBody>
          <a:bodyPr wrap="square" rtlCol="0">
            <a:spAutoFit/>
          </a:bodyPr>
          <a:lstStyle/>
          <a:p>
            <a:pPr algn="ctr"/>
            <a:r>
              <a:rPr lang="en-US" sz="700" dirty="0">
                <a:latin typeface="Times New Roman" panose="02020603050405020304" pitchFamily="18" charset="0"/>
                <a:cs typeface="Times New Roman" panose="02020603050405020304" pitchFamily="18" charset="0"/>
              </a:rPr>
              <a:t>(5-fold-CV)</a:t>
            </a:r>
          </a:p>
        </p:txBody>
      </p:sp>
      <p:cxnSp>
        <p:nvCxnSpPr>
          <p:cNvPr id="26" name="Straight Arrow Connector 25">
            <a:extLst>
              <a:ext uri="{FF2B5EF4-FFF2-40B4-BE49-F238E27FC236}">
                <a16:creationId xmlns:a16="http://schemas.microsoft.com/office/drawing/2014/main" id="{CCE926F9-5FD2-CB5F-4D2E-BB890AE6A3CC}"/>
              </a:ext>
            </a:extLst>
          </p:cNvPr>
          <p:cNvCxnSpPr>
            <a:cxnSpLocks/>
            <a:stCxn id="18" idx="2"/>
            <a:endCxn id="28" idx="0"/>
          </p:cNvCxnSpPr>
          <p:nvPr/>
        </p:nvCxnSpPr>
        <p:spPr>
          <a:xfrm>
            <a:off x="7587238" y="2562984"/>
            <a:ext cx="0" cy="29466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8AA78275-78BC-62D7-0712-1921D9821D59}"/>
              </a:ext>
            </a:extLst>
          </p:cNvPr>
          <p:cNvSpPr/>
          <p:nvPr/>
        </p:nvSpPr>
        <p:spPr>
          <a:xfrm>
            <a:off x="6764278" y="2857652"/>
            <a:ext cx="1645920" cy="45720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Out-of-sample Performance </a:t>
            </a:r>
          </a:p>
          <a:p>
            <a:pPr algn="ctr"/>
            <a:r>
              <a:rPr lang="en-US" sz="700" i="1" dirty="0">
                <a:latin typeface="Times New Roman" panose="02020603050405020304" pitchFamily="18" charset="0"/>
                <a:cs typeface="Times New Roman" panose="02020603050405020304" pitchFamily="18" charset="0"/>
              </a:rPr>
              <a:t>Peak: RMSE and R²</a:t>
            </a:r>
          </a:p>
          <a:p>
            <a:pPr algn="ctr"/>
            <a:r>
              <a:rPr lang="en-US" sz="700" i="1" dirty="0">
                <a:latin typeface="Times New Roman" panose="02020603050405020304" pitchFamily="18" charset="0"/>
                <a:cs typeface="Times New Roman" panose="02020603050405020304" pitchFamily="18" charset="0"/>
              </a:rPr>
              <a:t>Duration: Accuracy and  Marco-F1</a:t>
            </a:r>
          </a:p>
        </p:txBody>
      </p:sp>
      <p:cxnSp>
        <p:nvCxnSpPr>
          <p:cNvPr id="29" name="Straight Arrow Connector 28">
            <a:extLst>
              <a:ext uri="{FF2B5EF4-FFF2-40B4-BE49-F238E27FC236}">
                <a16:creationId xmlns:a16="http://schemas.microsoft.com/office/drawing/2014/main" id="{B6EDED53-BB67-A9A5-0453-E67170CE7BDF}"/>
              </a:ext>
            </a:extLst>
          </p:cNvPr>
          <p:cNvCxnSpPr>
            <a:cxnSpLocks/>
            <a:stCxn id="8" idx="3"/>
          </p:cNvCxnSpPr>
          <p:nvPr/>
        </p:nvCxnSpPr>
        <p:spPr>
          <a:xfrm>
            <a:off x="2992618" y="2689610"/>
            <a:ext cx="459462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FAAE2E2-58A8-8F70-2818-A8C600CE07ED}"/>
              </a:ext>
            </a:extLst>
          </p:cNvPr>
          <p:cNvCxnSpPr>
            <a:cxnSpLocks/>
            <a:stCxn id="28" idx="2"/>
            <a:endCxn id="31" idx="0"/>
          </p:cNvCxnSpPr>
          <p:nvPr/>
        </p:nvCxnSpPr>
        <p:spPr>
          <a:xfrm>
            <a:off x="7587238" y="3314852"/>
            <a:ext cx="0" cy="2489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15B022CD-4B10-351D-20F3-A3778B6AD88D}"/>
              </a:ext>
            </a:extLst>
          </p:cNvPr>
          <p:cNvSpPr/>
          <p:nvPr/>
        </p:nvSpPr>
        <p:spPr>
          <a:xfrm>
            <a:off x="6764278" y="3563800"/>
            <a:ext cx="164592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Feature importance and SHAP analysis</a:t>
            </a:r>
          </a:p>
        </p:txBody>
      </p:sp>
      <p:sp>
        <p:nvSpPr>
          <p:cNvPr id="56" name="Subtitle 3">
            <a:extLst>
              <a:ext uri="{FF2B5EF4-FFF2-40B4-BE49-F238E27FC236}">
                <a16:creationId xmlns:a16="http://schemas.microsoft.com/office/drawing/2014/main" id="{C26794F6-6629-EC73-843E-2CA60D7B2F09}"/>
              </a:ext>
            </a:extLst>
          </p:cNvPr>
          <p:cNvSpPr txBox="1">
            <a:spLocks/>
          </p:cNvSpPr>
          <p:nvPr/>
        </p:nvSpPr>
        <p:spPr>
          <a:xfrm>
            <a:off x="144310" y="3934965"/>
            <a:ext cx="8542490" cy="731509"/>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11150" indent="-171450">
              <a:buFont typeface="Wingdings" pitchFamily="2" charset="2"/>
              <a:buChar char="§"/>
            </a:pPr>
            <a:r>
              <a:rPr lang="en-US" sz="1000" dirty="0">
                <a:latin typeface="Times New Roman" panose="02020603050405020304" pitchFamily="18" charset="0"/>
                <a:cs typeface="Times New Roman" panose="02020603050405020304" pitchFamily="18" charset="0"/>
              </a:rPr>
              <a:t>Variant shares from the first N weeks were used to predict monthly peak share and duration above 10% share. Features included handcrafted and Rcatch22 descriptors. Seven ML regressors were trained with 5-fold CV, with feature importance assessed via SHAP. </a:t>
            </a:r>
          </a:p>
          <a:p>
            <a:pPr marL="311150" indent="-171450">
              <a:buFont typeface="Wingdings" pitchFamily="2" charset="2"/>
              <a:buChar char="§"/>
            </a:pPr>
            <a:r>
              <a:rPr lang="en-US" sz="1000" dirty="0">
                <a:latin typeface="Times New Roman" panose="02020603050405020304" pitchFamily="18" charset="0"/>
                <a:cs typeface="Times New Roman" panose="02020603050405020304" pitchFamily="18" charset="0"/>
              </a:rPr>
              <a:t>We employed the </a:t>
            </a:r>
            <a:r>
              <a:rPr lang="en-US" sz="1000" b="1" i="1" dirty="0">
                <a:latin typeface="Times New Roman" panose="02020603050405020304" pitchFamily="18" charset="0"/>
                <a:cs typeface="Times New Roman" panose="02020603050405020304" pitchFamily="18" charset="0"/>
              </a:rPr>
              <a:t>SuperLearner</a:t>
            </a:r>
            <a:r>
              <a:rPr lang="en-US" sz="1000" b="1" dirty="0">
                <a:latin typeface="Times New Roman" panose="02020603050405020304" pitchFamily="18" charset="0"/>
                <a:cs typeface="Times New Roman" panose="02020603050405020304" pitchFamily="18" charset="0"/>
              </a:rPr>
              <a:t> </a:t>
            </a:r>
            <a:r>
              <a:rPr lang="en-US" sz="1000" dirty="0">
                <a:latin typeface="Times New Roman" panose="02020603050405020304" pitchFamily="18" charset="0"/>
                <a:cs typeface="Times New Roman" panose="02020603050405020304" pitchFamily="18" charset="0"/>
              </a:rPr>
              <a:t>R package, an ensemble learning framework that optimally combines multiple algorithms through cross-validated stacking. In this study, the ensemble included CART, GLM, and </a:t>
            </a:r>
            <a:r>
              <a:rPr lang="en-US" sz="1000" dirty="0" err="1">
                <a:latin typeface="Times New Roman" panose="02020603050405020304" pitchFamily="18" charset="0"/>
                <a:cs typeface="Times New Roman" panose="02020603050405020304" pitchFamily="18" charset="0"/>
              </a:rPr>
              <a:t>ElasticNet</a:t>
            </a:r>
            <a:r>
              <a:rPr lang="en-US" sz="1000" dirty="0">
                <a:latin typeface="Times New Roman" panose="02020603050405020304" pitchFamily="18" charset="0"/>
                <a:cs typeface="Times New Roman" panose="02020603050405020304" pitchFamily="18" charset="0"/>
              </a:rPr>
              <a:t> learners to enhance predictive accuracy and stability.</a:t>
            </a:r>
          </a:p>
        </p:txBody>
      </p:sp>
      <p:sp>
        <p:nvSpPr>
          <p:cNvPr id="2" name="TextBox 1">
            <a:extLst>
              <a:ext uri="{FF2B5EF4-FFF2-40B4-BE49-F238E27FC236}">
                <a16:creationId xmlns:a16="http://schemas.microsoft.com/office/drawing/2014/main" id="{DBC11180-AC6B-556A-1DFE-153B284419D6}"/>
              </a:ext>
            </a:extLst>
          </p:cNvPr>
          <p:cNvSpPr txBox="1"/>
          <p:nvPr/>
        </p:nvSpPr>
        <p:spPr>
          <a:xfrm>
            <a:off x="8686800" y="4753948"/>
            <a:ext cx="37061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16</a:t>
            </a:r>
          </a:p>
        </p:txBody>
      </p:sp>
    </p:spTree>
    <p:extLst>
      <p:ext uri="{BB962C8B-B14F-4D97-AF65-F5344CB8AC3E}">
        <p14:creationId xmlns:p14="http://schemas.microsoft.com/office/powerpoint/2010/main" val="399156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D5E6E95C-3434-BA02-58DF-7561456D8C67}"/>
            </a:ext>
          </a:extLst>
        </p:cNvPr>
        <p:cNvGrpSpPr/>
        <p:nvPr/>
      </p:nvGrpSpPr>
      <p:grpSpPr>
        <a:xfrm>
          <a:off x="0" y="0"/>
          <a:ext cx="0" cy="0"/>
          <a:chOff x="0" y="0"/>
          <a:chExt cx="0" cy="0"/>
        </a:xfrm>
      </p:grpSpPr>
      <p:sp>
        <p:nvSpPr>
          <p:cNvPr id="423" name="Google Shape;423;p33">
            <a:extLst>
              <a:ext uri="{FF2B5EF4-FFF2-40B4-BE49-F238E27FC236}">
                <a16:creationId xmlns:a16="http://schemas.microsoft.com/office/drawing/2014/main" id="{E5CC886D-D94F-313B-EE03-AE24A504FC99}"/>
              </a:ext>
            </a:extLst>
          </p:cNvPr>
          <p:cNvSpPr txBox="1">
            <a:spLocks noGrp="1"/>
          </p:cNvSpPr>
          <p:nvPr>
            <p:ph type="title"/>
          </p:nvPr>
        </p:nvSpPr>
        <p:spPr>
          <a:xfrm>
            <a:off x="937661" y="2007150"/>
            <a:ext cx="7268678"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Results &amp; Analysis</a:t>
            </a:r>
            <a:endParaRPr dirty="0"/>
          </a:p>
        </p:txBody>
      </p:sp>
    </p:spTree>
    <p:extLst>
      <p:ext uri="{BB962C8B-B14F-4D97-AF65-F5344CB8AC3E}">
        <p14:creationId xmlns:p14="http://schemas.microsoft.com/office/powerpoint/2010/main" val="226236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9DFB8B87-15CB-CAFF-F93F-C0989E6EAF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E8B0AD3-EFA2-C206-F21F-9F155465EBDD}"/>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CF903999-7583-9216-8EE3-D95530F050B7}"/>
              </a:ext>
            </a:extLst>
          </p:cNvPr>
          <p:cNvSpPr>
            <a:spLocks noGrp="1"/>
          </p:cNvSpPr>
          <p:nvPr>
            <p:ph type="subTitle" idx="1"/>
          </p:nvPr>
        </p:nvSpPr>
        <p:spPr>
          <a:xfrm>
            <a:off x="731520" y="584775"/>
            <a:ext cx="7680960" cy="370700"/>
          </a:xfrm>
        </p:spPr>
        <p:txBody>
          <a:bodyPr anchor="t"/>
          <a:lstStyle/>
          <a:p>
            <a:pPr marL="139700" indent="0" algn="l"/>
            <a:r>
              <a:rPr lang="en-US" sz="1200" b="1" dirty="0">
                <a:latin typeface="+mj-lt"/>
                <a:ea typeface="Questrial" pitchFamily="2" charset="77"/>
                <a:cs typeface="Questrial" pitchFamily="2" charset="77"/>
              </a:rPr>
              <a:t>“Peak” Modeling Results Across different inputs and models </a:t>
            </a:r>
          </a:p>
          <a:p>
            <a:pPr marL="139700" indent="0" algn="l"/>
            <a:endParaRPr lang="en-US" sz="1100" b="1" i="1" dirty="0"/>
          </a:p>
        </p:txBody>
      </p:sp>
      <p:sp>
        <p:nvSpPr>
          <p:cNvPr id="3" name="TextBox 2">
            <a:extLst>
              <a:ext uri="{FF2B5EF4-FFF2-40B4-BE49-F238E27FC236}">
                <a16:creationId xmlns:a16="http://schemas.microsoft.com/office/drawing/2014/main" id="{B308D3C7-E192-2A8D-C5CD-03B52AC9467A}"/>
              </a:ext>
            </a:extLst>
          </p:cNvPr>
          <p:cNvSpPr txBox="1"/>
          <p:nvPr/>
        </p:nvSpPr>
        <p:spPr>
          <a:xfrm>
            <a:off x="8787160" y="4609170"/>
            <a:ext cx="35939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17</a:t>
            </a:r>
          </a:p>
        </p:txBody>
      </p:sp>
      <p:pic>
        <p:nvPicPr>
          <p:cNvPr id="9" name="Picture 8" descr="A table with numbers and a number&#10;&#10;AI-generated content may be incorrect.">
            <a:extLst>
              <a:ext uri="{FF2B5EF4-FFF2-40B4-BE49-F238E27FC236}">
                <a16:creationId xmlns:a16="http://schemas.microsoft.com/office/drawing/2014/main" id="{C1EA4509-8284-5B28-A4D3-B0DD8AA55E3D}"/>
              </a:ext>
            </a:extLst>
          </p:cNvPr>
          <p:cNvPicPr>
            <a:picLocks noChangeAspect="1"/>
          </p:cNvPicPr>
          <p:nvPr/>
        </p:nvPicPr>
        <p:blipFill>
          <a:blip r:embed="rId3"/>
          <a:stretch>
            <a:fillRect/>
          </a:stretch>
        </p:blipFill>
        <p:spPr>
          <a:xfrm>
            <a:off x="866617" y="851871"/>
            <a:ext cx="6036691" cy="1463040"/>
          </a:xfrm>
          <a:prstGeom prst="rect">
            <a:avLst/>
          </a:prstGeom>
        </p:spPr>
      </p:pic>
      <p:sp>
        <p:nvSpPr>
          <p:cNvPr id="10" name="Subtitle 3">
            <a:extLst>
              <a:ext uri="{FF2B5EF4-FFF2-40B4-BE49-F238E27FC236}">
                <a16:creationId xmlns:a16="http://schemas.microsoft.com/office/drawing/2014/main" id="{5648B0FA-2700-F483-CCAC-9BC5E87CBBC6}"/>
              </a:ext>
            </a:extLst>
          </p:cNvPr>
          <p:cNvSpPr txBox="1">
            <a:spLocks/>
          </p:cNvSpPr>
          <p:nvPr/>
        </p:nvSpPr>
        <p:spPr>
          <a:xfrm>
            <a:off x="731520" y="2650952"/>
            <a:ext cx="7680960" cy="370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200" b="1" dirty="0">
                <a:latin typeface="+mj-lt"/>
                <a:ea typeface="Questrial" pitchFamily="2" charset="77"/>
                <a:cs typeface="Questrial" pitchFamily="2" charset="77"/>
              </a:rPr>
              <a:t>“Duration” Modeling Results Across different inputs and models </a:t>
            </a:r>
          </a:p>
          <a:p>
            <a:pPr marL="139700" indent="0" algn="l"/>
            <a:endParaRPr lang="en-US" sz="1100" b="1" i="1" dirty="0"/>
          </a:p>
        </p:txBody>
      </p:sp>
      <p:sp>
        <p:nvSpPr>
          <p:cNvPr id="13" name="Rectangle 12">
            <a:extLst>
              <a:ext uri="{FF2B5EF4-FFF2-40B4-BE49-F238E27FC236}">
                <a16:creationId xmlns:a16="http://schemas.microsoft.com/office/drawing/2014/main" id="{ED6F1551-86A0-4BC9-7F2E-5046B23ED8FA}"/>
              </a:ext>
            </a:extLst>
          </p:cNvPr>
          <p:cNvSpPr/>
          <p:nvPr/>
        </p:nvSpPr>
        <p:spPr>
          <a:xfrm>
            <a:off x="4284096" y="851871"/>
            <a:ext cx="1415886" cy="1463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table with numbers and a number&#10;&#10;AI-generated content may be incorrect.">
            <a:extLst>
              <a:ext uri="{FF2B5EF4-FFF2-40B4-BE49-F238E27FC236}">
                <a16:creationId xmlns:a16="http://schemas.microsoft.com/office/drawing/2014/main" id="{377D3458-6D10-4867-B755-639F6FAC2BDE}"/>
              </a:ext>
            </a:extLst>
          </p:cNvPr>
          <p:cNvPicPr>
            <a:picLocks noChangeAspect="1"/>
          </p:cNvPicPr>
          <p:nvPr/>
        </p:nvPicPr>
        <p:blipFill>
          <a:blip r:embed="rId4"/>
          <a:stretch>
            <a:fillRect/>
          </a:stretch>
        </p:blipFill>
        <p:spPr>
          <a:xfrm>
            <a:off x="866617" y="2937435"/>
            <a:ext cx="6147454" cy="1463040"/>
          </a:xfrm>
          <a:prstGeom prst="rect">
            <a:avLst/>
          </a:prstGeom>
        </p:spPr>
      </p:pic>
      <p:sp>
        <p:nvSpPr>
          <p:cNvPr id="14" name="Rectangle 13">
            <a:extLst>
              <a:ext uri="{FF2B5EF4-FFF2-40B4-BE49-F238E27FC236}">
                <a16:creationId xmlns:a16="http://schemas.microsoft.com/office/drawing/2014/main" id="{861A8E3A-6263-8594-B2D0-E16A12615CA0}"/>
              </a:ext>
            </a:extLst>
          </p:cNvPr>
          <p:cNvSpPr/>
          <p:nvPr/>
        </p:nvSpPr>
        <p:spPr>
          <a:xfrm>
            <a:off x="2868210" y="2937435"/>
            <a:ext cx="1415886" cy="1463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189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CBF87A8-4E04-1F73-2B6D-4F016F49D2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47466B-818D-13E8-38B4-479CB3A47900}"/>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EDB894BC-48B9-2F72-9349-31E61391AAFF}"/>
              </a:ext>
            </a:extLst>
          </p:cNvPr>
          <p:cNvSpPr>
            <a:spLocks noGrp="1"/>
          </p:cNvSpPr>
          <p:nvPr>
            <p:ph type="subTitle" idx="1"/>
          </p:nvPr>
        </p:nvSpPr>
        <p:spPr>
          <a:xfrm>
            <a:off x="731520" y="530351"/>
            <a:ext cx="7680960" cy="1335619"/>
          </a:xfrm>
        </p:spPr>
        <p:txBody>
          <a:bodyPr anchor="t"/>
          <a:lstStyle/>
          <a:p>
            <a:pPr marL="139700" indent="0" algn="l"/>
            <a:r>
              <a:rPr lang="en-US" sz="1200" b="1" dirty="0">
                <a:latin typeface="+mj-lt"/>
                <a:ea typeface="Questrial" pitchFamily="2" charset="77"/>
                <a:cs typeface="Questrial" pitchFamily="2" charset="77"/>
              </a:rPr>
              <a:t>“Peak” Modeling Results Across Countries</a:t>
            </a:r>
          </a:p>
          <a:p>
            <a:pPr marL="311150" indent="-171450" algn="l">
              <a:buFont typeface="Wingdings" pitchFamily="2" charset="2"/>
              <a:buChar char="§"/>
            </a:pPr>
            <a:r>
              <a:rPr lang="en-US" sz="1050" dirty="0"/>
              <a:t>For monthly peak share, </a:t>
            </a:r>
            <a:r>
              <a:rPr lang="en-US" sz="1050" b="1" dirty="0"/>
              <a:t>Ensemble Learner (SL) </a:t>
            </a:r>
            <a:r>
              <a:rPr lang="en-US" sz="1050" dirty="0"/>
              <a:t>yielded the lowest RMSE, performing best in countries with dense sequencing (Denmark, Germany, Japan, United States) and worse in Italy and Brazil with irregular sampling.</a:t>
            </a:r>
          </a:p>
          <a:p>
            <a:pPr marL="311150" indent="-171450" algn="l">
              <a:buFont typeface="Wingdings" pitchFamily="2" charset="2"/>
              <a:buChar char="§"/>
            </a:pPr>
            <a:endParaRPr lang="en-US" sz="1100" b="1" i="1" dirty="0"/>
          </a:p>
        </p:txBody>
      </p:sp>
      <p:sp>
        <p:nvSpPr>
          <p:cNvPr id="3" name="TextBox 2">
            <a:extLst>
              <a:ext uri="{FF2B5EF4-FFF2-40B4-BE49-F238E27FC236}">
                <a16:creationId xmlns:a16="http://schemas.microsoft.com/office/drawing/2014/main" id="{1501B4A6-3D9D-9E04-AC46-1E38C8E05A4A}"/>
              </a:ext>
            </a:extLst>
          </p:cNvPr>
          <p:cNvSpPr txBox="1"/>
          <p:nvPr/>
        </p:nvSpPr>
        <p:spPr>
          <a:xfrm>
            <a:off x="8787160" y="4609170"/>
            <a:ext cx="35939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17</a:t>
            </a:r>
          </a:p>
        </p:txBody>
      </p:sp>
      <p:pic>
        <p:nvPicPr>
          <p:cNvPr id="8" name="Picture 7">
            <a:extLst>
              <a:ext uri="{FF2B5EF4-FFF2-40B4-BE49-F238E27FC236}">
                <a16:creationId xmlns:a16="http://schemas.microsoft.com/office/drawing/2014/main" id="{C347C737-B838-A6AB-41E6-AD3E62F9DB42}"/>
              </a:ext>
            </a:extLst>
          </p:cNvPr>
          <p:cNvPicPr>
            <a:picLocks noChangeAspect="1"/>
          </p:cNvPicPr>
          <p:nvPr/>
        </p:nvPicPr>
        <p:blipFill>
          <a:blip r:embed="rId3"/>
          <a:stretch>
            <a:fillRect/>
          </a:stretch>
        </p:blipFill>
        <p:spPr>
          <a:xfrm>
            <a:off x="1537411" y="1196043"/>
            <a:ext cx="6069178" cy="3474720"/>
          </a:xfrm>
          <a:prstGeom prst="rect">
            <a:avLst/>
          </a:prstGeom>
        </p:spPr>
      </p:pic>
    </p:spTree>
    <p:extLst>
      <p:ext uri="{BB962C8B-B14F-4D97-AF65-F5344CB8AC3E}">
        <p14:creationId xmlns:p14="http://schemas.microsoft.com/office/powerpoint/2010/main" val="981100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A6C370B6-C2C6-F208-149B-38C82C5A8D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65FCF7-2281-8DD7-382F-72857B11A4C6}"/>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CCB7CCC2-1740-6E5F-1C5B-E26AF568A35F}"/>
              </a:ext>
            </a:extLst>
          </p:cNvPr>
          <p:cNvSpPr>
            <a:spLocks noGrp="1"/>
          </p:cNvSpPr>
          <p:nvPr>
            <p:ph type="subTitle" idx="1"/>
          </p:nvPr>
        </p:nvSpPr>
        <p:spPr>
          <a:xfrm>
            <a:off x="731519" y="530352"/>
            <a:ext cx="7758275" cy="773784"/>
          </a:xfrm>
        </p:spPr>
        <p:txBody>
          <a:bodyPr anchor="t"/>
          <a:lstStyle/>
          <a:p>
            <a:pPr marL="139700" indent="0" algn="l"/>
            <a:r>
              <a:rPr lang="en-US" sz="1200" b="1" dirty="0">
                <a:latin typeface="+mj-lt"/>
                <a:ea typeface="Questrial" pitchFamily="2" charset="77"/>
                <a:cs typeface="Questrial" pitchFamily="2" charset="77"/>
              </a:rPr>
              <a:t>“Duration” Modeling Results Across Countries</a:t>
            </a:r>
          </a:p>
          <a:p>
            <a:pPr marL="311150" indent="-171450" algn="l">
              <a:buFont typeface="Wingdings" pitchFamily="2" charset="2"/>
              <a:buChar char="§"/>
            </a:pPr>
            <a:r>
              <a:rPr lang="en-US" sz="1100" dirty="0"/>
              <a:t>For duration above 10% share</a:t>
            </a:r>
            <a:r>
              <a:rPr lang="en-US" sz="1100" b="1" dirty="0"/>
              <a:t> Ensemble Learner (SL) </a:t>
            </a:r>
            <a:r>
              <a:rPr lang="zh-CN" altLang="en-US" sz="1100" b="1" dirty="0"/>
              <a:t> </a:t>
            </a:r>
            <a:r>
              <a:rPr lang="en-US" sz="1100" dirty="0"/>
              <a:t>achieved the highest accuracy</a:t>
            </a:r>
            <a:r>
              <a:rPr lang="en-US" altLang="zh-CN" sz="1100" dirty="0"/>
              <a:t>.</a:t>
            </a:r>
            <a:r>
              <a:rPr lang="zh-CN" altLang="en-US" sz="1100" dirty="0"/>
              <a:t> </a:t>
            </a:r>
            <a:r>
              <a:rPr lang="en-US" sz="1100" dirty="0">
                <a:latin typeface="+mn-lt"/>
              </a:rPr>
              <a:t>Model performance is strongest in Denmark, France, Italy, the UK, and the US, with accuracies above 0.9. Weaker results in South Korea, Brazil, and </a:t>
            </a:r>
            <a:r>
              <a:rPr lang="en-US" sz="1100">
                <a:latin typeface="+mn-lt"/>
              </a:rPr>
              <a:t>India due to </a:t>
            </a:r>
            <a:r>
              <a:rPr lang="en-US" sz="1100" dirty="0">
                <a:latin typeface="+mn-lt"/>
              </a:rPr>
              <a:t>greater data variability or instability.</a:t>
            </a:r>
            <a:r>
              <a:rPr lang="zh-CN" altLang="en-US" sz="1100" dirty="0">
                <a:latin typeface="+mn-lt"/>
              </a:rPr>
              <a:t> </a:t>
            </a:r>
            <a:endParaRPr lang="en-US" sz="1100" dirty="0">
              <a:latin typeface="+mn-lt"/>
            </a:endParaRPr>
          </a:p>
          <a:p>
            <a:pPr marL="311150" indent="-171450" algn="l">
              <a:buFont typeface="Wingdings" pitchFamily="2" charset="2"/>
              <a:buChar char="§"/>
            </a:pPr>
            <a:endParaRPr lang="en-US" sz="1100" b="1" i="1" dirty="0"/>
          </a:p>
        </p:txBody>
      </p:sp>
      <p:sp>
        <p:nvSpPr>
          <p:cNvPr id="5" name="Subtitle 3">
            <a:extLst>
              <a:ext uri="{FF2B5EF4-FFF2-40B4-BE49-F238E27FC236}">
                <a16:creationId xmlns:a16="http://schemas.microsoft.com/office/drawing/2014/main" id="{CE769D0B-A515-EC4C-87AC-6C6421951572}"/>
              </a:ext>
            </a:extLst>
          </p:cNvPr>
          <p:cNvSpPr txBox="1">
            <a:spLocks/>
          </p:cNvSpPr>
          <p:nvPr/>
        </p:nvSpPr>
        <p:spPr>
          <a:xfrm>
            <a:off x="6477588" y="1426602"/>
            <a:ext cx="2881477" cy="16025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100" b="1" dirty="0">
                <a:latin typeface="+mj-lt"/>
                <a:ea typeface="Questrial" pitchFamily="2" charset="77"/>
                <a:cs typeface="Questrial" pitchFamily="2" charset="77"/>
              </a:rPr>
              <a:t>Duration Categories</a:t>
            </a:r>
          </a:p>
          <a:p>
            <a:pPr marL="139700" indent="0" algn="l"/>
            <a:r>
              <a:rPr lang="en-US" sz="1100" dirty="0"/>
              <a:t>To address heterogeneity, this was discretized into four categories: </a:t>
            </a:r>
          </a:p>
          <a:p>
            <a:pPr marL="311150" indent="-171450" algn="l">
              <a:buFont typeface="Arial" panose="020B0604020202020204" pitchFamily="34" charset="0"/>
              <a:buChar char="•"/>
            </a:pPr>
            <a:r>
              <a:rPr lang="en-US" sz="1100" dirty="0"/>
              <a:t>0 days</a:t>
            </a:r>
          </a:p>
          <a:p>
            <a:pPr marL="311150" indent="-171450" algn="l">
              <a:buFont typeface="Arial" panose="020B0604020202020204" pitchFamily="34" charset="0"/>
              <a:buChar char="•"/>
            </a:pPr>
            <a:r>
              <a:rPr lang="en-US" sz="1100" dirty="0"/>
              <a:t>1–30 days </a:t>
            </a:r>
          </a:p>
          <a:p>
            <a:pPr marL="311150" indent="-171450" algn="l">
              <a:buFont typeface="Arial" panose="020B0604020202020204" pitchFamily="34" charset="0"/>
              <a:buChar char="•"/>
            </a:pPr>
            <a:r>
              <a:rPr lang="en-US" sz="1100" dirty="0"/>
              <a:t>31–100 days </a:t>
            </a:r>
          </a:p>
          <a:p>
            <a:pPr marL="311150" indent="-171450" algn="l">
              <a:buFont typeface="Arial" panose="020B0604020202020204" pitchFamily="34" charset="0"/>
              <a:buChar char="•"/>
            </a:pPr>
            <a:r>
              <a:rPr lang="en-US" sz="1100" dirty="0"/>
              <a:t>100+ days</a:t>
            </a:r>
          </a:p>
          <a:p>
            <a:pPr marL="139700" indent="0" algn="l"/>
            <a:r>
              <a:rPr lang="en-US" sz="1100" dirty="0"/>
              <a:t>The Accuracy is calculated: </a:t>
            </a:r>
          </a:p>
          <a:p>
            <a:pPr marL="311150" indent="-171450" algn="l">
              <a:buFont typeface="Wingdings" pitchFamily="2" charset="2"/>
              <a:buChar char="§"/>
            </a:pPr>
            <a:endParaRPr lang="en-US" sz="1050" dirty="0"/>
          </a:p>
          <a:p>
            <a:pPr marL="311150" indent="-171450" algn="l">
              <a:buFont typeface="Wingdings" pitchFamily="2" charset="2"/>
              <a:buChar char="§"/>
            </a:pPr>
            <a:endParaRPr lang="en-US" sz="1050" b="1" i="1"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3B3AF36-DB77-1B6A-B977-842FCA5B91D7}"/>
                  </a:ext>
                </a:extLst>
              </p:cNvPr>
              <p:cNvSpPr txBox="1"/>
              <p:nvPr/>
            </p:nvSpPr>
            <p:spPr>
              <a:xfrm>
                <a:off x="6634057" y="2950055"/>
                <a:ext cx="1778425" cy="45442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𝐴𝑐𝑐𝑢𝑟𝑎𝑐𝑦</m:t>
                      </m:r>
                      <m:r>
                        <a:rPr lang="en-US" sz="1050" b="0" i="1" smtClean="0">
                          <a:latin typeface="Cambria Math" panose="02040503050406030204" pitchFamily="18" charset="0"/>
                        </a:rPr>
                        <m:t>= </m:t>
                      </m:r>
                      <m:f>
                        <m:fPr>
                          <m:ctrlPr>
                            <a:rPr lang="en-US" sz="1050" b="0" i="1" smtClean="0">
                              <a:latin typeface="Cambria Math" panose="02040503050406030204" pitchFamily="18" charset="0"/>
                            </a:rPr>
                          </m:ctrlPr>
                        </m:fPr>
                        <m:num>
                          <m:r>
                            <a:rPr lang="en-US" sz="1050" b="0" i="1" smtClean="0">
                              <a:latin typeface="Cambria Math" panose="02040503050406030204" pitchFamily="18" charset="0"/>
                            </a:rPr>
                            <m:t>1</m:t>
                          </m:r>
                        </m:num>
                        <m:den>
                          <m:r>
                            <a:rPr lang="en-US" sz="1050" b="0" i="1" smtClean="0">
                              <a:latin typeface="Cambria Math" panose="02040503050406030204" pitchFamily="18" charset="0"/>
                            </a:rPr>
                            <m:t>𝑁</m:t>
                          </m:r>
                        </m:den>
                      </m:f>
                      <m:r>
                        <a:rPr lang="en-US" sz="1050" b="0" i="1" smtClean="0">
                          <a:latin typeface="Cambria Math" panose="02040503050406030204" pitchFamily="18" charset="0"/>
                        </a:rPr>
                        <m:t> </m:t>
                      </m:r>
                      <m:nary>
                        <m:naryPr>
                          <m:chr m:val="∑"/>
                          <m:ctrlPr>
                            <a:rPr lang="en-US" sz="1050" b="0" i="1" smtClean="0">
                              <a:latin typeface="Cambria Math" panose="02040503050406030204" pitchFamily="18" charset="0"/>
                            </a:rPr>
                          </m:ctrlPr>
                        </m:naryPr>
                        <m:sub>
                          <m:r>
                            <m:rPr>
                              <m:brk m:alnAt="23"/>
                            </m:rPr>
                            <a:rPr lang="en-US" sz="1050" b="0" i="1" smtClean="0">
                              <a:latin typeface="Cambria Math" panose="02040503050406030204" pitchFamily="18" charset="0"/>
                            </a:rPr>
                            <m:t>𝑖</m:t>
                          </m:r>
                          <m:r>
                            <a:rPr lang="en-US" sz="1050" b="0" i="1" smtClean="0">
                              <a:latin typeface="Cambria Math" panose="02040503050406030204" pitchFamily="18" charset="0"/>
                            </a:rPr>
                            <m:t>=1</m:t>
                          </m:r>
                        </m:sub>
                        <m:sup>
                          <m:r>
                            <a:rPr lang="en-US" sz="1050" b="0" i="1" smtClean="0">
                              <a:latin typeface="Cambria Math" panose="02040503050406030204" pitchFamily="18" charset="0"/>
                            </a:rPr>
                            <m:t>𝑁</m:t>
                          </m:r>
                        </m:sup>
                        <m:e>
                          <m:r>
                            <a:rPr lang="en-US" sz="1050" b="0" i="1" smtClean="0">
                              <a:latin typeface="Cambria Math" panose="02040503050406030204" pitchFamily="18" charset="0"/>
                            </a:rPr>
                            <m:t>1(</m:t>
                          </m:r>
                          <m:acc>
                            <m:accPr>
                              <m:chr m:val="̂"/>
                              <m:ctrlPr>
                                <a:rPr lang="en-US" sz="1050" b="0" i="1" smtClean="0">
                                  <a:latin typeface="Cambria Math" panose="02040503050406030204" pitchFamily="18" charset="0"/>
                                </a:rPr>
                              </m:ctrlPr>
                            </m:accPr>
                            <m:e>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𝑦</m:t>
                                  </m:r>
                                </m:e>
                                <m:sub>
                                  <m:r>
                                    <a:rPr lang="en-US" sz="1050" b="0" i="1" smtClean="0">
                                      <a:latin typeface="Cambria Math" panose="02040503050406030204" pitchFamily="18" charset="0"/>
                                    </a:rPr>
                                    <m:t>𝑖</m:t>
                                  </m:r>
                                </m:sub>
                              </m:sSub>
                            </m:e>
                          </m:acc>
                          <m:r>
                            <a:rPr lang="en-US" sz="1050" b="0" i="1" smtClean="0">
                              <a:latin typeface="Cambria Math" panose="02040503050406030204" pitchFamily="18" charset="0"/>
                            </a:rPr>
                            <m:t>=</m:t>
                          </m:r>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𝑦</m:t>
                              </m:r>
                            </m:e>
                            <m:sub>
                              <m:r>
                                <a:rPr lang="en-US" sz="1050" b="0" i="1" smtClean="0">
                                  <a:latin typeface="Cambria Math" panose="02040503050406030204" pitchFamily="18" charset="0"/>
                                </a:rPr>
                                <m:t>𝑖</m:t>
                              </m:r>
                            </m:sub>
                          </m:sSub>
                          <m:r>
                            <a:rPr lang="en-US" sz="1050" b="0" i="1" smtClean="0">
                              <a:latin typeface="Cambria Math" panose="02040503050406030204" pitchFamily="18" charset="0"/>
                            </a:rPr>
                            <m:t>)</m:t>
                          </m:r>
                        </m:e>
                      </m:nary>
                    </m:oMath>
                  </m:oMathPara>
                </a14:m>
                <a:endParaRPr lang="en-US" sz="1050" dirty="0"/>
              </a:p>
            </p:txBody>
          </p:sp>
        </mc:Choice>
        <mc:Fallback>
          <p:sp>
            <p:nvSpPr>
              <p:cNvPr id="7" name="TextBox 6">
                <a:extLst>
                  <a:ext uri="{FF2B5EF4-FFF2-40B4-BE49-F238E27FC236}">
                    <a16:creationId xmlns:a16="http://schemas.microsoft.com/office/drawing/2014/main" id="{93B3AF36-DB77-1B6A-B977-842FCA5B91D7}"/>
                  </a:ext>
                </a:extLst>
              </p:cNvPr>
              <p:cNvSpPr txBox="1">
                <a:spLocks noRot="1" noChangeAspect="1" noMove="1" noResize="1" noEditPoints="1" noAdjustHandles="1" noChangeArrowheads="1" noChangeShapeType="1" noTextEdit="1"/>
              </p:cNvSpPr>
              <p:nvPr/>
            </p:nvSpPr>
            <p:spPr>
              <a:xfrm>
                <a:off x="6634057" y="2950055"/>
                <a:ext cx="1778425" cy="454420"/>
              </a:xfrm>
              <a:prstGeom prst="rect">
                <a:avLst/>
              </a:prstGeom>
              <a:blipFill>
                <a:blip r:embed="rId3"/>
                <a:stretch>
                  <a:fillRect l="-1418" t="-122222" r="-709" b="-18888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71115D6-9606-28F5-192E-5FFF9060E09B}"/>
              </a:ext>
            </a:extLst>
          </p:cNvPr>
          <p:cNvSpPr txBox="1"/>
          <p:nvPr/>
        </p:nvSpPr>
        <p:spPr>
          <a:xfrm>
            <a:off x="8787160" y="4609170"/>
            <a:ext cx="36099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18</a:t>
            </a:r>
          </a:p>
        </p:txBody>
      </p:sp>
      <p:pic>
        <p:nvPicPr>
          <p:cNvPr id="10" name="Picture 9">
            <a:extLst>
              <a:ext uri="{FF2B5EF4-FFF2-40B4-BE49-F238E27FC236}">
                <a16:creationId xmlns:a16="http://schemas.microsoft.com/office/drawing/2014/main" id="{4948E05E-053A-69A7-64CA-ECA08200FAE0}"/>
              </a:ext>
            </a:extLst>
          </p:cNvPr>
          <p:cNvPicPr>
            <a:picLocks noChangeAspect="1"/>
          </p:cNvPicPr>
          <p:nvPr/>
        </p:nvPicPr>
        <p:blipFill>
          <a:blip r:embed="rId4"/>
          <a:stretch>
            <a:fillRect/>
          </a:stretch>
        </p:blipFill>
        <p:spPr>
          <a:xfrm>
            <a:off x="727841" y="1304135"/>
            <a:ext cx="5749747" cy="3291840"/>
          </a:xfrm>
          <a:prstGeom prst="rect">
            <a:avLst/>
          </a:prstGeom>
        </p:spPr>
      </p:pic>
    </p:spTree>
    <p:extLst>
      <p:ext uri="{BB962C8B-B14F-4D97-AF65-F5344CB8AC3E}">
        <p14:creationId xmlns:p14="http://schemas.microsoft.com/office/powerpoint/2010/main" val="3637332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B0BE764A-4A1B-09E7-F6EB-BB7B768843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D053B6-08ED-5296-854F-EEF9D02DD946}"/>
              </a:ext>
            </a:extLst>
          </p:cNvPr>
          <p:cNvSpPr/>
          <p:nvPr/>
        </p:nvSpPr>
        <p:spPr>
          <a:xfrm>
            <a:off x="731520" y="0"/>
            <a:ext cx="4035079"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SHAP Analysis</a:t>
            </a:r>
            <a:r>
              <a:rPr lang="zh-CN" alt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 name="Subtitle 3">
            <a:extLst>
              <a:ext uri="{FF2B5EF4-FFF2-40B4-BE49-F238E27FC236}">
                <a16:creationId xmlns:a16="http://schemas.microsoft.com/office/drawing/2014/main" id="{77E0B005-F0A2-25C1-3A11-F4AC0F437E29}"/>
              </a:ext>
            </a:extLst>
          </p:cNvPr>
          <p:cNvSpPr>
            <a:spLocks noGrp="1"/>
          </p:cNvSpPr>
          <p:nvPr>
            <p:ph type="subTitle" idx="1"/>
          </p:nvPr>
        </p:nvSpPr>
        <p:spPr>
          <a:xfrm>
            <a:off x="731520" y="530352"/>
            <a:ext cx="7680960" cy="413518"/>
          </a:xfrm>
        </p:spPr>
        <p:txBody>
          <a:bodyPr anchor="t"/>
          <a:lstStyle/>
          <a:p>
            <a:pPr marL="139700" indent="0" algn="l"/>
            <a:r>
              <a:rPr lang="en-US" sz="1200" b="1" dirty="0">
                <a:latin typeface="+mj-lt"/>
                <a:ea typeface="Questrial" pitchFamily="2" charset="77"/>
                <a:cs typeface="Questrial" pitchFamily="2" charset="77"/>
              </a:rPr>
              <a:t>“Peak” Modeling Results</a:t>
            </a:r>
          </a:p>
        </p:txBody>
      </p:sp>
      <p:sp>
        <p:nvSpPr>
          <p:cNvPr id="11" name="Subtitle 3">
            <a:extLst>
              <a:ext uri="{FF2B5EF4-FFF2-40B4-BE49-F238E27FC236}">
                <a16:creationId xmlns:a16="http://schemas.microsoft.com/office/drawing/2014/main" id="{B45CC2FD-B87A-DE0D-E6B0-23CFD6311154}"/>
              </a:ext>
            </a:extLst>
          </p:cNvPr>
          <p:cNvSpPr txBox="1">
            <a:spLocks/>
          </p:cNvSpPr>
          <p:nvPr/>
        </p:nvSpPr>
        <p:spPr>
          <a:xfrm>
            <a:off x="576890" y="3393202"/>
            <a:ext cx="7758275" cy="13299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r>
              <a:rPr lang="en-US" sz="900" dirty="0">
                <a:latin typeface="+mn-lt"/>
              </a:rPr>
              <a:t>The top five predictors—</a:t>
            </a:r>
            <a:r>
              <a:rPr lang="en-US" sz="900" b="1" dirty="0" err="1">
                <a:latin typeface="+mn-lt"/>
              </a:rPr>
              <a:t>short_slopes</a:t>
            </a:r>
            <a:r>
              <a:rPr lang="en-US" sz="900" b="1" dirty="0">
                <a:latin typeface="+mn-lt"/>
              </a:rPr>
              <a:t>, </a:t>
            </a:r>
            <a:r>
              <a:rPr lang="en-US" sz="900" b="1" dirty="0" err="1">
                <a:latin typeface="+mn-lt"/>
              </a:rPr>
              <a:t>log_slope</a:t>
            </a:r>
            <a:r>
              <a:rPr lang="en-US" sz="900" b="1" dirty="0">
                <a:latin typeface="+mn-lt"/>
              </a:rPr>
              <a:t>, </a:t>
            </a:r>
            <a:r>
              <a:rPr lang="en-US" sz="900" b="1" dirty="0" err="1">
                <a:latin typeface="+mn-lt"/>
              </a:rPr>
              <a:t>entropy_pairs</a:t>
            </a:r>
            <a:r>
              <a:rPr lang="en-US" sz="900" b="1" dirty="0">
                <a:latin typeface="+mn-lt"/>
              </a:rPr>
              <a:t>, </a:t>
            </a:r>
            <a:r>
              <a:rPr lang="en-US" sz="900" b="1" dirty="0" err="1">
                <a:latin typeface="+mn-lt"/>
              </a:rPr>
              <a:t>outlier_timing_pos</a:t>
            </a:r>
            <a:r>
              <a:rPr lang="en-US" sz="900" b="1" dirty="0">
                <a:latin typeface="+mn-lt"/>
              </a:rPr>
              <a:t>,</a:t>
            </a:r>
            <a:r>
              <a:rPr lang="en-US" sz="900" dirty="0">
                <a:latin typeface="+mn-lt"/>
              </a:rPr>
              <a:t> and </a:t>
            </a:r>
            <a:r>
              <a:rPr lang="en-US" sz="900" b="1" dirty="0" err="1">
                <a:latin typeface="+mn-lt"/>
              </a:rPr>
              <a:t>high_fluctuation</a:t>
            </a:r>
            <a:r>
              <a:rPr lang="en-US" sz="900" dirty="0">
                <a:latin typeface="+mn-lt"/>
              </a:rPr>
              <a:t>—represent distinct aspects of variant temporal dynamics. </a:t>
            </a:r>
            <a:r>
              <a:rPr lang="en-US" sz="900" i="1" dirty="0" err="1">
                <a:latin typeface="+mn-lt"/>
              </a:rPr>
              <a:t>short_slopes</a:t>
            </a:r>
            <a:r>
              <a:rPr lang="en-US" sz="900" dirty="0">
                <a:latin typeface="+mn-lt"/>
              </a:rPr>
              <a:t> and </a:t>
            </a:r>
            <a:r>
              <a:rPr lang="en-US" sz="900" i="1" dirty="0" err="1">
                <a:latin typeface="+mn-lt"/>
              </a:rPr>
              <a:t>log_slope</a:t>
            </a:r>
            <a:r>
              <a:rPr lang="en-US" sz="900" dirty="0">
                <a:latin typeface="+mn-lt"/>
              </a:rPr>
              <a:t> capture early</a:t>
            </a:r>
            <a:r>
              <a:rPr lang="zh-CN" altLang="en-US" sz="900" dirty="0">
                <a:latin typeface="+mn-lt"/>
              </a:rPr>
              <a:t> </a:t>
            </a:r>
            <a:r>
              <a:rPr lang="en-US" altLang="zh-CN" sz="900" dirty="0">
                <a:latin typeface="+mn-lt"/>
              </a:rPr>
              <a:t>(7 days)</a:t>
            </a:r>
            <a:r>
              <a:rPr lang="en-US" sz="900" dirty="0">
                <a:latin typeface="+mn-lt"/>
              </a:rPr>
              <a:t> and overall growth trends; </a:t>
            </a:r>
            <a:r>
              <a:rPr lang="en-US" sz="900" i="1" dirty="0" err="1">
                <a:latin typeface="+mn-lt"/>
              </a:rPr>
              <a:t>entropy_pairs</a:t>
            </a:r>
            <a:r>
              <a:rPr lang="en-US" sz="900" dirty="0">
                <a:latin typeface="+mn-lt"/>
              </a:rPr>
              <a:t> quantifies irregularity in prevalence trajectories; </a:t>
            </a:r>
            <a:r>
              <a:rPr lang="en-US" sz="900" i="1" dirty="0" err="1">
                <a:latin typeface="+mn-lt"/>
              </a:rPr>
              <a:t>outlier_timing_pos</a:t>
            </a:r>
            <a:r>
              <a:rPr lang="en-US" sz="900" dirty="0">
                <a:latin typeface="+mn-lt"/>
              </a:rPr>
              <a:t> detects sudden early surges; and </a:t>
            </a:r>
            <a:r>
              <a:rPr lang="en-US" sz="900" i="1" dirty="0" err="1">
                <a:latin typeface="+mn-lt"/>
              </a:rPr>
              <a:t>high_fluctuation</a:t>
            </a:r>
            <a:r>
              <a:rPr lang="en-US" sz="900" dirty="0">
                <a:latin typeface="+mn-lt"/>
              </a:rPr>
              <a:t> measures temporal variability.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r>
              <a:rPr lang="en-US" sz="900" dirty="0">
                <a:latin typeface="+mn-lt"/>
              </a:rPr>
              <a:t>SHAP analysis indicates that higher </a:t>
            </a:r>
            <a:r>
              <a:rPr lang="en-US" sz="900" i="1" dirty="0" err="1">
                <a:latin typeface="+mn-lt"/>
              </a:rPr>
              <a:t>log_slope</a:t>
            </a:r>
            <a:r>
              <a:rPr lang="en-US" sz="900" dirty="0">
                <a:latin typeface="+mn-lt"/>
              </a:rPr>
              <a:t> predicts greater peak prevalence, while lower </a:t>
            </a:r>
            <a:r>
              <a:rPr lang="en-US" sz="900" i="1" dirty="0" err="1">
                <a:latin typeface="+mn-lt"/>
              </a:rPr>
              <a:t>short_slopes</a:t>
            </a:r>
            <a:r>
              <a:rPr lang="en-US" sz="900" dirty="0">
                <a:latin typeface="+mn-lt"/>
              </a:rPr>
              <a:t> (slower early growth) favors future dominance. Greater </a:t>
            </a:r>
            <a:r>
              <a:rPr lang="en-US" sz="900" i="1" dirty="0" err="1">
                <a:latin typeface="+mn-lt"/>
              </a:rPr>
              <a:t>entropy_pairs</a:t>
            </a:r>
            <a:r>
              <a:rPr lang="en-US" sz="900" dirty="0">
                <a:latin typeface="+mn-lt"/>
              </a:rPr>
              <a:t> and </a:t>
            </a:r>
            <a:r>
              <a:rPr lang="en-US" sz="900" i="1" dirty="0" err="1">
                <a:latin typeface="+mn-lt"/>
              </a:rPr>
              <a:t>high_fluctuation</a:t>
            </a:r>
            <a:r>
              <a:rPr lang="en-US" sz="900" dirty="0">
                <a:latin typeface="+mn-lt"/>
              </a:rPr>
              <a:t> also associate with higher peaks, reflecting irregular and dynamic variant expansion.</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sz="1100" dirty="0">
              <a:latin typeface="+mn-lt"/>
            </a:endParaRPr>
          </a:p>
          <a:p>
            <a:pPr marL="311150" indent="-171450" algn="l">
              <a:buFont typeface="Wingdings" pitchFamily="2" charset="2"/>
              <a:buChar char="§"/>
            </a:pPr>
            <a:endParaRPr lang="en-US" sz="1100" dirty="0">
              <a:latin typeface="+mn-lt"/>
            </a:endParaRPr>
          </a:p>
          <a:p>
            <a:pPr marL="311150" indent="-171450" algn="l">
              <a:buFont typeface="Wingdings" pitchFamily="2" charset="2"/>
              <a:buChar char="§"/>
            </a:pPr>
            <a:endParaRPr lang="en-US" sz="1100" dirty="0"/>
          </a:p>
          <a:p>
            <a:pPr marL="311150" indent="-171450" algn="l">
              <a:buFont typeface="Wingdings" pitchFamily="2" charset="2"/>
              <a:buChar char="§"/>
            </a:pPr>
            <a:endParaRPr lang="en-US" sz="1100" b="1" i="1" dirty="0"/>
          </a:p>
        </p:txBody>
      </p:sp>
      <p:sp>
        <p:nvSpPr>
          <p:cNvPr id="3" name="TextBox 2">
            <a:extLst>
              <a:ext uri="{FF2B5EF4-FFF2-40B4-BE49-F238E27FC236}">
                <a16:creationId xmlns:a16="http://schemas.microsoft.com/office/drawing/2014/main" id="{76A6A45D-DF05-0F01-2435-1AC8FD53CC25}"/>
              </a:ext>
            </a:extLst>
          </p:cNvPr>
          <p:cNvSpPr txBox="1"/>
          <p:nvPr/>
        </p:nvSpPr>
        <p:spPr>
          <a:xfrm>
            <a:off x="8787160" y="4609170"/>
            <a:ext cx="37061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19</a:t>
            </a:r>
          </a:p>
        </p:txBody>
      </p:sp>
      <p:pic>
        <p:nvPicPr>
          <p:cNvPr id="7" name="Picture 6" descr="A graph with red and blue dots&#10;&#10;AI-generated content may be incorrect.">
            <a:extLst>
              <a:ext uri="{FF2B5EF4-FFF2-40B4-BE49-F238E27FC236}">
                <a16:creationId xmlns:a16="http://schemas.microsoft.com/office/drawing/2014/main" id="{1CCF1365-214D-B83C-804A-41FF1C48670B}"/>
              </a:ext>
            </a:extLst>
          </p:cNvPr>
          <p:cNvPicPr>
            <a:picLocks noChangeAspect="1"/>
          </p:cNvPicPr>
          <p:nvPr/>
        </p:nvPicPr>
        <p:blipFill>
          <a:blip r:embed="rId3"/>
          <a:stretch>
            <a:fillRect/>
          </a:stretch>
        </p:blipFill>
        <p:spPr>
          <a:xfrm>
            <a:off x="4624782" y="991558"/>
            <a:ext cx="3657600" cy="2433674"/>
          </a:xfrm>
          <a:prstGeom prst="rect">
            <a:avLst/>
          </a:prstGeom>
        </p:spPr>
      </p:pic>
      <p:pic>
        <p:nvPicPr>
          <p:cNvPr id="13" name="Picture 12" descr="A graph with red bars&#10;&#10;AI-generated content may be incorrect.">
            <a:extLst>
              <a:ext uri="{FF2B5EF4-FFF2-40B4-BE49-F238E27FC236}">
                <a16:creationId xmlns:a16="http://schemas.microsoft.com/office/drawing/2014/main" id="{97F446FD-CBF4-0B0D-5A20-7D9896F2470E}"/>
              </a:ext>
            </a:extLst>
          </p:cNvPr>
          <p:cNvPicPr>
            <a:picLocks noChangeAspect="1"/>
          </p:cNvPicPr>
          <p:nvPr/>
        </p:nvPicPr>
        <p:blipFill>
          <a:blip r:embed="rId4"/>
          <a:stretch>
            <a:fillRect/>
          </a:stretch>
        </p:blipFill>
        <p:spPr>
          <a:xfrm>
            <a:off x="718998" y="943870"/>
            <a:ext cx="3907798" cy="2468880"/>
          </a:xfrm>
          <a:prstGeom prst="rect">
            <a:avLst/>
          </a:prstGeom>
        </p:spPr>
      </p:pic>
      <p:cxnSp>
        <p:nvCxnSpPr>
          <p:cNvPr id="14" name="Straight Arrow Connector 13">
            <a:extLst>
              <a:ext uri="{FF2B5EF4-FFF2-40B4-BE49-F238E27FC236}">
                <a16:creationId xmlns:a16="http://schemas.microsoft.com/office/drawing/2014/main" id="{4A1C16DF-C258-3A34-D78C-6AE6FB624A2F}"/>
              </a:ext>
            </a:extLst>
          </p:cNvPr>
          <p:cNvCxnSpPr>
            <a:cxnSpLocks/>
            <a:stCxn id="15" idx="2"/>
          </p:cNvCxnSpPr>
          <p:nvPr/>
        </p:nvCxnSpPr>
        <p:spPr>
          <a:xfrm flipH="1">
            <a:off x="7315200" y="847659"/>
            <a:ext cx="379180" cy="346141"/>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900A1E-F97F-CAE8-E25E-DF2412E1F119}"/>
              </a:ext>
            </a:extLst>
          </p:cNvPr>
          <p:cNvSpPr txBox="1"/>
          <p:nvPr/>
        </p:nvSpPr>
        <p:spPr>
          <a:xfrm>
            <a:off x="6856180" y="539882"/>
            <a:ext cx="1676400" cy="307777"/>
          </a:xfrm>
          <a:prstGeom prst="rect">
            <a:avLst/>
          </a:prstGeom>
          <a:noFill/>
        </p:spPr>
        <p:txBody>
          <a:bodyPr wrap="square" rtlCol="0">
            <a:spAutoFit/>
          </a:bodyPr>
          <a:lstStyle/>
          <a:p>
            <a:r>
              <a:rPr lang="en-US" sz="700" b="1" dirty="0">
                <a:solidFill>
                  <a:srgbClr val="0070C0"/>
                </a:solidFill>
              </a:rPr>
              <a:t>Low values (blue) have positive impacts on the prediction </a:t>
            </a:r>
          </a:p>
        </p:txBody>
      </p:sp>
      <p:cxnSp>
        <p:nvCxnSpPr>
          <p:cNvPr id="16" name="Straight Arrow Connector 15">
            <a:extLst>
              <a:ext uri="{FF2B5EF4-FFF2-40B4-BE49-F238E27FC236}">
                <a16:creationId xmlns:a16="http://schemas.microsoft.com/office/drawing/2014/main" id="{880C02B4-23B1-DC5F-8454-97B8EEFA034B}"/>
              </a:ext>
            </a:extLst>
          </p:cNvPr>
          <p:cNvCxnSpPr>
            <a:cxnSpLocks/>
            <a:stCxn id="17" idx="2"/>
          </p:cNvCxnSpPr>
          <p:nvPr/>
        </p:nvCxnSpPr>
        <p:spPr>
          <a:xfrm>
            <a:off x="5268198" y="938272"/>
            <a:ext cx="491152" cy="255528"/>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C9FF7CE-4085-91A9-FD39-962BCF592459}"/>
              </a:ext>
            </a:extLst>
          </p:cNvPr>
          <p:cNvSpPr txBox="1"/>
          <p:nvPr/>
        </p:nvSpPr>
        <p:spPr>
          <a:xfrm>
            <a:off x="4429998" y="630495"/>
            <a:ext cx="1676400" cy="307777"/>
          </a:xfrm>
          <a:prstGeom prst="rect">
            <a:avLst/>
          </a:prstGeom>
          <a:noFill/>
        </p:spPr>
        <p:txBody>
          <a:bodyPr wrap="square" rtlCol="0">
            <a:spAutoFit/>
          </a:bodyPr>
          <a:lstStyle/>
          <a:p>
            <a:r>
              <a:rPr lang="en-US" sz="700" b="1" dirty="0">
                <a:solidFill>
                  <a:srgbClr val="C00000"/>
                </a:solidFill>
              </a:rPr>
              <a:t>High values (blue) have negative impacts on the prediction </a:t>
            </a:r>
          </a:p>
        </p:txBody>
      </p:sp>
    </p:spTree>
    <p:extLst>
      <p:ext uri="{BB962C8B-B14F-4D97-AF65-F5344CB8AC3E}">
        <p14:creationId xmlns:p14="http://schemas.microsoft.com/office/powerpoint/2010/main" val="133087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20E3268-98A2-92EB-4BD4-D26F919037E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3CD5C0-F7CB-6930-5DB4-23520ADAADE7}"/>
              </a:ext>
            </a:extLst>
          </p:cNvPr>
          <p:cNvSpPr/>
          <p:nvPr/>
        </p:nvSpPr>
        <p:spPr>
          <a:xfrm>
            <a:off x="731520" y="0"/>
            <a:ext cx="4035079"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SHAP Analysis (SL)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 name="Subtitle 3">
            <a:extLst>
              <a:ext uri="{FF2B5EF4-FFF2-40B4-BE49-F238E27FC236}">
                <a16:creationId xmlns:a16="http://schemas.microsoft.com/office/drawing/2014/main" id="{BF9D371B-E477-0BE0-A674-F342CE85FC9B}"/>
              </a:ext>
            </a:extLst>
          </p:cNvPr>
          <p:cNvSpPr>
            <a:spLocks noGrp="1"/>
          </p:cNvSpPr>
          <p:nvPr>
            <p:ph type="subTitle" idx="1"/>
          </p:nvPr>
        </p:nvSpPr>
        <p:spPr>
          <a:xfrm>
            <a:off x="731520" y="530352"/>
            <a:ext cx="7680960" cy="413518"/>
          </a:xfrm>
        </p:spPr>
        <p:txBody>
          <a:bodyPr anchor="t"/>
          <a:lstStyle/>
          <a:p>
            <a:pPr marL="139700" indent="0" algn="l"/>
            <a:r>
              <a:rPr lang="en-US" sz="1200" b="1" dirty="0">
                <a:latin typeface="+mj-lt"/>
                <a:ea typeface="Questrial" pitchFamily="2" charset="77"/>
                <a:cs typeface="Questrial" pitchFamily="2" charset="77"/>
              </a:rPr>
              <a:t>“Duration” Modeling Results</a:t>
            </a:r>
          </a:p>
        </p:txBody>
      </p:sp>
      <p:sp>
        <p:nvSpPr>
          <p:cNvPr id="11" name="Subtitle 3">
            <a:extLst>
              <a:ext uri="{FF2B5EF4-FFF2-40B4-BE49-F238E27FC236}">
                <a16:creationId xmlns:a16="http://schemas.microsoft.com/office/drawing/2014/main" id="{EBAB2EBC-9D3B-110A-7B6F-0E61ED398EFF}"/>
              </a:ext>
            </a:extLst>
          </p:cNvPr>
          <p:cNvSpPr txBox="1">
            <a:spLocks/>
          </p:cNvSpPr>
          <p:nvPr/>
        </p:nvSpPr>
        <p:spPr>
          <a:xfrm>
            <a:off x="561776" y="3431038"/>
            <a:ext cx="7758275" cy="1178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r>
              <a:rPr lang="en-US" sz="900" dirty="0">
                <a:latin typeface="+mn-lt"/>
              </a:rPr>
              <a:t>The top five predictors—</a:t>
            </a:r>
            <a:r>
              <a:rPr lang="en-US" sz="900" b="1" dirty="0" err="1">
                <a:latin typeface="+mn-lt"/>
              </a:rPr>
              <a:t>short_slopes</a:t>
            </a:r>
            <a:r>
              <a:rPr lang="en-US" sz="900" b="1" dirty="0">
                <a:latin typeface="+mn-lt"/>
              </a:rPr>
              <a:t>, </a:t>
            </a:r>
            <a:r>
              <a:rPr lang="en-US" sz="900" b="1" dirty="0" err="1">
                <a:latin typeface="+mn-lt"/>
              </a:rPr>
              <a:t>log_slope</a:t>
            </a:r>
            <a:r>
              <a:rPr lang="en-US" sz="900" b="1" dirty="0">
                <a:latin typeface="+mn-lt"/>
              </a:rPr>
              <a:t>, </a:t>
            </a:r>
            <a:r>
              <a:rPr lang="en-US" sz="900" b="1" dirty="0" err="1">
                <a:latin typeface="+mn-lt"/>
              </a:rPr>
              <a:t>entropy_pairs</a:t>
            </a:r>
            <a:r>
              <a:rPr lang="en-US" sz="900" b="1" dirty="0">
                <a:latin typeface="+mn-lt"/>
              </a:rPr>
              <a:t>, </a:t>
            </a:r>
            <a:r>
              <a:rPr lang="en-US" sz="900" b="1" dirty="0" err="1">
                <a:latin typeface="+mn-lt"/>
              </a:rPr>
              <a:t>outlier_timing_pos</a:t>
            </a:r>
            <a:r>
              <a:rPr lang="en-US" sz="900" b="1" dirty="0">
                <a:latin typeface="+mn-lt"/>
              </a:rPr>
              <a:t>,</a:t>
            </a:r>
            <a:r>
              <a:rPr lang="en-US" sz="900" dirty="0">
                <a:latin typeface="+mn-lt"/>
              </a:rPr>
              <a:t> and </a:t>
            </a:r>
            <a:r>
              <a:rPr lang="en-US" sz="900" b="1" dirty="0" err="1">
                <a:latin typeface="+mn-lt"/>
              </a:rPr>
              <a:t>high_fluctuation</a:t>
            </a:r>
            <a:r>
              <a:rPr lang="en-US" sz="900" dirty="0">
                <a:latin typeface="+mn-lt"/>
              </a:rPr>
              <a:t>—represent distinct aspects of variant temporal dynamics. </a:t>
            </a:r>
            <a:r>
              <a:rPr lang="en-US" sz="900" i="1" dirty="0" err="1">
                <a:latin typeface="+mn-lt"/>
              </a:rPr>
              <a:t>short_slopes</a:t>
            </a:r>
            <a:r>
              <a:rPr lang="en-US" sz="900" dirty="0">
                <a:latin typeface="+mn-lt"/>
              </a:rPr>
              <a:t> and </a:t>
            </a:r>
            <a:r>
              <a:rPr lang="en-US" sz="900" i="1" dirty="0" err="1">
                <a:latin typeface="+mn-lt"/>
              </a:rPr>
              <a:t>log_slope</a:t>
            </a:r>
            <a:r>
              <a:rPr lang="en-US" sz="900" dirty="0">
                <a:latin typeface="+mn-lt"/>
              </a:rPr>
              <a:t> capture early</a:t>
            </a:r>
            <a:r>
              <a:rPr lang="zh-CN" altLang="en-US" sz="900" dirty="0">
                <a:latin typeface="+mn-lt"/>
              </a:rPr>
              <a:t> </a:t>
            </a:r>
            <a:r>
              <a:rPr lang="en-US" altLang="zh-CN" sz="900" dirty="0">
                <a:latin typeface="+mn-lt"/>
              </a:rPr>
              <a:t>(7 days)</a:t>
            </a:r>
            <a:r>
              <a:rPr lang="en-US" sz="900" dirty="0">
                <a:latin typeface="+mn-lt"/>
              </a:rPr>
              <a:t> and overall growth trends; </a:t>
            </a:r>
            <a:r>
              <a:rPr lang="en-US" sz="900" i="1" dirty="0" err="1">
                <a:latin typeface="+mn-lt"/>
              </a:rPr>
              <a:t>entropy_pairs</a:t>
            </a:r>
            <a:r>
              <a:rPr lang="en-US" sz="900" dirty="0">
                <a:latin typeface="+mn-lt"/>
              </a:rPr>
              <a:t> quantifies irregularity in prevalence trajectories; </a:t>
            </a:r>
            <a:r>
              <a:rPr lang="en-US" sz="900" i="1" dirty="0" err="1">
                <a:latin typeface="+mn-lt"/>
              </a:rPr>
              <a:t>outlier_timing_pos</a:t>
            </a:r>
            <a:r>
              <a:rPr lang="en-US" sz="900" dirty="0">
                <a:latin typeface="+mn-lt"/>
              </a:rPr>
              <a:t> detects sudden early surges; and </a:t>
            </a:r>
            <a:r>
              <a:rPr lang="en-US" sz="900" i="1" dirty="0" err="1">
                <a:latin typeface="+mn-lt"/>
              </a:rPr>
              <a:t>high_fluctuation</a:t>
            </a:r>
            <a:r>
              <a:rPr lang="en-US" sz="900" dirty="0">
                <a:latin typeface="+mn-lt"/>
              </a:rPr>
              <a:t> measures temporal variability.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r>
              <a:rPr lang="en-US" sz="900" dirty="0">
                <a:latin typeface="+mn-lt"/>
              </a:rPr>
              <a:t>SHAP analysis reveals that larger </a:t>
            </a:r>
            <a:r>
              <a:rPr lang="en-US" sz="900" dirty="0" err="1">
                <a:latin typeface="+mn-lt"/>
              </a:rPr>
              <a:t>log_slope</a:t>
            </a:r>
            <a:r>
              <a:rPr lang="en-US" sz="900" dirty="0">
                <a:latin typeface="+mn-lt"/>
              </a:rPr>
              <a:t> values are associated with extended variant persistence, while smaller </a:t>
            </a:r>
            <a:r>
              <a:rPr lang="en-US" sz="900" dirty="0" err="1">
                <a:latin typeface="+mn-lt"/>
              </a:rPr>
              <a:t>short_slopes</a:t>
            </a:r>
            <a:r>
              <a:rPr lang="en-US" sz="900" dirty="0">
                <a:latin typeface="+mn-lt"/>
              </a:rPr>
              <a:t> (indicating slower initial growth) correspond to longer durations, suggesting that sustained rather than rapid expansion promotes persistence. In contrast, higher </a:t>
            </a:r>
            <a:r>
              <a:rPr lang="en-US" sz="900" dirty="0" err="1">
                <a:latin typeface="+mn-lt"/>
              </a:rPr>
              <a:t>entropy_pairs</a:t>
            </a:r>
            <a:r>
              <a:rPr lang="en-US" sz="900" dirty="0">
                <a:latin typeface="+mn-lt"/>
              </a:rPr>
              <a:t> and </a:t>
            </a:r>
            <a:r>
              <a:rPr lang="en-US" sz="900" dirty="0" err="1">
                <a:latin typeface="+mn-lt"/>
              </a:rPr>
              <a:t>high_fluctuation</a:t>
            </a:r>
            <a:r>
              <a:rPr lang="en-US" sz="900" dirty="0">
                <a:latin typeface="+mn-lt"/>
              </a:rPr>
              <a:t> exhibit negative associations, indicating that irregular and unstable temporal dynamics shorten variant longevity.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altLang="zh-CN" sz="900" dirty="0">
              <a:latin typeface="+mn-lt"/>
            </a:endParaRP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sz="1100" dirty="0"/>
          </a:p>
          <a:p>
            <a:pPr marL="311150" indent="-171450" algn="l">
              <a:buFont typeface="Wingdings" pitchFamily="2" charset="2"/>
              <a:buChar char="§"/>
            </a:pPr>
            <a:endParaRPr lang="en-US" sz="1100" b="1" i="1" dirty="0"/>
          </a:p>
        </p:txBody>
      </p:sp>
      <p:sp>
        <p:nvSpPr>
          <p:cNvPr id="5" name="TextBox 4">
            <a:extLst>
              <a:ext uri="{FF2B5EF4-FFF2-40B4-BE49-F238E27FC236}">
                <a16:creationId xmlns:a16="http://schemas.microsoft.com/office/drawing/2014/main" id="{8AF88687-79A2-B6F6-0C01-2795CB6E9B36}"/>
              </a:ext>
            </a:extLst>
          </p:cNvPr>
          <p:cNvSpPr txBox="1"/>
          <p:nvPr/>
        </p:nvSpPr>
        <p:spPr>
          <a:xfrm>
            <a:off x="8787160" y="4609170"/>
            <a:ext cx="38504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20</a:t>
            </a:r>
          </a:p>
        </p:txBody>
      </p:sp>
      <p:pic>
        <p:nvPicPr>
          <p:cNvPr id="7" name="Picture 6" descr="A graph with red bars&#10;&#10;AI-generated content may be incorrect.">
            <a:extLst>
              <a:ext uri="{FF2B5EF4-FFF2-40B4-BE49-F238E27FC236}">
                <a16:creationId xmlns:a16="http://schemas.microsoft.com/office/drawing/2014/main" id="{EF98A596-489F-5115-DCC6-0CFE94C29809}"/>
              </a:ext>
            </a:extLst>
          </p:cNvPr>
          <p:cNvPicPr>
            <a:picLocks noChangeAspect="1"/>
          </p:cNvPicPr>
          <p:nvPr/>
        </p:nvPicPr>
        <p:blipFill>
          <a:blip r:embed="rId3"/>
          <a:stretch>
            <a:fillRect/>
          </a:stretch>
        </p:blipFill>
        <p:spPr>
          <a:xfrm>
            <a:off x="731520" y="943870"/>
            <a:ext cx="3907798" cy="2468880"/>
          </a:xfrm>
          <a:prstGeom prst="rect">
            <a:avLst/>
          </a:prstGeom>
        </p:spPr>
      </p:pic>
      <p:pic>
        <p:nvPicPr>
          <p:cNvPr id="13" name="Picture 12" descr="A graph with red and blue dots&#10;&#10;AI-generated content may be incorrect.">
            <a:extLst>
              <a:ext uri="{FF2B5EF4-FFF2-40B4-BE49-F238E27FC236}">
                <a16:creationId xmlns:a16="http://schemas.microsoft.com/office/drawing/2014/main" id="{F2D94F61-DA36-F57C-7168-2713A4566350}"/>
              </a:ext>
            </a:extLst>
          </p:cNvPr>
          <p:cNvPicPr>
            <a:picLocks noChangeAspect="1"/>
          </p:cNvPicPr>
          <p:nvPr/>
        </p:nvPicPr>
        <p:blipFill>
          <a:blip r:embed="rId4"/>
          <a:stretch>
            <a:fillRect/>
          </a:stretch>
        </p:blipFill>
        <p:spPr>
          <a:xfrm>
            <a:off x="4572000" y="962158"/>
            <a:ext cx="4135450" cy="2432304"/>
          </a:xfrm>
          <a:prstGeom prst="rect">
            <a:avLst/>
          </a:prstGeom>
        </p:spPr>
      </p:pic>
      <p:cxnSp>
        <p:nvCxnSpPr>
          <p:cNvPr id="15" name="Straight Arrow Connector 14">
            <a:extLst>
              <a:ext uri="{FF2B5EF4-FFF2-40B4-BE49-F238E27FC236}">
                <a16:creationId xmlns:a16="http://schemas.microsoft.com/office/drawing/2014/main" id="{B8199425-02CF-8BD3-30EB-8F77D2C1B473}"/>
              </a:ext>
            </a:extLst>
          </p:cNvPr>
          <p:cNvCxnSpPr>
            <a:cxnSpLocks/>
            <a:stCxn id="17" idx="2"/>
          </p:cNvCxnSpPr>
          <p:nvPr/>
        </p:nvCxnSpPr>
        <p:spPr>
          <a:xfrm>
            <a:off x="5200465" y="962158"/>
            <a:ext cx="743135" cy="290909"/>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0A98D4E-22A8-8D17-482F-AFE63F782FA4}"/>
              </a:ext>
            </a:extLst>
          </p:cNvPr>
          <p:cNvSpPr txBox="1"/>
          <p:nvPr/>
        </p:nvSpPr>
        <p:spPr>
          <a:xfrm>
            <a:off x="4362265" y="654381"/>
            <a:ext cx="1676400" cy="307777"/>
          </a:xfrm>
          <a:prstGeom prst="rect">
            <a:avLst/>
          </a:prstGeom>
          <a:noFill/>
        </p:spPr>
        <p:txBody>
          <a:bodyPr wrap="square" rtlCol="0">
            <a:spAutoFit/>
          </a:bodyPr>
          <a:lstStyle/>
          <a:p>
            <a:r>
              <a:rPr lang="en-US" sz="700" b="1" dirty="0">
                <a:solidFill>
                  <a:srgbClr val="0070C0"/>
                </a:solidFill>
              </a:rPr>
              <a:t>Low values (blue) have negative impacts on the prediction </a:t>
            </a:r>
          </a:p>
        </p:txBody>
      </p:sp>
      <p:cxnSp>
        <p:nvCxnSpPr>
          <p:cNvPr id="21" name="Straight Arrow Connector 20">
            <a:extLst>
              <a:ext uri="{FF2B5EF4-FFF2-40B4-BE49-F238E27FC236}">
                <a16:creationId xmlns:a16="http://schemas.microsoft.com/office/drawing/2014/main" id="{0ECF2055-9510-E4A8-B7E8-B83F22498C05}"/>
              </a:ext>
            </a:extLst>
          </p:cNvPr>
          <p:cNvCxnSpPr>
            <a:cxnSpLocks/>
            <a:stCxn id="28" idx="2"/>
          </p:cNvCxnSpPr>
          <p:nvPr/>
        </p:nvCxnSpPr>
        <p:spPr>
          <a:xfrm flipH="1">
            <a:off x="6874933" y="962158"/>
            <a:ext cx="746880" cy="21323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18C05D3-B787-1E93-70DA-F6BDD486BB10}"/>
              </a:ext>
            </a:extLst>
          </p:cNvPr>
          <p:cNvSpPr txBox="1"/>
          <p:nvPr/>
        </p:nvSpPr>
        <p:spPr>
          <a:xfrm>
            <a:off x="6783613" y="654381"/>
            <a:ext cx="1676400" cy="307777"/>
          </a:xfrm>
          <a:prstGeom prst="rect">
            <a:avLst/>
          </a:prstGeom>
          <a:noFill/>
        </p:spPr>
        <p:txBody>
          <a:bodyPr wrap="square" rtlCol="0">
            <a:spAutoFit/>
          </a:bodyPr>
          <a:lstStyle/>
          <a:p>
            <a:r>
              <a:rPr lang="en-US" sz="700" b="1" dirty="0">
                <a:solidFill>
                  <a:srgbClr val="C00000"/>
                </a:solidFill>
              </a:rPr>
              <a:t>High values (blue) have positive impacts on the prediction </a:t>
            </a:r>
          </a:p>
        </p:txBody>
      </p:sp>
    </p:spTree>
    <p:extLst>
      <p:ext uri="{BB962C8B-B14F-4D97-AF65-F5344CB8AC3E}">
        <p14:creationId xmlns:p14="http://schemas.microsoft.com/office/powerpoint/2010/main" val="1345782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856F321C-A66A-ECF1-200A-35F4AE4AFD8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F89389-D4E4-6476-8606-0E684C80809D}"/>
              </a:ext>
            </a:extLst>
          </p:cNvPr>
          <p:cNvSpPr/>
          <p:nvPr/>
        </p:nvSpPr>
        <p:spPr>
          <a:xfrm>
            <a:off x="731520" y="0"/>
            <a:ext cx="462177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Application (SL)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 name="Subtitle 3">
            <a:extLst>
              <a:ext uri="{FF2B5EF4-FFF2-40B4-BE49-F238E27FC236}">
                <a16:creationId xmlns:a16="http://schemas.microsoft.com/office/drawing/2014/main" id="{F346E058-87F9-15AC-1FCC-92D9F40EA6F8}"/>
              </a:ext>
            </a:extLst>
          </p:cNvPr>
          <p:cNvSpPr txBox="1">
            <a:spLocks/>
          </p:cNvSpPr>
          <p:nvPr/>
        </p:nvSpPr>
        <p:spPr>
          <a:xfrm>
            <a:off x="6690732" y="623314"/>
            <a:ext cx="1895707" cy="23429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200" b="1" dirty="0">
                <a:latin typeface="+mn-lt"/>
              </a:rPr>
              <a:t>Notation</a:t>
            </a:r>
            <a:r>
              <a:rPr lang="en-US" altLang="zh-CN" sz="1200" b="1" dirty="0">
                <a:latin typeface="+mn-lt"/>
              </a:rPr>
              <a:t>:</a:t>
            </a:r>
            <a:r>
              <a:rPr lang="zh-CN" altLang="en-US" sz="1200" b="1" dirty="0">
                <a:latin typeface="+mn-lt"/>
              </a:rPr>
              <a:t> </a:t>
            </a:r>
            <a:endParaRPr lang="en-US" altLang="zh-CN" sz="1200" b="1" dirty="0">
              <a:latin typeface="+mn-lt"/>
            </a:endParaRPr>
          </a:p>
          <a:p>
            <a:pPr marL="139700" indent="0" algn="l"/>
            <a:endParaRPr lang="en-US" sz="1000" dirty="0"/>
          </a:p>
          <a:p>
            <a:pPr marL="311150" indent="-171450" algn="l">
              <a:buFont typeface="Wingdings" pitchFamily="2" charset="2"/>
              <a:buChar char="§"/>
            </a:pPr>
            <a:r>
              <a:rPr lang="en-US" altLang="zh-CN" sz="1000" dirty="0">
                <a:latin typeface="+mn-lt"/>
              </a:rPr>
              <a:t>Successfully predicting whether peak share is below 30% and whether duration is under 100 days, with correct predictions for both highlighted by a gray background.</a:t>
            </a:r>
          </a:p>
          <a:p>
            <a:pPr marL="139700" indent="0" algn="l"/>
            <a:endParaRPr lang="en-US" altLang="zh-CN" sz="1000" dirty="0">
              <a:latin typeface="+mn-lt"/>
            </a:endParaRPr>
          </a:p>
          <a:p>
            <a:pPr marL="139700" indent="0" algn="l"/>
            <a:endParaRPr lang="en-US" sz="1000" dirty="0"/>
          </a:p>
        </p:txBody>
      </p:sp>
      <p:sp>
        <p:nvSpPr>
          <p:cNvPr id="3" name="TextBox 2">
            <a:extLst>
              <a:ext uri="{FF2B5EF4-FFF2-40B4-BE49-F238E27FC236}">
                <a16:creationId xmlns:a16="http://schemas.microsoft.com/office/drawing/2014/main" id="{369315AA-B21E-D4FC-733E-145C7E599DB8}"/>
              </a:ext>
            </a:extLst>
          </p:cNvPr>
          <p:cNvSpPr txBox="1"/>
          <p:nvPr/>
        </p:nvSpPr>
        <p:spPr>
          <a:xfrm>
            <a:off x="8787160" y="4609170"/>
            <a:ext cx="36901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21</a:t>
            </a:r>
          </a:p>
        </p:txBody>
      </p:sp>
      <p:pic>
        <p:nvPicPr>
          <p:cNvPr id="9" name="Picture 8" descr="A table of numbers and numbers&#10;&#10;AI-generated content may be incorrect.">
            <a:extLst>
              <a:ext uri="{FF2B5EF4-FFF2-40B4-BE49-F238E27FC236}">
                <a16:creationId xmlns:a16="http://schemas.microsoft.com/office/drawing/2014/main" id="{56F90E10-7EE4-0C3E-DDBB-0577E80FE993}"/>
              </a:ext>
            </a:extLst>
          </p:cNvPr>
          <p:cNvPicPr>
            <a:picLocks noChangeAspect="1"/>
          </p:cNvPicPr>
          <p:nvPr/>
        </p:nvPicPr>
        <p:blipFill>
          <a:blip r:embed="rId3"/>
          <a:stretch>
            <a:fillRect/>
          </a:stretch>
        </p:blipFill>
        <p:spPr>
          <a:xfrm>
            <a:off x="790972" y="623314"/>
            <a:ext cx="5899760" cy="3657600"/>
          </a:xfrm>
          <a:prstGeom prst="rect">
            <a:avLst/>
          </a:prstGeom>
        </p:spPr>
      </p:pic>
    </p:spTree>
    <p:extLst>
      <p:ext uri="{BB962C8B-B14F-4D97-AF65-F5344CB8AC3E}">
        <p14:creationId xmlns:p14="http://schemas.microsoft.com/office/powerpoint/2010/main" val="3668339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DD06E75-6EDF-D250-BC69-74832D885F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F39328-1BD4-C9D2-30D0-8E5BCE00DCD2}"/>
              </a:ext>
            </a:extLst>
          </p:cNvPr>
          <p:cNvSpPr/>
          <p:nvPr/>
        </p:nvSpPr>
        <p:spPr>
          <a:xfrm>
            <a:off x="731520" y="0"/>
            <a:ext cx="241444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Conclusion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Subtitle 3">
            <a:extLst>
              <a:ext uri="{FF2B5EF4-FFF2-40B4-BE49-F238E27FC236}">
                <a16:creationId xmlns:a16="http://schemas.microsoft.com/office/drawing/2014/main" id="{42231BE0-56C5-589D-8D34-2B661B6BFD8E}"/>
              </a:ext>
            </a:extLst>
          </p:cNvPr>
          <p:cNvSpPr txBox="1">
            <a:spLocks/>
          </p:cNvSpPr>
          <p:nvPr/>
        </p:nvSpPr>
        <p:spPr>
          <a:xfrm>
            <a:off x="654205" y="584775"/>
            <a:ext cx="7758275" cy="321640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425450" indent="-285750" algn="l">
              <a:buFont typeface="Arial" panose="020B0604020202020204" pitchFamily="34" charset="0"/>
              <a:buChar char="•"/>
            </a:pPr>
            <a:r>
              <a:rPr lang="en-US" sz="1400" dirty="0">
                <a:latin typeface="+mn-lt"/>
              </a:rPr>
              <a:t>We established an efficient data-processing and modeling pipeline for SARS-CoV-2 variants, which streamlined feature extraction and greatly improved model fitting and prediction efficiency.</a:t>
            </a:r>
          </a:p>
          <a:p>
            <a:pPr marL="425450" indent="-285750" algn="l">
              <a:buFont typeface="Arial" panose="020B0604020202020204" pitchFamily="34" charset="0"/>
              <a:buChar char="•"/>
            </a:pPr>
            <a:endParaRPr lang="en-US" sz="1400" dirty="0">
              <a:latin typeface="+mn-lt"/>
            </a:endParaRPr>
          </a:p>
          <a:p>
            <a:pPr marL="425450" indent="-285750" algn="l">
              <a:buFont typeface="Arial" panose="020B0604020202020204" pitchFamily="34" charset="0"/>
              <a:buChar char="•"/>
            </a:pPr>
            <a:r>
              <a:rPr lang="en-US" sz="1400" dirty="0">
                <a:latin typeface="+mn-lt"/>
              </a:rPr>
              <a:t>Ensemble learning models achieved substantially better out-of-sample performance than single learners (e.g., tree or GLM), confirming their superiority for variant forecasting.</a:t>
            </a:r>
          </a:p>
          <a:p>
            <a:pPr marL="425450" indent="-285750" algn="l">
              <a:buFont typeface="Arial" panose="020B0604020202020204" pitchFamily="34" charset="0"/>
              <a:buChar char="•"/>
            </a:pPr>
            <a:endParaRPr lang="en-US" sz="1400" dirty="0">
              <a:latin typeface="+mn-lt"/>
            </a:endParaRPr>
          </a:p>
          <a:p>
            <a:pPr marL="425450" indent="-285750" algn="l">
              <a:buFont typeface="Arial" panose="020B0604020202020204" pitchFamily="34" charset="0"/>
              <a:buChar char="•"/>
            </a:pPr>
            <a:r>
              <a:rPr lang="en-US" sz="1400" dirty="0">
                <a:latin typeface="+mn-lt"/>
              </a:rPr>
              <a:t>Both peak and duration models reveal that rapid early growth</a:t>
            </a:r>
            <a:r>
              <a:rPr lang="en-US" altLang="zh-CN" sz="1400" dirty="0">
                <a:latin typeface="+mn-lt"/>
              </a:rPr>
              <a:t>,</a:t>
            </a:r>
            <a:r>
              <a:rPr lang="zh-CN" altLang="en-US" sz="1400" dirty="0">
                <a:latin typeface="+mn-lt"/>
              </a:rPr>
              <a:t> </a:t>
            </a:r>
            <a:r>
              <a:rPr lang="en-US" sz="1400" dirty="0">
                <a:latin typeface="+mn-lt"/>
              </a:rPr>
              <a:t>negatively impacts outcomes, while sustained one-month growth</a:t>
            </a:r>
            <a:r>
              <a:rPr lang="zh-CN" altLang="en-US" sz="1400" dirty="0">
                <a:latin typeface="+mn-lt"/>
              </a:rPr>
              <a:t> </a:t>
            </a:r>
            <a:r>
              <a:rPr lang="en-US" sz="1400" dirty="0">
                <a:latin typeface="+mn-lt"/>
              </a:rPr>
              <a:t>leads to higher peaks and longer persistence.</a:t>
            </a:r>
          </a:p>
          <a:p>
            <a:pPr marL="425450" indent="-285750" algn="l">
              <a:buFont typeface="Arial" panose="020B0604020202020204" pitchFamily="34" charset="0"/>
              <a:buChar char="•"/>
            </a:pPr>
            <a:endParaRPr lang="en-US" sz="1400" dirty="0">
              <a:latin typeface="+mn-lt"/>
            </a:endParaRPr>
          </a:p>
          <a:p>
            <a:pPr marL="425450" indent="-285750" algn="l">
              <a:buFont typeface="Arial" panose="020B0604020202020204" pitchFamily="34" charset="0"/>
              <a:buChar char="•"/>
            </a:pPr>
            <a:r>
              <a:rPr lang="en-US" sz="1400" dirty="0">
                <a:latin typeface="+mn-lt"/>
              </a:rPr>
              <a:t>The peak model reflects transient dominance, whereas the duration model captures long-term persistence—together providing complementary insights into variant competitiveness.</a:t>
            </a:r>
          </a:p>
          <a:p>
            <a:pPr marL="311150" indent="-171450" algn="l">
              <a:buFont typeface="Wingdings" pitchFamily="2" charset="2"/>
              <a:buChar char="§"/>
            </a:pPr>
            <a:endParaRPr lang="en-US" sz="1100" b="1" i="1" dirty="0"/>
          </a:p>
        </p:txBody>
      </p:sp>
      <p:sp>
        <p:nvSpPr>
          <p:cNvPr id="4" name="TextBox 3">
            <a:extLst>
              <a:ext uri="{FF2B5EF4-FFF2-40B4-BE49-F238E27FC236}">
                <a16:creationId xmlns:a16="http://schemas.microsoft.com/office/drawing/2014/main" id="{C4877C3E-B16D-4B35-0E58-A283783449D6}"/>
              </a:ext>
            </a:extLst>
          </p:cNvPr>
          <p:cNvSpPr txBox="1"/>
          <p:nvPr/>
        </p:nvSpPr>
        <p:spPr>
          <a:xfrm>
            <a:off x="8787160" y="4609170"/>
            <a:ext cx="39305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22</a:t>
            </a:r>
          </a:p>
        </p:txBody>
      </p:sp>
    </p:spTree>
    <p:extLst>
      <p:ext uri="{BB962C8B-B14F-4D97-AF65-F5344CB8AC3E}">
        <p14:creationId xmlns:p14="http://schemas.microsoft.com/office/powerpoint/2010/main" val="3440552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DF2FBFEC-EEDC-B272-0D66-178D8259E8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0FB6CFE-658F-9FFB-C0FD-FF8B94D1ABB2}"/>
              </a:ext>
            </a:extLst>
          </p:cNvPr>
          <p:cNvSpPr/>
          <p:nvPr/>
        </p:nvSpPr>
        <p:spPr>
          <a:xfrm>
            <a:off x="731520" y="0"/>
            <a:ext cx="2141933"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Limitation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Subtitle 3">
            <a:extLst>
              <a:ext uri="{FF2B5EF4-FFF2-40B4-BE49-F238E27FC236}">
                <a16:creationId xmlns:a16="http://schemas.microsoft.com/office/drawing/2014/main" id="{DA271CB7-AF20-241E-9CEE-F23568269662}"/>
              </a:ext>
            </a:extLst>
          </p:cNvPr>
          <p:cNvSpPr txBox="1">
            <a:spLocks/>
          </p:cNvSpPr>
          <p:nvPr/>
        </p:nvSpPr>
        <p:spPr>
          <a:xfrm>
            <a:off x="692862" y="584775"/>
            <a:ext cx="7758275" cy="9031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endParaRPr lang="en-US" sz="1100" b="1" i="1" dirty="0"/>
          </a:p>
        </p:txBody>
      </p:sp>
      <p:sp>
        <p:nvSpPr>
          <p:cNvPr id="4" name="Subtitle 3">
            <a:extLst>
              <a:ext uri="{FF2B5EF4-FFF2-40B4-BE49-F238E27FC236}">
                <a16:creationId xmlns:a16="http://schemas.microsoft.com/office/drawing/2014/main" id="{59EC1B65-9F52-A946-E3A1-F44479B78D04}"/>
              </a:ext>
            </a:extLst>
          </p:cNvPr>
          <p:cNvSpPr txBox="1">
            <a:spLocks/>
          </p:cNvSpPr>
          <p:nvPr/>
        </p:nvSpPr>
        <p:spPr>
          <a:xfrm>
            <a:off x="845262" y="737175"/>
            <a:ext cx="7758275" cy="9031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endParaRPr lang="en-US" sz="1100" b="1" i="1" dirty="0"/>
          </a:p>
        </p:txBody>
      </p:sp>
      <p:sp>
        <p:nvSpPr>
          <p:cNvPr id="5" name="Subtitle 3">
            <a:extLst>
              <a:ext uri="{FF2B5EF4-FFF2-40B4-BE49-F238E27FC236}">
                <a16:creationId xmlns:a16="http://schemas.microsoft.com/office/drawing/2014/main" id="{E7ECCAB7-1EC2-AAD6-F753-F6007B27E4E2}"/>
              </a:ext>
            </a:extLst>
          </p:cNvPr>
          <p:cNvSpPr txBox="1">
            <a:spLocks/>
          </p:cNvSpPr>
          <p:nvPr/>
        </p:nvSpPr>
        <p:spPr>
          <a:xfrm>
            <a:off x="692862" y="660974"/>
            <a:ext cx="7758275" cy="29946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425450" indent="-285750" algn="l">
              <a:buFont typeface="Wingdings" pitchFamily="2" charset="2"/>
              <a:buChar char="§"/>
            </a:pPr>
            <a:r>
              <a:rPr lang="en-US" dirty="0">
                <a:latin typeface="+mn-lt"/>
              </a:rPr>
              <a:t>Although the modeling window starts at the first 1% share to reduce noise, variants with very low peak shares still lose much of their early dynamics, limiting the capture of informative initial patterns.</a:t>
            </a:r>
            <a:r>
              <a:rPr lang="zh-CN" altLang="en-US" dirty="0">
                <a:latin typeface="+mn-lt"/>
              </a:rPr>
              <a:t> </a:t>
            </a:r>
            <a:endParaRPr lang="en-US" altLang="zh-CN" dirty="0">
              <a:latin typeface="+mn-lt"/>
            </a:endParaRPr>
          </a:p>
          <a:p>
            <a:pPr marL="311150" indent="-171450" algn="l">
              <a:buFont typeface="Wingdings" pitchFamily="2" charset="2"/>
              <a:buChar char="§"/>
            </a:pPr>
            <a:endParaRPr lang="en-US" dirty="0">
              <a:latin typeface="+mn-lt"/>
            </a:endParaRPr>
          </a:p>
          <a:p>
            <a:pPr marL="425450" indent="-285750" algn="l">
              <a:buFont typeface="Wingdings" pitchFamily="2" charset="2"/>
              <a:buChar char="§"/>
            </a:pPr>
            <a:r>
              <a:rPr lang="en-US" dirty="0">
                <a:latin typeface="+mn-lt"/>
              </a:rPr>
              <a:t>The model was trained jointly across 15 countries. This pooling strategy improves sample size overall, but it also means the model may be biased toward countries with denser sequencing data, while underrepresenting countries with fewer samples.</a:t>
            </a:r>
          </a:p>
          <a:p>
            <a:pPr marL="425450" indent="-285750" algn="l">
              <a:buFont typeface="Wingdings" pitchFamily="2" charset="2"/>
              <a:buChar char="§"/>
            </a:pPr>
            <a:endParaRPr lang="en-US" dirty="0">
              <a:latin typeface="+mn-lt"/>
            </a:endParaRPr>
          </a:p>
          <a:p>
            <a:pPr marL="425450" indent="-285750" algn="l">
              <a:buFont typeface="Wingdings" pitchFamily="2" charset="2"/>
              <a:buChar char="§"/>
            </a:pPr>
            <a:endParaRPr lang="en-US" dirty="0">
              <a:latin typeface="+mn-lt"/>
            </a:endParaRPr>
          </a:p>
          <a:p>
            <a:pPr marL="311150" indent="-171450" algn="l">
              <a:buFont typeface="Wingdings" pitchFamily="2" charset="2"/>
              <a:buChar char="§"/>
            </a:pPr>
            <a:endParaRPr lang="en-US" dirty="0">
              <a:latin typeface="+mn-lt"/>
            </a:endParaRPr>
          </a:p>
          <a:p>
            <a:pPr marL="311150" indent="-171450" algn="l">
              <a:buFont typeface="Wingdings" pitchFamily="2" charset="2"/>
              <a:buChar char="§"/>
            </a:pPr>
            <a:endParaRPr lang="en-US" dirty="0">
              <a:latin typeface="+mn-lt"/>
            </a:endParaRPr>
          </a:p>
          <a:p>
            <a:pPr marL="311150" indent="-171450" algn="l">
              <a:buFont typeface="Wingdings" pitchFamily="2" charset="2"/>
              <a:buChar char="§"/>
            </a:pPr>
            <a:endParaRPr lang="en-US" b="1" i="1" dirty="0">
              <a:latin typeface="+mn-lt"/>
            </a:endParaRPr>
          </a:p>
        </p:txBody>
      </p:sp>
      <p:sp>
        <p:nvSpPr>
          <p:cNvPr id="6" name="TextBox 5">
            <a:extLst>
              <a:ext uri="{FF2B5EF4-FFF2-40B4-BE49-F238E27FC236}">
                <a16:creationId xmlns:a16="http://schemas.microsoft.com/office/drawing/2014/main" id="{5102670E-E936-B4ED-ABD6-D4A08AF5D8E8}"/>
              </a:ext>
            </a:extLst>
          </p:cNvPr>
          <p:cNvSpPr txBox="1"/>
          <p:nvPr/>
        </p:nvSpPr>
        <p:spPr>
          <a:xfrm>
            <a:off x="8787160" y="4609170"/>
            <a:ext cx="37542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23</a:t>
            </a:r>
          </a:p>
        </p:txBody>
      </p:sp>
    </p:spTree>
    <p:extLst>
      <p:ext uri="{BB962C8B-B14F-4D97-AF65-F5344CB8AC3E}">
        <p14:creationId xmlns:p14="http://schemas.microsoft.com/office/powerpoint/2010/main" val="1006168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7C1ECB-1C0B-2D51-E927-A664AD686739}"/>
              </a:ext>
            </a:extLst>
          </p:cNvPr>
          <p:cNvSpPr/>
          <p:nvPr/>
        </p:nvSpPr>
        <p:spPr>
          <a:xfrm>
            <a:off x="731520" y="0"/>
            <a:ext cx="239360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References</a:t>
            </a:r>
          </a:p>
        </p:txBody>
      </p:sp>
      <p:pic>
        <p:nvPicPr>
          <p:cNvPr id="6" name="Picture 5" descr="A close-up of a text&#10;&#10;AI-generated content may be incorrect.">
            <a:extLst>
              <a:ext uri="{FF2B5EF4-FFF2-40B4-BE49-F238E27FC236}">
                <a16:creationId xmlns:a16="http://schemas.microsoft.com/office/drawing/2014/main" id="{380BF2CC-F819-F6C1-0D11-C39BEE286120}"/>
              </a:ext>
            </a:extLst>
          </p:cNvPr>
          <p:cNvPicPr>
            <a:picLocks noChangeAspect="1"/>
          </p:cNvPicPr>
          <p:nvPr/>
        </p:nvPicPr>
        <p:blipFill>
          <a:blip r:embed="rId2"/>
          <a:stretch>
            <a:fillRect/>
          </a:stretch>
        </p:blipFill>
        <p:spPr>
          <a:xfrm>
            <a:off x="731520" y="764986"/>
            <a:ext cx="7772400" cy="2690806"/>
          </a:xfrm>
          <a:prstGeom prst="rect">
            <a:avLst/>
          </a:prstGeom>
        </p:spPr>
      </p:pic>
    </p:spTree>
    <p:extLst>
      <p:ext uri="{BB962C8B-B14F-4D97-AF65-F5344CB8AC3E}">
        <p14:creationId xmlns:p14="http://schemas.microsoft.com/office/powerpoint/2010/main" val="3840420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47"/>
          <p:cNvSpPr txBox="1">
            <a:spLocks noGrp="1"/>
          </p:cNvSpPr>
          <p:nvPr>
            <p:ph type="title"/>
          </p:nvPr>
        </p:nvSpPr>
        <p:spPr>
          <a:xfrm>
            <a:off x="2347950" y="1433861"/>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814" name="Google Shape;814;p47"/>
          <p:cNvSpPr txBox="1">
            <a:spLocks noGrp="1"/>
          </p:cNvSpPr>
          <p:nvPr>
            <p:ph type="subTitle" idx="1"/>
          </p:nvPr>
        </p:nvSpPr>
        <p:spPr>
          <a:xfrm>
            <a:off x="2347912" y="2396411"/>
            <a:ext cx="4448100" cy="11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t>Any questions?</a:t>
            </a:r>
            <a:endParaRPr sz="2000" b="1" dirty="0"/>
          </a:p>
          <a:p>
            <a:pPr marL="0" lvl="0" indent="0" algn="ctr" rtl="0">
              <a:spcBef>
                <a:spcPts val="0"/>
              </a:spcBef>
              <a:spcAft>
                <a:spcPts val="0"/>
              </a:spcAft>
              <a:buNone/>
            </a:pPr>
            <a:r>
              <a:rPr lang="en" dirty="0">
                <a:solidFill>
                  <a:schemeClr val="dk1"/>
                </a:solidFill>
                <a:hlinkClick r:id="rId3"/>
              </a:rPr>
              <a:t>zfranky6@uconn.edu</a:t>
            </a:r>
            <a:endParaRPr lang="en" dirty="0">
              <a:solidFill>
                <a:schemeClr val="dk1"/>
              </a:solidFill>
            </a:endParaRPr>
          </a:p>
          <a:p>
            <a:pPr marL="0" lvl="0" indent="0" algn="ctr" rtl="0">
              <a:spcBef>
                <a:spcPts val="0"/>
              </a:spcBef>
              <a:spcAft>
                <a:spcPts val="0"/>
              </a:spcAft>
              <a:buNone/>
            </a:pPr>
            <a:r>
              <a:rPr lang="en-US" dirty="0">
                <a:solidFill>
                  <a:schemeClr val="dk1"/>
                </a:solidFill>
                <a:highlight>
                  <a:srgbClr val="FFFF00"/>
                </a:highlight>
              </a:rPr>
              <a:t>git link late</a:t>
            </a:r>
            <a:r>
              <a:rPr lang="en-US" dirty="0">
                <a:highlight>
                  <a:srgbClr val="FFFF00"/>
                </a:highlight>
              </a:rPr>
              <a:t>r</a:t>
            </a:r>
            <a:endParaRPr dirty="0">
              <a:solidFill>
                <a:schemeClr val="dk1"/>
              </a:solidFill>
              <a:highlight>
                <a:srgbClr val="FFFF00"/>
              </a:highlight>
            </a:endParaRPr>
          </a:p>
        </p:txBody>
      </p:sp>
      <p:sp>
        <p:nvSpPr>
          <p:cNvPr id="2" name="Rectangle 1">
            <a:extLst>
              <a:ext uri="{FF2B5EF4-FFF2-40B4-BE49-F238E27FC236}">
                <a16:creationId xmlns:a16="http://schemas.microsoft.com/office/drawing/2014/main" id="{226F3B0A-0E1C-59E9-840B-080F3BFDC0F1}"/>
              </a:ext>
            </a:extLst>
          </p:cNvPr>
          <p:cNvSpPr/>
          <p:nvPr/>
        </p:nvSpPr>
        <p:spPr>
          <a:xfrm>
            <a:off x="1791629" y="3709639"/>
            <a:ext cx="5568176" cy="53525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Simple Conference Style Presentation By Slidesgo">
  <a:themeElements>
    <a:clrScheme name="Simple Light">
      <a:dk1>
        <a:srgbClr val="5C5948"/>
      </a:dk1>
      <a:lt1>
        <a:srgbClr val="FFFFFF"/>
      </a:lt1>
      <a:dk2>
        <a:srgbClr val="C0B39D"/>
      </a:dk2>
      <a:lt2>
        <a:srgbClr val="C1BFA8"/>
      </a:lt2>
      <a:accent1>
        <a:srgbClr val="CEC2C0"/>
      </a:accent1>
      <a:accent2>
        <a:srgbClr val="E0CC97"/>
      </a:accent2>
      <a:accent3>
        <a:srgbClr val="FFFFFF"/>
      </a:accent3>
      <a:accent4>
        <a:srgbClr val="FFFFFF"/>
      </a:accent4>
      <a:accent5>
        <a:srgbClr val="FFFFFF"/>
      </a:accent5>
      <a:accent6>
        <a:srgbClr val="FFFFFF"/>
      </a:accent6>
      <a:hlink>
        <a:srgbClr val="5C59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2235</TotalTime>
  <Words>1889</Words>
  <Application>Microsoft Macintosh PowerPoint</Application>
  <PresentationFormat>On-screen Show (16:9)</PresentationFormat>
  <Paragraphs>216</Paragraphs>
  <Slides>30</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Montserrat SemiBold</vt:lpstr>
      <vt:lpstr>Arial</vt:lpstr>
      <vt:lpstr>Raleway</vt:lpstr>
      <vt:lpstr>Apple Chancery</vt:lpstr>
      <vt:lpstr>Open Sans</vt:lpstr>
      <vt:lpstr>Times New Roman</vt:lpstr>
      <vt:lpstr>Cambria Math</vt:lpstr>
      <vt:lpstr>Questrial</vt:lpstr>
      <vt:lpstr>Wingdings</vt:lpstr>
      <vt:lpstr>Simple Conference Style Presentation By Slidesgo</vt:lpstr>
      <vt:lpstr>Predicting Variant Dominance:  How Far Can Early COVID-19 Trends Take Us? </vt:lpstr>
      <vt:lpstr>PowerPoint Presentation</vt:lpstr>
      <vt:lpstr>PowerPoint Presentation</vt:lpstr>
      <vt:lpstr>Data 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Modeling Procedures</vt:lpstr>
      <vt:lpstr>PowerPoint Presentation</vt:lpstr>
      <vt:lpstr>Results &amp;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Zhang, Franky</cp:lastModifiedBy>
  <cp:revision>33</cp:revision>
  <dcterms:modified xsi:type="dcterms:W3CDTF">2025-10-07T05:00:04Z</dcterms:modified>
</cp:coreProperties>
</file>