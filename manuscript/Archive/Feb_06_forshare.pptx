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8" r:id="rId3"/>
    <p:sldId id="293" r:id="rId4"/>
    <p:sldId id="310" r:id="rId5"/>
    <p:sldId id="282" r:id="rId6"/>
    <p:sldId id="283" r:id="rId7"/>
    <p:sldId id="284" r:id="rId8"/>
    <p:sldId id="301" r:id="rId9"/>
    <p:sldId id="302" r:id="rId10"/>
    <p:sldId id="275" r:id="rId11"/>
    <p:sldId id="271" r:id="rId12"/>
    <p:sldId id="273" r:id="rId13"/>
    <p:sldId id="278" r:id="rId14"/>
    <p:sldId id="306" r:id="rId15"/>
    <p:sldId id="274" r:id="rId16"/>
    <p:sldId id="296" r:id="rId17"/>
    <p:sldId id="304" r:id="rId18"/>
    <p:sldId id="297" r:id="rId19"/>
    <p:sldId id="305" r:id="rId20"/>
    <p:sldId id="309" r:id="rId21"/>
    <p:sldId id="307" r:id="rId22"/>
    <p:sldId id="308" r:id="rId23"/>
    <p:sldId id="303" r:id="rId24"/>
    <p:sldId id="265" r:id="rId25"/>
    <p:sldId id="295" r:id="rId26"/>
    <p:sldId id="266" r:id="rId27"/>
    <p:sldId id="290" r:id="rId28"/>
    <p:sldId id="292" r:id="rId29"/>
    <p:sldId id="29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3BB77C-6EA0-8C4D-B27D-93BC57418C1F}" v="1" dt="2025-02-26T14:51:25.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94694"/>
  </p:normalViewPr>
  <p:slideViewPr>
    <p:cSldViewPr snapToGrid="0">
      <p:cViewPr varScale="1">
        <p:scale>
          <a:sx n="121" d="100"/>
          <a:sy n="121" d="100"/>
        </p:scale>
        <p:origin x="2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Franky" userId="6ce4719b-7f4a-4549-8832-a74568dd27a3" providerId="ADAL" clId="{F83BB77C-6EA0-8C4D-B27D-93BC57418C1F}"/>
    <pc:docChg chg="custSel addSld modSld">
      <pc:chgData name="Zhang, Franky" userId="6ce4719b-7f4a-4549-8832-a74568dd27a3" providerId="ADAL" clId="{F83BB77C-6EA0-8C4D-B27D-93BC57418C1F}" dt="2025-02-26T15:00:24.258" v="828" actId="20577"/>
      <pc:docMkLst>
        <pc:docMk/>
      </pc:docMkLst>
      <pc:sldChg chg="modSp add mod">
        <pc:chgData name="Zhang, Franky" userId="6ce4719b-7f4a-4549-8832-a74568dd27a3" providerId="ADAL" clId="{F83BB77C-6EA0-8C4D-B27D-93BC57418C1F}" dt="2025-02-26T15:00:24.258" v="828" actId="20577"/>
        <pc:sldMkLst>
          <pc:docMk/>
          <pc:sldMk cId="75017158" sldId="310"/>
        </pc:sldMkLst>
        <pc:spChg chg="mod">
          <ac:chgData name="Zhang, Franky" userId="6ce4719b-7f4a-4549-8832-a74568dd27a3" providerId="ADAL" clId="{F83BB77C-6EA0-8C4D-B27D-93BC57418C1F}" dt="2025-02-26T15:00:24.258" v="828" actId="20577"/>
          <ac:spMkLst>
            <pc:docMk/>
            <pc:sldMk cId="75017158" sldId="310"/>
            <ac:spMk id="3" creationId="{986D42FF-6AE4-42A1-0CF1-D177FC7B1B50}"/>
          </ac:spMkLst>
        </pc:spChg>
      </pc:sldChg>
    </pc:docChg>
  </pc:docChgLst>
  <pc:docChgLst>
    <pc:chgData name="Zhang, Franky" userId="6ce4719b-7f4a-4549-8832-a74568dd27a3" providerId="ADAL" clId="{AC4FE40A-642C-924A-A992-C70CE6112380}"/>
    <pc:docChg chg="undo custSel addSld delSld modSld sldOrd">
      <pc:chgData name="Zhang, Franky" userId="6ce4719b-7f4a-4549-8832-a74568dd27a3" providerId="ADAL" clId="{AC4FE40A-642C-924A-A992-C70CE6112380}" dt="2024-12-23T21:08:41.815" v="2688" actId="13926"/>
      <pc:docMkLst>
        <pc:docMk/>
      </pc:docMkLst>
      <pc:sldChg chg="addSp modSp mod">
        <pc:chgData name="Zhang, Franky" userId="6ce4719b-7f4a-4549-8832-a74568dd27a3" providerId="ADAL" clId="{AC4FE40A-642C-924A-A992-C70CE6112380}" dt="2024-12-18T14:37:19.827" v="429" actId="767"/>
        <pc:sldMkLst>
          <pc:docMk/>
          <pc:sldMk cId="1442647368" sldId="258"/>
        </pc:sldMkLst>
      </pc:sldChg>
      <pc:sldChg chg="addSp modSp mod">
        <pc:chgData name="Zhang, Franky" userId="6ce4719b-7f4a-4549-8832-a74568dd27a3" providerId="ADAL" clId="{AC4FE40A-642C-924A-A992-C70CE6112380}" dt="2024-12-18T13:05:50.654" v="275" actId="1076"/>
        <pc:sldMkLst>
          <pc:docMk/>
          <pc:sldMk cId="1429092474" sldId="266"/>
        </pc:sldMkLst>
        <pc:spChg chg="mod">
          <ac:chgData name="Zhang, Franky" userId="6ce4719b-7f4a-4549-8832-a74568dd27a3" providerId="ADAL" clId="{AC4FE40A-642C-924A-A992-C70CE6112380}" dt="2024-12-18T13:05:43.928" v="274" actId="20577"/>
          <ac:spMkLst>
            <pc:docMk/>
            <pc:sldMk cId="1429092474" sldId="266"/>
            <ac:spMk id="5" creationId="{5BEFFD43-C486-DF54-EE6E-FE03DC33D650}"/>
          </ac:spMkLst>
        </pc:spChg>
        <pc:picChg chg="add mod">
          <ac:chgData name="Zhang, Franky" userId="6ce4719b-7f4a-4549-8832-a74568dd27a3" providerId="ADAL" clId="{AC4FE40A-642C-924A-A992-C70CE6112380}" dt="2024-12-18T13:05:50.654" v="275" actId="1076"/>
          <ac:picMkLst>
            <pc:docMk/>
            <pc:sldMk cId="1429092474" sldId="266"/>
            <ac:picMk id="2" creationId="{0DF7B418-3DA7-733D-D2EA-CF04EC4649F5}"/>
          </ac:picMkLst>
        </pc:picChg>
      </pc:sldChg>
      <pc:sldChg chg="del">
        <pc:chgData name="Zhang, Franky" userId="6ce4719b-7f4a-4549-8832-a74568dd27a3" providerId="ADAL" clId="{AC4FE40A-642C-924A-A992-C70CE6112380}" dt="2024-12-18T12:54:46.230" v="184" actId="2696"/>
        <pc:sldMkLst>
          <pc:docMk/>
          <pc:sldMk cId="3660876260" sldId="267"/>
        </pc:sldMkLst>
      </pc:sldChg>
      <pc:sldChg chg="del">
        <pc:chgData name="Zhang, Franky" userId="6ce4719b-7f4a-4549-8832-a74568dd27a3" providerId="ADAL" clId="{AC4FE40A-642C-924A-A992-C70CE6112380}" dt="2024-12-18T12:54:47.146" v="185" actId="2696"/>
        <pc:sldMkLst>
          <pc:docMk/>
          <pc:sldMk cId="1591345871" sldId="268"/>
        </pc:sldMkLst>
      </pc:sldChg>
      <pc:sldChg chg="del">
        <pc:chgData name="Zhang, Franky" userId="6ce4719b-7f4a-4549-8832-a74568dd27a3" providerId="ADAL" clId="{AC4FE40A-642C-924A-A992-C70CE6112380}" dt="2024-12-18T12:54:48.029" v="186" actId="2696"/>
        <pc:sldMkLst>
          <pc:docMk/>
          <pc:sldMk cId="1961061883" sldId="269"/>
        </pc:sldMkLst>
      </pc:sldChg>
      <pc:sldChg chg="addSp delSp modSp mod">
        <pc:chgData name="Zhang, Franky" userId="6ce4719b-7f4a-4549-8832-a74568dd27a3" providerId="ADAL" clId="{AC4FE40A-642C-924A-A992-C70CE6112380}" dt="2024-12-18T12:46:09.456" v="32" actId="14100"/>
        <pc:sldMkLst>
          <pc:docMk/>
          <pc:sldMk cId="3360281781" sldId="271"/>
        </pc:sldMkLst>
        <pc:picChg chg="add mod">
          <ac:chgData name="Zhang, Franky" userId="6ce4719b-7f4a-4549-8832-a74568dd27a3" providerId="ADAL" clId="{AC4FE40A-642C-924A-A992-C70CE6112380}" dt="2024-12-18T12:46:09.456" v="32" actId="14100"/>
          <ac:picMkLst>
            <pc:docMk/>
            <pc:sldMk cId="3360281781" sldId="271"/>
            <ac:picMk id="4" creationId="{65082616-9B6D-4ED7-8DD6-B81E18FEE840}"/>
          </ac:picMkLst>
        </pc:picChg>
      </pc:sldChg>
      <pc:sldChg chg="addSp delSp modSp mod">
        <pc:chgData name="Zhang, Franky" userId="6ce4719b-7f4a-4549-8832-a74568dd27a3" providerId="ADAL" clId="{AC4FE40A-642C-924A-A992-C70CE6112380}" dt="2024-12-18T12:44:39.321" v="15" actId="1076"/>
        <pc:sldMkLst>
          <pc:docMk/>
          <pc:sldMk cId="134862469" sldId="274"/>
        </pc:sldMkLst>
        <pc:spChg chg="mod">
          <ac:chgData name="Zhang, Franky" userId="6ce4719b-7f4a-4549-8832-a74568dd27a3" providerId="ADAL" clId="{AC4FE40A-642C-924A-A992-C70CE6112380}" dt="2024-12-18T12:44:39.321" v="15" actId="1076"/>
          <ac:spMkLst>
            <pc:docMk/>
            <pc:sldMk cId="134862469" sldId="274"/>
            <ac:spMk id="19" creationId="{D5EB7FA0-6B32-92FC-A45D-AB6184DD8258}"/>
          </ac:spMkLst>
        </pc:spChg>
        <pc:spChg chg="mod">
          <ac:chgData name="Zhang, Franky" userId="6ce4719b-7f4a-4549-8832-a74568dd27a3" providerId="ADAL" clId="{AC4FE40A-642C-924A-A992-C70CE6112380}" dt="2024-12-18T12:44:39.321" v="15" actId="1076"/>
          <ac:spMkLst>
            <pc:docMk/>
            <pc:sldMk cId="134862469" sldId="274"/>
            <ac:spMk id="20" creationId="{C19DEE74-4C6F-F5C5-317E-4B483DB4CF32}"/>
          </ac:spMkLst>
        </pc:spChg>
        <pc:spChg chg="mod">
          <ac:chgData name="Zhang, Franky" userId="6ce4719b-7f4a-4549-8832-a74568dd27a3" providerId="ADAL" clId="{AC4FE40A-642C-924A-A992-C70CE6112380}" dt="2024-12-18T12:44:39.321" v="15" actId="1076"/>
          <ac:spMkLst>
            <pc:docMk/>
            <pc:sldMk cId="134862469" sldId="274"/>
            <ac:spMk id="21" creationId="{EA5F812E-2F38-96BB-D03A-FBCC7C02034F}"/>
          </ac:spMkLst>
        </pc:spChg>
        <pc:picChg chg="mod">
          <ac:chgData name="Zhang, Franky" userId="6ce4719b-7f4a-4549-8832-a74568dd27a3" providerId="ADAL" clId="{AC4FE40A-642C-924A-A992-C70CE6112380}" dt="2024-12-18T12:44:39.321" v="15" actId="1076"/>
          <ac:picMkLst>
            <pc:docMk/>
            <pc:sldMk cId="134862469" sldId="274"/>
            <ac:picMk id="18" creationId="{CCBD7B96-EA80-A2A2-832E-9F2FFE1498C5}"/>
          </ac:picMkLst>
        </pc:picChg>
        <pc:inkChg chg="mod">
          <ac:chgData name="Zhang, Franky" userId="6ce4719b-7f4a-4549-8832-a74568dd27a3" providerId="ADAL" clId="{AC4FE40A-642C-924A-A992-C70CE6112380}" dt="2024-12-18T12:44:39.321" v="15" actId="1076"/>
          <ac:inkMkLst>
            <pc:docMk/>
            <pc:sldMk cId="134862469" sldId="274"/>
            <ac:inkMk id="2" creationId="{91E3B95F-FEBC-F4EF-A0D0-76ECBBFFEA6B}"/>
          </ac:inkMkLst>
        </pc:inkChg>
        <pc:inkChg chg="mod">
          <ac:chgData name="Zhang, Franky" userId="6ce4719b-7f4a-4549-8832-a74568dd27a3" providerId="ADAL" clId="{AC4FE40A-642C-924A-A992-C70CE6112380}" dt="2024-12-18T12:44:39.321" v="15" actId="1076"/>
          <ac:inkMkLst>
            <pc:docMk/>
            <pc:sldMk cId="134862469" sldId="274"/>
            <ac:inkMk id="3" creationId="{6610519F-3C57-219F-2CD2-9D92A84233E9}"/>
          </ac:inkMkLst>
        </pc:inkChg>
      </pc:sldChg>
      <pc:sldChg chg="addSp modSp mod">
        <pc:chgData name="Zhang, Franky" userId="6ce4719b-7f4a-4549-8832-a74568dd27a3" providerId="ADAL" clId="{AC4FE40A-642C-924A-A992-C70CE6112380}" dt="2024-12-18T14:17:59.510" v="363" actId="1076"/>
        <pc:sldMkLst>
          <pc:docMk/>
          <pc:sldMk cId="1994130792" sldId="276"/>
        </pc:sldMkLst>
      </pc:sldChg>
      <pc:sldChg chg="addSp delSp modSp mod">
        <pc:chgData name="Zhang, Franky" userId="6ce4719b-7f4a-4549-8832-a74568dd27a3" providerId="ADAL" clId="{AC4FE40A-642C-924A-A992-C70CE6112380}" dt="2024-12-18T12:45:36.751" v="25" actId="1076"/>
        <pc:sldMkLst>
          <pc:docMk/>
          <pc:sldMk cId="1433029649" sldId="278"/>
        </pc:sldMkLst>
      </pc:sldChg>
      <pc:sldChg chg="addSp delSp modSp mod">
        <pc:chgData name="Zhang, Franky" userId="6ce4719b-7f4a-4549-8832-a74568dd27a3" providerId="ADAL" clId="{AC4FE40A-642C-924A-A992-C70CE6112380}" dt="2024-12-18T12:44:53.702" v="19" actId="1076"/>
        <pc:sldMkLst>
          <pc:docMk/>
          <pc:sldMk cId="981021911" sldId="279"/>
        </pc:sldMkLst>
      </pc:sldChg>
      <pc:sldChg chg="del">
        <pc:chgData name="Zhang, Franky" userId="6ce4719b-7f4a-4549-8832-a74568dd27a3" providerId="ADAL" clId="{AC4FE40A-642C-924A-A992-C70CE6112380}" dt="2024-12-18T12:43:44.074" v="5" actId="2696"/>
        <pc:sldMkLst>
          <pc:docMk/>
          <pc:sldMk cId="251188597" sldId="280"/>
        </pc:sldMkLst>
      </pc:sldChg>
      <pc:sldChg chg="del">
        <pc:chgData name="Zhang, Franky" userId="6ce4719b-7f4a-4549-8832-a74568dd27a3" providerId="ADAL" clId="{AC4FE40A-642C-924A-A992-C70CE6112380}" dt="2024-12-18T12:54:51.341" v="187" actId="2696"/>
        <pc:sldMkLst>
          <pc:docMk/>
          <pc:sldMk cId="3320569759" sldId="286"/>
        </pc:sldMkLst>
      </pc:sldChg>
      <pc:sldChg chg="addSp delSp modSp mod">
        <pc:chgData name="Zhang, Franky" userId="6ce4719b-7f4a-4549-8832-a74568dd27a3" providerId="ADAL" clId="{AC4FE40A-642C-924A-A992-C70CE6112380}" dt="2024-12-18T12:43:30.822" v="4" actId="1076"/>
        <pc:sldMkLst>
          <pc:docMk/>
          <pc:sldMk cId="1850665091" sldId="287"/>
        </pc:sldMkLst>
      </pc:sldChg>
      <pc:sldChg chg="del">
        <pc:chgData name="Zhang, Franky" userId="6ce4719b-7f4a-4549-8832-a74568dd27a3" providerId="ADAL" clId="{AC4FE40A-642C-924A-A992-C70CE6112380}" dt="2024-12-18T12:51:13.924" v="75" actId="2696"/>
        <pc:sldMkLst>
          <pc:docMk/>
          <pc:sldMk cId="4085529094" sldId="288"/>
        </pc:sldMkLst>
      </pc:sldChg>
      <pc:sldChg chg="addSp delSp modSp new mod">
        <pc:chgData name="Zhang, Franky" userId="6ce4719b-7f4a-4549-8832-a74568dd27a3" providerId="ADAL" clId="{AC4FE40A-642C-924A-A992-C70CE6112380}" dt="2024-12-18T12:53:35.979" v="183" actId="1076"/>
        <pc:sldMkLst>
          <pc:docMk/>
          <pc:sldMk cId="247310998" sldId="289"/>
        </pc:sldMkLst>
      </pc:sldChg>
      <pc:sldChg chg="addSp delSp modSp new mod">
        <pc:chgData name="Zhang, Franky" userId="6ce4719b-7f4a-4549-8832-a74568dd27a3" providerId="ADAL" clId="{AC4FE40A-642C-924A-A992-C70CE6112380}" dt="2024-12-18T13:06:54.242" v="282" actId="1076"/>
        <pc:sldMkLst>
          <pc:docMk/>
          <pc:sldMk cId="1899376214" sldId="290"/>
        </pc:sldMkLst>
        <pc:picChg chg="add mod">
          <ac:chgData name="Zhang, Franky" userId="6ce4719b-7f4a-4549-8832-a74568dd27a3" providerId="ADAL" clId="{AC4FE40A-642C-924A-A992-C70CE6112380}" dt="2024-12-18T13:06:54.242" v="282" actId="1076"/>
          <ac:picMkLst>
            <pc:docMk/>
            <pc:sldMk cId="1899376214" sldId="290"/>
            <ac:picMk id="4" creationId="{7F739780-1A6A-A6AF-1F53-DD8A57346983}"/>
          </ac:picMkLst>
        </pc:picChg>
      </pc:sldChg>
      <pc:sldChg chg="addSp delSp modSp new mod ord">
        <pc:chgData name="Zhang, Franky" userId="6ce4719b-7f4a-4549-8832-a74568dd27a3" providerId="ADAL" clId="{AC4FE40A-642C-924A-A992-C70CE6112380}" dt="2024-12-18T13:38:32.613" v="355" actId="1076"/>
        <pc:sldMkLst>
          <pc:docMk/>
          <pc:sldMk cId="2034234633" sldId="291"/>
        </pc:sldMkLst>
        <pc:picChg chg="add mod">
          <ac:chgData name="Zhang, Franky" userId="6ce4719b-7f4a-4549-8832-a74568dd27a3" providerId="ADAL" clId="{AC4FE40A-642C-924A-A992-C70CE6112380}" dt="2024-12-18T13:38:32.613" v="355" actId="1076"/>
          <ac:picMkLst>
            <pc:docMk/>
            <pc:sldMk cId="2034234633" sldId="291"/>
            <ac:picMk id="11" creationId="{CA655D13-F601-E23C-0E1C-F8F404BF03D0}"/>
          </ac:picMkLst>
        </pc:picChg>
      </pc:sldChg>
      <pc:sldChg chg="addSp delSp modSp new mod ord">
        <pc:chgData name="Zhang, Franky" userId="6ce4719b-7f4a-4549-8832-a74568dd27a3" providerId="ADAL" clId="{AC4FE40A-642C-924A-A992-C70CE6112380}" dt="2024-12-18T14:20:32.479" v="404" actId="13926"/>
        <pc:sldMkLst>
          <pc:docMk/>
          <pc:sldMk cId="3631312834" sldId="292"/>
        </pc:sldMkLst>
        <pc:picChg chg="add mod">
          <ac:chgData name="Zhang, Franky" userId="6ce4719b-7f4a-4549-8832-a74568dd27a3" providerId="ADAL" clId="{AC4FE40A-642C-924A-A992-C70CE6112380}" dt="2024-12-18T13:38:07.755" v="342" actId="1076"/>
          <ac:picMkLst>
            <pc:docMk/>
            <pc:sldMk cId="3631312834" sldId="292"/>
            <ac:picMk id="7" creationId="{ED7FD13E-1E61-B3BD-433F-1104F197ABB7}"/>
          </ac:picMkLst>
        </pc:picChg>
        <pc:picChg chg="add mod">
          <ac:chgData name="Zhang, Franky" userId="6ce4719b-7f4a-4549-8832-a74568dd27a3" providerId="ADAL" clId="{AC4FE40A-642C-924A-A992-C70CE6112380}" dt="2024-12-18T13:38:21.386" v="349" actId="1076"/>
          <ac:picMkLst>
            <pc:docMk/>
            <pc:sldMk cId="3631312834" sldId="292"/>
            <ac:picMk id="9" creationId="{E7B8F350-61DB-E454-CAE3-6F85BF7EBC2A}"/>
          </ac:picMkLst>
        </pc:picChg>
      </pc:sldChg>
      <pc:sldChg chg="modSp new mod">
        <pc:chgData name="Zhang, Franky" userId="6ce4719b-7f4a-4549-8832-a74568dd27a3" providerId="ADAL" clId="{AC4FE40A-642C-924A-A992-C70CE6112380}" dt="2024-12-23T21:08:41.815" v="2688" actId="13926"/>
        <pc:sldMkLst>
          <pc:docMk/>
          <pc:sldMk cId="1395785717" sldId="293"/>
        </pc:sldMkLst>
        <pc:spChg chg="mod">
          <ac:chgData name="Zhang, Franky" userId="6ce4719b-7f4a-4549-8832-a74568dd27a3" providerId="ADAL" clId="{AC4FE40A-642C-924A-A992-C70CE6112380}" dt="2024-12-23T21:08:10.475" v="2657" actId="13926"/>
          <ac:spMkLst>
            <pc:docMk/>
            <pc:sldMk cId="1395785717" sldId="293"/>
            <ac:spMk id="3" creationId="{92E13050-033D-9790-DAB2-E120BA1B0BBB}"/>
          </ac:spMkLst>
        </pc:spChg>
      </pc:sldChg>
      <pc:sldChg chg="modSp add mod">
        <pc:chgData name="Zhang, Franky" userId="6ce4719b-7f4a-4549-8832-a74568dd27a3" providerId="ADAL" clId="{AC4FE40A-642C-924A-A992-C70CE6112380}" dt="2024-12-18T15:16:23.071" v="2616" actId="113"/>
        <pc:sldMkLst>
          <pc:docMk/>
          <pc:sldMk cId="3993060276" sldId="294"/>
        </pc:sldMkLst>
      </pc:sldChg>
    </pc:docChg>
  </pc:docChgLst>
  <pc:docChgLst>
    <pc:chgData name="Zhang, Franky" userId="6ce4719b-7f4a-4549-8832-a74568dd27a3" providerId="ADAL" clId="{6A0E2431-0765-234E-A2F3-757A404C5A8F}"/>
    <pc:docChg chg="undo redo custSel addSld delSld modSld">
      <pc:chgData name="Zhang, Franky" userId="6ce4719b-7f4a-4549-8832-a74568dd27a3" providerId="ADAL" clId="{6A0E2431-0765-234E-A2F3-757A404C5A8F}" dt="2025-02-05T15:36:30.361" v="7241" actId="478"/>
      <pc:docMkLst>
        <pc:docMk/>
      </pc:docMkLst>
      <pc:sldChg chg="delSp mod">
        <pc:chgData name="Zhang, Franky" userId="6ce4719b-7f4a-4549-8832-a74568dd27a3" providerId="ADAL" clId="{6A0E2431-0765-234E-A2F3-757A404C5A8F}" dt="2025-02-05T15:26:56.782" v="7192" actId="478"/>
        <pc:sldMkLst>
          <pc:docMk/>
          <pc:sldMk cId="1442647368" sldId="258"/>
        </pc:sldMkLst>
      </pc:sldChg>
      <pc:sldChg chg="delSp mod">
        <pc:chgData name="Zhang, Franky" userId="6ce4719b-7f4a-4549-8832-a74568dd27a3" providerId="ADAL" clId="{6A0E2431-0765-234E-A2F3-757A404C5A8F}" dt="2025-02-05T15:36:20.719" v="7238" actId="478"/>
        <pc:sldMkLst>
          <pc:docMk/>
          <pc:sldMk cId="1429092474" sldId="266"/>
        </pc:sldMkLst>
      </pc:sldChg>
      <pc:sldChg chg="delSp mod">
        <pc:chgData name="Zhang, Franky" userId="6ce4719b-7f4a-4549-8832-a74568dd27a3" providerId="ADAL" clId="{6A0E2431-0765-234E-A2F3-757A404C5A8F}" dt="2025-02-05T15:27:08.451" v="7194" actId="478"/>
        <pc:sldMkLst>
          <pc:docMk/>
          <pc:sldMk cId="3360281781" sldId="271"/>
        </pc:sldMkLst>
      </pc:sldChg>
      <pc:sldChg chg="delSp mod">
        <pc:chgData name="Zhang, Franky" userId="6ce4719b-7f4a-4549-8832-a74568dd27a3" providerId="ADAL" clId="{6A0E2431-0765-234E-A2F3-757A404C5A8F}" dt="2025-02-05T15:27:28.082" v="7195" actId="478"/>
        <pc:sldMkLst>
          <pc:docMk/>
          <pc:sldMk cId="462367689" sldId="273"/>
        </pc:sldMkLst>
      </pc:sldChg>
      <pc:sldChg chg="delSp mod">
        <pc:chgData name="Zhang, Franky" userId="6ce4719b-7f4a-4549-8832-a74568dd27a3" providerId="ADAL" clId="{6A0E2431-0765-234E-A2F3-757A404C5A8F}" dt="2025-02-05T15:27:36.448" v="7197" actId="478"/>
        <pc:sldMkLst>
          <pc:docMk/>
          <pc:sldMk cId="134862469" sldId="274"/>
        </pc:sldMkLst>
      </pc:sldChg>
      <pc:sldChg chg="delSp mod">
        <pc:chgData name="Zhang, Franky" userId="6ce4719b-7f4a-4549-8832-a74568dd27a3" providerId="ADAL" clId="{6A0E2431-0765-234E-A2F3-757A404C5A8F}" dt="2025-02-05T15:27:05.128" v="7193" actId="478"/>
        <pc:sldMkLst>
          <pc:docMk/>
          <pc:sldMk cId="3677840197" sldId="275"/>
        </pc:sldMkLst>
      </pc:sldChg>
      <pc:sldChg chg="delSp mod modShow">
        <pc:chgData name="Zhang, Franky" userId="6ce4719b-7f4a-4549-8832-a74568dd27a3" providerId="ADAL" clId="{6A0E2431-0765-234E-A2F3-757A404C5A8F}" dt="2025-02-05T15:34:38.272" v="7234" actId="729"/>
        <pc:sldMkLst>
          <pc:docMk/>
          <pc:sldMk cId="1433029649" sldId="278"/>
        </pc:sldMkLst>
      </pc:sldChg>
      <pc:sldChg chg="delSp mod">
        <pc:chgData name="Zhang, Franky" userId="6ce4719b-7f4a-4549-8832-a74568dd27a3" providerId="ADAL" clId="{6A0E2431-0765-234E-A2F3-757A404C5A8F}" dt="2025-02-05T15:26:50.089" v="7190" actId="478"/>
        <pc:sldMkLst>
          <pc:docMk/>
          <pc:sldMk cId="3423547274" sldId="282"/>
        </pc:sldMkLst>
      </pc:sldChg>
      <pc:sldChg chg="delSp mod">
        <pc:chgData name="Zhang, Franky" userId="6ce4719b-7f4a-4549-8832-a74568dd27a3" providerId="ADAL" clId="{6A0E2431-0765-234E-A2F3-757A404C5A8F}" dt="2025-02-05T15:26:46.673" v="7189" actId="478"/>
        <pc:sldMkLst>
          <pc:docMk/>
          <pc:sldMk cId="2764460739" sldId="283"/>
        </pc:sldMkLst>
      </pc:sldChg>
      <pc:sldChg chg="delSp mod">
        <pc:chgData name="Zhang, Franky" userId="6ce4719b-7f4a-4549-8832-a74568dd27a3" providerId="ADAL" clId="{6A0E2431-0765-234E-A2F3-757A404C5A8F}" dt="2025-02-05T15:26:43.718" v="7188" actId="478"/>
        <pc:sldMkLst>
          <pc:docMk/>
          <pc:sldMk cId="1929669608" sldId="284"/>
        </pc:sldMkLst>
      </pc:sldChg>
      <pc:sldChg chg="delSp mod">
        <pc:chgData name="Zhang, Franky" userId="6ce4719b-7f4a-4549-8832-a74568dd27a3" providerId="ADAL" clId="{6A0E2431-0765-234E-A2F3-757A404C5A8F}" dt="2025-02-05T15:36:23.821" v="7239" actId="478"/>
        <pc:sldMkLst>
          <pc:docMk/>
          <pc:sldMk cId="1899376214" sldId="290"/>
        </pc:sldMkLst>
      </pc:sldChg>
      <pc:sldChg chg="delSp mod">
        <pc:chgData name="Zhang, Franky" userId="6ce4719b-7f4a-4549-8832-a74568dd27a3" providerId="ADAL" clId="{6A0E2431-0765-234E-A2F3-757A404C5A8F}" dt="2025-02-05T15:36:30.361" v="7241" actId="478"/>
        <pc:sldMkLst>
          <pc:docMk/>
          <pc:sldMk cId="2034234633" sldId="291"/>
        </pc:sldMkLst>
      </pc:sldChg>
      <pc:sldChg chg="delSp mod">
        <pc:chgData name="Zhang, Franky" userId="6ce4719b-7f4a-4549-8832-a74568dd27a3" providerId="ADAL" clId="{6A0E2431-0765-234E-A2F3-757A404C5A8F}" dt="2025-02-05T15:36:26.779" v="7240" actId="478"/>
        <pc:sldMkLst>
          <pc:docMk/>
          <pc:sldMk cId="3631312834" sldId="292"/>
        </pc:sldMkLst>
      </pc:sldChg>
      <pc:sldChg chg="delSp mod">
        <pc:chgData name="Zhang, Franky" userId="6ce4719b-7f4a-4549-8832-a74568dd27a3" providerId="ADAL" clId="{6A0E2431-0765-234E-A2F3-757A404C5A8F}" dt="2025-02-05T15:26:53.377" v="7191" actId="478"/>
        <pc:sldMkLst>
          <pc:docMk/>
          <pc:sldMk cId="1395785717" sldId="293"/>
        </pc:sldMkLst>
      </pc:sldChg>
      <pc:sldChg chg="delSp mod">
        <pc:chgData name="Zhang, Franky" userId="6ce4719b-7f4a-4549-8832-a74568dd27a3" providerId="ADAL" clId="{6A0E2431-0765-234E-A2F3-757A404C5A8F}" dt="2025-02-05T15:36:16.290" v="7237" actId="478"/>
        <pc:sldMkLst>
          <pc:docMk/>
          <pc:sldMk cId="181451484" sldId="295"/>
        </pc:sldMkLst>
      </pc:sldChg>
      <pc:sldChg chg="delSp mod modShow">
        <pc:chgData name="Zhang, Franky" userId="6ce4719b-7f4a-4549-8832-a74568dd27a3" providerId="ADAL" clId="{6A0E2431-0765-234E-A2F3-757A404C5A8F}" dt="2025-02-05T15:35:43.337" v="7235" actId="729"/>
        <pc:sldMkLst>
          <pc:docMk/>
          <pc:sldMk cId="1226754813" sldId="296"/>
        </pc:sldMkLst>
      </pc:sldChg>
      <pc:sldChg chg="delSp modSp mod modShow">
        <pc:chgData name="Zhang, Franky" userId="6ce4719b-7f4a-4549-8832-a74568dd27a3" providerId="ADAL" clId="{6A0E2431-0765-234E-A2F3-757A404C5A8F}" dt="2025-02-05T15:35:51.409" v="7236" actId="729"/>
        <pc:sldMkLst>
          <pc:docMk/>
          <pc:sldMk cId="2553253248" sldId="297"/>
        </pc:sldMkLst>
        <pc:picChg chg="mod">
          <ac:chgData name="Zhang, Franky" userId="6ce4719b-7f4a-4549-8832-a74568dd27a3" providerId="ADAL" clId="{6A0E2431-0765-234E-A2F3-757A404C5A8F}" dt="2025-02-04T22:20:23.239" v="63" actId="1076"/>
          <ac:picMkLst>
            <pc:docMk/>
            <pc:sldMk cId="2553253248" sldId="297"/>
            <ac:picMk id="9" creationId="{372F9E4B-0459-557E-8F56-FFD873217F8B}"/>
          </ac:picMkLst>
        </pc:picChg>
      </pc:sldChg>
      <pc:sldChg chg="addSp delSp modSp del mod">
        <pc:chgData name="Zhang, Franky" userId="6ce4719b-7f4a-4549-8832-a74568dd27a3" providerId="ADAL" clId="{6A0E2431-0765-234E-A2F3-757A404C5A8F}" dt="2025-02-05T15:27:51.344" v="7201" actId="2696"/>
        <pc:sldMkLst>
          <pc:docMk/>
          <pc:sldMk cId="1016887918" sldId="298"/>
        </pc:sldMkLst>
      </pc:sldChg>
      <pc:sldChg chg="del">
        <pc:chgData name="Zhang, Franky" userId="6ce4719b-7f4a-4549-8832-a74568dd27a3" providerId="ADAL" clId="{6A0E2431-0765-234E-A2F3-757A404C5A8F}" dt="2025-02-04T18:58:34.368" v="0" actId="2696"/>
        <pc:sldMkLst>
          <pc:docMk/>
          <pc:sldMk cId="3859216957" sldId="299"/>
        </pc:sldMkLst>
      </pc:sldChg>
      <pc:sldChg chg="del">
        <pc:chgData name="Zhang, Franky" userId="6ce4719b-7f4a-4549-8832-a74568dd27a3" providerId="ADAL" clId="{6A0E2431-0765-234E-A2F3-757A404C5A8F}" dt="2025-02-04T18:58:35.293" v="1" actId="2696"/>
        <pc:sldMkLst>
          <pc:docMk/>
          <pc:sldMk cId="693434695" sldId="300"/>
        </pc:sldMkLst>
      </pc:sldChg>
      <pc:sldChg chg="addSp delSp modSp mod">
        <pc:chgData name="Zhang, Franky" userId="6ce4719b-7f4a-4549-8832-a74568dd27a3" providerId="ADAL" clId="{6A0E2431-0765-234E-A2F3-757A404C5A8F}" dt="2025-02-04T19:10:12.768" v="20" actId="1076"/>
        <pc:sldMkLst>
          <pc:docMk/>
          <pc:sldMk cId="2622075714" sldId="301"/>
        </pc:sldMkLst>
        <pc:picChg chg="add mod">
          <ac:chgData name="Zhang, Franky" userId="6ce4719b-7f4a-4549-8832-a74568dd27a3" providerId="ADAL" clId="{6A0E2431-0765-234E-A2F3-757A404C5A8F}" dt="2025-02-04T19:00:35.707" v="13" actId="14100"/>
          <ac:picMkLst>
            <pc:docMk/>
            <pc:sldMk cId="2622075714" sldId="301"/>
            <ac:picMk id="7" creationId="{346FD38E-94B7-4062-EABE-FC126C0F9BE9}"/>
          </ac:picMkLst>
        </pc:picChg>
        <pc:picChg chg="add mod">
          <ac:chgData name="Zhang, Franky" userId="6ce4719b-7f4a-4549-8832-a74568dd27a3" providerId="ADAL" clId="{6A0E2431-0765-234E-A2F3-757A404C5A8F}" dt="2025-02-04T19:10:12.768" v="20" actId="1076"/>
          <ac:picMkLst>
            <pc:docMk/>
            <pc:sldMk cId="2622075714" sldId="301"/>
            <ac:picMk id="10" creationId="{3840C868-44E9-0A5A-1E43-65B13CF46215}"/>
          </ac:picMkLst>
        </pc:picChg>
      </pc:sldChg>
      <pc:sldChg chg="addSp delSp modSp mod">
        <pc:chgData name="Zhang, Franky" userId="6ce4719b-7f4a-4549-8832-a74568dd27a3" providerId="ADAL" clId="{6A0E2431-0765-234E-A2F3-757A404C5A8F}" dt="2025-02-05T15:25:27.083" v="7187" actId="20577"/>
        <pc:sldMkLst>
          <pc:docMk/>
          <pc:sldMk cId="1806322137" sldId="302"/>
        </pc:sldMkLst>
        <pc:spChg chg="add mod">
          <ac:chgData name="Zhang, Franky" userId="6ce4719b-7f4a-4549-8832-a74568dd27a3" providerId="ADAL" clId="{6A0E2431-0765-234E-A2F3-757A404C5A8F}" dt="2025-02-05T15:25:27.083" v="7187" actId="20577"/>
          <ac:spMkLst>
            <pc:docMk/>
            <pc:sldMk cId="1806322137" sldId="302"/>
            <ac:spMk id="2" creationId="{DB8A6BBA-D498-EA48-690F-D291FEDFEC6E}"/>
          </ac:spMkLst>
        </pc:spChg>
      </pc:sldChg>
      <pc:sldChg chg="addSp delSp modSp mod">
        <pc:chgData name="Zhang, Franky" userId="6ce4719b-7f4a-4549-8832-a74568dd27a3" providerId="ADAL" clId="{6A0E2431-0765-234E-A2F3-757A404C5A8F}" dt="2025-02-05T15:34:26.247" v="7233" actId="13926"/>
        <pc:sldMkLst>
          <pc:docMk/>
          <pc:sldMk cId="761758101" sldId="303"/>
        </pc:sldMkLst>
        <pc:spChg chg="add mod">
          <ac:chgData name="Zhang, Franky" userId="6ce4719b-7f4a-4549-8832-a74568dd27a3" providerId="ADAL" clId="{6A0E2431-0765-234E-A2F3-757A404C5A8F}" dt="2025-02-05T15:34:26.247" v="7233" actId="13926"/>
          <ac:spMkLst>
            <pc:docMk/>
            <pc:sldMk cId="761758101" sldId="303"/>
            <ac:spMk id="2" creationId="{966279A2-4D7B-4C85-DED4-CC4544982F71}"/>
          </ac:spMkLst>
        </pc:spChg>
      </pc:sldChg>
      <pc:sldChg chg="addSp delSp modSp new mod">
        <pc:chgData name="Zhang, Franky" userId="6ce4719b-7f4a-4549-8832-a74568dd27a3" providerId="ADAL" clId="{6A0E2431-0765-234E-A2F3-757A404C5A8F}" dt="2025-02-04T19:54:22.074" v="29" actId="1076"/>
        <pc:sldMkLst>
          <pc:docMk/>
          <pc:sldMk cId="1125548797" sldId="304"/>
        </pc:sldMkLst>
        <pc:picChg chg="add mod">
          <ac:chgData name="Zhang, Franky" userId="6ce4719b-7f4a-4549-8832-a74568dd27a3" providerId="ADAL" clId="{6A0E2431-0765-234E-A2F3-757A404C5A8F}" dt="2025-02-04T19:54:22.074" v="29" actId="1076"/>
          <ac:picMkLst>
            <pc:docMk/>
            <pc:sldMk cId="1125548797" sldId="304"/>
            <ac:picMk id="5" creationId="{FB254AD6-859B-FCB4-5947-A42AB073AAF8}"/>
          </ac:picMkLst>
        </pc:picChg>
      </pc:sldChg>
      <pc:sldChg chg="addSp delSp modSp new mod">
        <pc:chgData name="Zhang, Franky" userId="6ce4719b-7f4a-4549-8832-a74568dd27a3" providerId="ADAL" clId="{6A0E2431-0765-234E-A2F3-757A404C5A8F}" dt="2025-02-04T19:57:33.471" v="36" actId="14100"/>
        <pc:sldMkLst>
          <pc:docMk/>
          <pc:sldMk cId="789430207" sldId="305"/>
        </pc:sldMkLst>
        <pc:picChg chg="add mod">
          <ac:chgData name="Zhang, Franky" userId="6ce4719b-7f4a-4549-8832-a74568dd27a3" providerId="ADAL" clId="{6A0E2431-0765-234E-A2F3-757A404C5A8F}" dt="2025-02-04T19:57:33.471" v="36" actId="14100"/>
          <ac:picMkLst>
            <pc:docMk/>
            <pc:sldMk cId="789430207" sldId="305"/>
            <ac:picMk id="5" creationId="{6D46AE41-F1D3-EEAC-0D65-F6D949CEABCF}"/>
          </ac:picMkLst>
        </pc:picChg>
      </pc:sldChg>
      <pc:sldChg chg="addSp delSp modSp new mod">
        <pc:chgData name="Zhang, Franky" userId="6ce4719b-7f4a-4549-8832-a74568dd27a3" providerId="ADAL" clId="{6A0E2431-0765-234E-A2F3-757A404C5A8F}" dt="2025-02-04T22:12:20.384" v="52" actId="1076"/>
        <pc:sldMkLst>
          <pc:docMk/>
          <pc:sldMk cId="2562859138" sldId="306"/>
        </pc:sldMkLst>
        <pc:picChg chg="add mod">
          <ac:chgData name="Zhang, Franky" userId="6ce4719b-7f4a-4549-8832-a74568dd27a3" providerId="ADAL" clId="{6A0E2431-0765-234E-A2F3-757A404C5A8F}" dt="2025-02-04T22:12:20.384" v="52" actId="1076"/>
          <ac:picMkLst>
            <pc:docMk/>
            <pc:sldMk cId="2562859138" sldId="306"/>
            <ac:picMk id="7" creationId="{2DE718FD-76C8-815C-BDB3-BC149CDE3A25}"/>
          </ac:picMkLst>
        </pc:picChg>
      </pc:sldChg>
      <pc:sldChg chg="addSp delSp modSp new mod">
        <pc:chgData name="Zhang, Franky" userId="6ce4719b-7f4a-4549-8832-a74568dd27a3" providerId="ADAL" clId="{6A0E2431-0765-234E-A2F3-757A404C5A8F}" dt="2025-02-05T15:33:14.753" v="7226" actId="1076"/>
        <pc:sldMkLst>
          <pc:docMk/>
          <pc:sldMk cId="2604125423" sldId="307"/>
        </pc:sldMkLst>
        <pc:spChg chg="add mod">
          <ac:chgData name="Zhang, Franky" userId="6ce4719b-7f4a-4549-8832-a74568dd27a3" providerId="ADAL" clId="{6A0E2431-0765-234E-A2F3-757A404C5A8F}" dt="2025-02-04T22:18:15.584" v="56"/>
          <ac:spMkLst>
            <pc:docMk/>
            <pc:sldMk cId="2604125423" sldId="307"/>
            <ac:spMk id="4" creationId="{E9DADB1F-3D06-7489-8B0F-54E9FD56D243}"/>
          </ac:spMkLst>
        </pc:spChg>
        <pc:spChg chg="add mod">
          <ac:chgData name="Zhang, Franky" userId="6ce4719b-7f4a-4549-8832-a74568dd27a3" providerId="ADAL" clId="{6A0E2431-0765-234E-A2F3-757A404C5A8F}" dt="2025-02-04T22:18:15.584" v="56"/>
          <ac:spMkLst>
            <pc:docMk/>
            <pc:sldMk cId="2604125423" sldId="307"/>
            <ac:spMk id="5" creationId="{5282A1F0-6EDC-4660-4D8A-E5C65BE4DBFD}"/>
          </ac:spMkLst>
        </pc:spChg>
        <pc:spChg chg="add mod">
          <ac:chgData name="Zhang, Franky" userId="6ce4719b-7f4a-4549-8832-a74568dd27a3" providerId="ADAL" clId="{6A0E2431-0765-234E-A2F3-757A404C5A8F}" dt="2025-02-04T22:18:15.584" v="56"/>
          <ac:spMkLst>
            <pc:docMk/>
            <pc:sldMk cId="2604125423" sldId="307"/>
            <ac:spMk id="6" creationId="{03D59242-F463-2A62-BA1E-87C2CC7E74FC}"/>
          </ac:spMkLst>
        </pc:spChg>
        <pc:spChg chg="add mod">
          <ac:chgData name="Zhang, Franky" userId="6ce4719b-7f4a-4549-8832-a74568dd27a3" providerId="ADAL" clId="{6A0E2431-0765-234E-A2F3-757A404C5A8F}" dt="2025-02-04T22:27:15.976" v="135" actId="1076"/>
          <ac:spMkLst>
            <pc:docMk/>
            <pc:sldMk cId="2604125423" sldId="307"/>
            <ac:spMk id="13" creationId="{69AE728A-BD3F-41F0-6F89-91693562FB92}"/>
          </ac:spMkLst>
        </pc:spChg>
        <pc:spChg chg="add mod">
          <ac:chgData name="Zhang, Franky" userId="6ce4719b-7f4a-4549-8832-a74568dd27a3" providerId="ADAL" clId="{6A0E2431-0765-234E-A2F3-757A404C5A8F}" dt="2025-02-04T22:27:27.232" v="144" actId="20577"/>
          <ac:spMkLst>
            <pc:docMk/>
            <pc:sldMk cId="2604125423" sldId="307"/>
            <ac:spMk id="14" creationId="{38C81D9B-A805-6D78-86CC-ECAA14971A90}"/>
          </ac:spMkLst>
        </pc:spChg>
        <pc:spChg chg="add mod">
          <ac:chgData name="Zhang, Franky" userId="6ce4719b-7f4a-4549-8832-a74568dd27a3" providerId="ADAL" clId="{6A0E2431-0765-234E-A2F3-757A404C5A8F}" dt="2025-02-04T22:27:51.937" v="161" actId="20577"/>
          <ac:spMkLst>
            <pc:docMk/>
            <pc:sldMk cId="2604125423" sldId="307"/>
            <ac:spMk id="15" creationId="{CD038C0B-F7B9-3BD1-9F07-2C0C777F41AA}"/>
          </ac:spMkLst>
        </pc:spChg>
        <pc:spChg chg="add mod">
          <ac:chgData name="Zhang, Franky" userId="6ce4719b-7f4a-4549-8832-a74568dd27a3" providerId="ADAL" clId="{6A0E2431-0765-234E-A2F3-757A404C5A8F}" dt="2025-02-04T22:30:43.798" v="232" actId="20577"/>
          <ac:spMkLst>
            <pc:docMk/>
            <pc:sldMk cId="2604125423" sldId="307"/>
            <ac:spMk id="17" creationId="{CC0CF292-B38C-F66B-DD66-CAE117EF2D7A}"/>
          </ac:spMkLst>
        </pc:spChg>
        <pc:spChg chg="add mod">
          <ac:chgData name="Zhang, Franky" userId="6ce4719b-7f4a-4549-8832-a74568dd27a3" providerId="ADAL" clId="{6A0E2431-0765-234E-A2F3-757A404C5A8F}" dt="2025-02-04T23:19:25.092" v="384" actId="20577"/>
          <ac:spMkLst>
            <pc:docMk/>
            <pc:sldMk cId="2604125423" sldId="307"/>
            <ac:spMk id="20" creationId="{38C1E753-559D-2E8F-0AD0-FC9DBBCC4318}"/>
          </ac:spMkLst>
        </pc:spChg>
        <pc:spChg chg="add mod">
          <ac:chgData name="Zhang, Franky" userId="6ce4719b-7f4a-4549-8832-a74568dd27a3" providerId="ADAL" clId="{6A0E2431-0765-234E-A2F3-757A404C5A8F}" dt="2025-02-04T23:19:34.525" v="389" actId="20577"/>
          <ac:spMkLst>
            <pc:docMk/>
            <pc:sldMk cId="2604125423" sldId="307"/>
            <ac:spMk id="21" creationId="{1E5E3471-ABFE-8949-E4FF-C5E213482F60}"/>
          </ac:spMkLst>
        </pc:spChg>
        <pc:spChg chg="add mod">
          <ac:chgData name="Zhang, Franky" userId="6ce4719b-7f4a-4549-8832-a74568dd27a3" providerId="ADAL" clId="{6A0E2431-0765-234E-A2F3-757A404C5A8F}" dt="2025-02-04T23:19:41.001" v="394" actId="20577"/>
          <ac:spMkLst>
            <pc:docMk/>
            <pc:sldMk cId="2604125423" sldId="307"/>
            <ac:spMk id="22" creationId="{3F582E6E-7883-1313-790E-AC6263820B11}"/>
          </ac:spMkLst>
        </pc:spChg>
        <pc:spChg chg="add mod">
          <ac:chgData name="Zhang, Franky" userId="6ce4719b-7f4a-4549-8832-a74568dd27a3" providerId="ADAL" clId="{6A0E2431-0765-234E-A2F3-757A404C5A8F}" dt="2025-02-04T23:21:56.866" v="441"/>
          <ac:spMkLst>
            <pc:docMk/>
            <pc:sldMk cId="2604125423" sldId="307"/>
            <ac:spMk id="23" creationId="{1F95716D-CF4F-B047-763C-67E94E13DFA0}"/>
          </ac:spMkLst>
        </pc:spChg>
        <pc:spChg chg="add mod">
          <ac:chgData name="Zhang, Franky" userId="6ce4719b-7f4a-4549-8832-a74568dd27a3" providerId="ADAL" clId="{6A0E2431-0765-234E-A2F3-757A404C5A8F}" dt="2025-02-04T23:21:56.866" v="441"/>
          <ac:spMkLst>
            <pc:docMk/>
            <pc:sldMk cId="2604125423" sldId="307"/>
            <ac:spMk id="24" creationId="{9B79D7A4-B188-16DA-6025-F7D535ED6226}"/>
          </ac:spMkLst>
        </pc:spChg>
        <pc:spChg chg="add mod">
          <ac:chgData name="Zhang, Franky" userId="6ce4719b-7f4a-4549-8832-a74568dd27a3" providerId="ADAL" clId="{6A0E2431-0765-234E-A2F3-757A404C5A8F}" dt="2025-02-04T23:21:56.866" v="441"/>
          <ac:spMkLst>
            <pc:docMk/>
            <pc:sldMk cId="2604125423" sldId="307"/>
            <ac:spMk id="25" creationId="{35A1B528-6126-B02F-81A6-3443170D23F0}"/>
          </ac:spMkLst>
        </pc:spChg>
        <pc:spChg chg="add mod">
          <ac:chgData name="Zhang, Franky" userId="6ce4719b-7f4a-4549-8832-a74568dd27a3" providerId="ADAL" clId="{6A0E2431-0765-234E-A2F3-757A404C5A8F}" dt="2025-02-04T23:21:56.866" v="441"/>
          <ac:spMkLst>
            <pc:docMk/>
            <pc:sldMk cId="2604125423" sldId="307"/>
            <ac:spMk id="26" creationId="{A3EF60E3-462F-6CAB-4580-7BBAB9E58ECA}"/>
          </ac:spMkLst>
        </pc:spChg>
        <pc:spChg chg="add mod">
          <ac:chgData name="Zhang, Franky" userId="6ce4719b-7f4a-4549-8832-a74568dd27a3" providerId="ADAL" clId="{6A0E2431-0765-234E-A2F3-757A404C5A8F}" dt="2025-02-04T23:21:56.866" v="441"/>
          <ac:spMkLst>
            <pc:docMk/>
            <pc:sldMk cId="2604125423" sldId="307"/>
            <ac:spMk id="27" creationId="{8572594C-2592-9377-1328-664F7E4B0F1A}"/>
          </ac:spMkLst>
        </pc:spChg>
        <pc:spChg chg="add mod">
          <ac:chgData name="Zhang, Franky" userId="6ce4719b-7f4a-4549-8832-a74568dd27a3" providerId="ADAL" clId="{6A0E2431-0765-234E-A2F3-757A404C5A8F}" dt="2025-02-04T23:21:56.866" v="441"/>
          <ac:spMkLst>
            <pc:docMk/>
            <pc:sldMk cId="2604125423" sldId="307"/>
            <ac:spMk id="28" creationId="{E2C7A499-309A-3ECD-A557-D3FFC4C31C7D}"/>
          </ac:spMkLst>
        </pc:spChg>
        <pc:spChg chg="add mod">
          <ac:chgData name="Zhang, Franky" userId="6ce4719b-7f4a-4549-8832-a74568dd27a3" providerId="ADAL" clId="{6A0E2431-0765-234E-A2F3-757A404C5A8F}" dt="2025-02-04T23:21:56.866" v="441"/>
          <ac:spMkLst>
            <pc:docMk/>
            <pc:sldMk cId="2604125423" sldId="307"/>
            <ac:spMk id="29" creationId="{4F547A3C-16E3-104A-61D8-BFAA88B1B9A4}"/>
          </ac:spMkLst>
        </pc:spChg>
        <pc:spChg chg="add mod">
          <ac:chgData name="Zhang, Franky" userId="6ce4719b-7f4a-4549-8832-a74568dd27a3" providerId="ADAL" clId="{6A0E2431-0765-234E-A2F3-757A404C5A8F}" dt="2025-02-04T23:21:56.866" v="441"/>
          <ac:spMkLst>
            <pc:docMk/>
            <pc:sldMk cId="2604125423" sldId="307"/>
            <ac:spMk id="30" creationId="{282F5489-1BEF-B067-733D-7B5A90DC6F2A}"/>
          </ac:spMkLst>
        </pc:spChg>
        <pc:spChg chg="add mod">
          <ac:chgData name="Zhang, Franky" userId="6ce4719b-7f4a-4549-8832-a74568dd27a3" providerId="ADAL" clId="{6A0E2431-0765-234E-A2F3-757A404C5A8F}" dt="2025-02-04T23:21:56.866" v="441"/>
          <ac:spMkLst>
            <pc:docMk/>
            <pc:sldMk cId="2604125423" sldId="307"/>
            <ac:spMk id="31" creationId="{99C19574-DC42-42D7-63FF-778A2263353A}"/>
          </ac:spMkLst>
        </pc:spChg>
        <pc:picChg chg="add mod">
          <ac:chgData name="Zhang, Franky" userId="6ce4719b-7f4a-4549-8832-a74568dd27a3" providerId="ADAL" clId="{6A0E2431-0765-234E-A2F3-757A404C5A8F}" dt="2025-02-05T15:33:14.753" v="7226" actId="1076"/>
          <ac:picMkLst>
            <pc:docMk/>
            <pc:sldMk cId="2604125423" sldId="307"/>
            <ac:picMk id="3" creationId="{65129980-F446-7CC5-1ECD-F69955439611}"/>
          </ac:picMkLst>
        </pc:picChg>
        <pc:picChg chg="add mod modCrop">
          <ac:chgData name="Zhang, Franky" userId="6ce4719b-7f4a-4549-8832-a74568dd27a3" providerId="ADAL" clId="{6A0E2431-0765-234E-A2F3-757A404C5A8F}" dt="2025-02-04T22:23:45.586" v="94" actId="1076"/>
          <ac:picMkLst>
            <pc:docMk/>
            <pc:sldMk cId="2604125423" sldId="307"/>
            <ac:picMk id="8" creationId="{E382084B-ECE2-46AB-B7B4-5E792F381845}"/>
          </ac:picMkLst>
        </pc:picChg>
        <pc:picChg chg="add mod">
          <ac:chgData name="Zhang, Franky" userId="6ce4719b-7f4a-4549-8832-a74568dd27a3" providerId="ADAL" clId="{6A0E2431-0765-234E-A2F3-757A404C5A8F}" dt="2025-02-04T23:11:21.797" v="276" actId="1076"/>
          <ac:picMkLst>
            <pc:docMk/>
            <pc:sldMk cId="2604125423" sldId="307"/>
            <ac:picMk id="19" creationId="{014671BD-6351-1266-3742-8617CE7B8EC8}"/>
          </ac:picMkLst>
        </pc:picChg>
        <pc:cxnChg chg="add mod">
          <ac:chgData name="Zhang, Franky" userId="6ce4719b-7f4a-4549-8832-a74568dd27a3" providerId="ADAL" clId="{6A0E2431-0765-234E-A2F3-757A404C5A8F}" dt="2025-02-04T22:26:48.681" v="126" actId="14100"/>
          <ac:cxnSpMkLst>
            <pc:docMk/>
            <pc:sldMk cId="2604125423" sldId="307"/>
            <ac:cxnSpMk id="9" creationId="{CBD43AC1-EBCF-2DA0-923F-5893353D83B7}"/>
          </ac:cxnSpMkLst>
        </pc:cxnChg>
        <pc:cxnChg chg="add mod">
          <ac:chgData name="Zhang, Franky" userId="6ce4719b-7f4a-4549-8832-a74568dd27a3" providerId="ADAL" clId="{6A0E2431-0765-234E-A2F3-757A404C5A8F}" dt="2025-02-04T22:26:52.089" v="127" actId="14100"/>
          <ac:cxnSpMkLst>
            <pc:docMk/>
            <pc:sldMk cId="2604125423" sldId="307"/>
            <ac:cxnSpMk id="10" creationId="{56DB8FC6-6491-88B0-65A5-BA9779C2FD58}"/>
          </ac:cxnSpMkLst>
        </pc:cxnChg>
      </pc:sldChg>
      <pc:sldChg chg="addSp delSp modSp new mod">
        <pc:chgData name="Zhang, Franky" userId="6ce4719b-7f4a-4549-8832-a74568dd27a3" providerId="ADAL" clId="{6A0E2431-0765-234E-A2F3-757A404C5A8F}" dt="2025-02-05T15:33:02.732" v="7224" actId="14100"/>
        <pc:sldMkLst>
          <pc:docMk/>
          <pc:sldMk cId="1994824501" sldId="308"/>
        </pc:sldMkLst>
        <pc:spChg chg="add mod">
          <ac:chgData name="Zhang, Franky" userId="6ce4719b-7f4a-4549-8832-a74568dd27a3" providerId="ADAL" clId="{6A0E2431-0765-234E-A2F3-757A404C5A8F}" dt="2025-02-04T22:18:18.181" v="58"/>
          <ac:spMkLst>
            <pc:docMk/>
            <pc:sldMk cId="1994824501" sldId="308"/>
            <ac:spMk id="4" creationId="{6AF21093-EA20-C9B2-74A8-8273732F6928}"/>
          </ac:spMkLst>
        </pc:spChg>
        <pc:spChg chg="add mod">
          <ac:chgData name="Zhang, Franky" userId="6ce4719b-7f4a-4549-8832-a74568dd27a3" providerId="ADAL" clId="{6A0E2431-0765-234E-A2F3-757A404C5A8F}" dt="2025-02-04T22:18:18.181" v="58"/>
          <ac:spMkLst>
            <pc:docMk/>
            <pc:sldMk cId="1994824501" sldId="308"/>
            <ac:spMk id="5" creationId="{7C0EA1C4-51B1-C57E-6DB9-6CABC56ABF3C}"/>
          </ac:spMkLst>
        </pc:spChg>
        <pc:spChg chg="add mod">
          <ac:chgData name="Zhang, Franky" userId="6ce4719b-7f4a-4549-8832-a74568dd27a3" providerId="ADAL" clId="{6A0E2431-0765-234E-A2F3-757A404C5A8F}" dt="2025-02-04T22:18:18.181" v="58"/>
          <ac:spMkLst>
            <pc:docMk/>
            <pc:sldMk cId="1994824501" sldId="308"/>
            <ac:spMk id="6" creationId="{B64AD971-3A09-3418-1C3F-481281646379}"/>
          </ac:spMkLst>
        </pc:spChg>
        <pc:spChg chg="add mod">
          <ac:chgData name="Zhang, Franky" userId="6ce4719b-7f4a-4549-8832-a74568dd27a3" providerId="ADAL" clId="{6A0E2431-0765-234E-A2F3-757A404C5A8F}" dt="2025-02-04T22:32:13.363" v="246" actId="1076"/>
          <ac:spMkLst>
            <pc:docMk/>
            <pc:sldMk cId="1994824501" sldId="308"/>
            <ac:spMk id="13" creationId="{D40F0721-86C9-6C11-0B46-03E9A5DA8EB6}"/>
          </ac:spMkLst>
        </pc:spChg>
        <pc:spChg chg="add mod">
          <ac:chgData name="Zhang, Franky" userId="6ce4719b-7f4a-4549-8832-a74568dd27a3" providerId="ADAL" clId="{6A0E2431-0765-234E-A2F3-757A404C5A8F}" dt="2025-02-04T22:32:13.363" v="246" actId="1076"/>
          <ac:spMkLst>
            <pc:docMk/>
            <pc:sldMk cId="1994824501" sldId="308"/>
            <ac:spMk id="14" creationId="{5364E79E-0BD6-4873-6151-35FA8A65A6A3}"/>
          </ac:spMkLst>
        </pc:spChg>
        <pc:spChg chg="add mod">
          <ac:chgData name="Zhang, Franky" userId="6ce4719b-7f4a-4549-8832-a74568dd27a3" providerId="ADAL" clId="{6A0E2431-0765-234E-A2F3-757A404C5A8F}" dt="2025-02-04T22:32:13.363" v="246" actId="1076"/>
          <ac:spMkLst>
            <pc:docMk/>
            <pc:sldMk cId="1994824501" sldId="308"/>
            <ac:spMk id="15" creationId="{5C2FEDCA-FD4D-10F6-0418-C2032153BDC2}"/>
          </ac:spMkLst>
        </pc:spChg>
        <pc:spChg chg="add mod">
          <ac:chgData name="Zhang, Franky" userId="6ce4719b-7f4a-4549-8832-a74568dd27a3" providerId="ADAL" clId="{6A0E2431-0765-234E-A2F3-757A404C5A8F}" dt="2025-02-04T22:40:52.836" v="249" actId="1076"/>
          <ac:spMkLst>
            <pc:docMk/>
            <pc:sldMk cId="1994824501" sldId="308"/>
            <ac:spMk id="16" creationId="{505DB7E9-BA74-3CB3-5E67-65694088197F}"/>
          </ac:spMkLst>
        </pc:spChg>
        <pc:spChg chg="add mod">
          <ac:chgData name="Zhang, Franky" userId="6ce4719b-7f4a-4549-8832-a74568dd27a3" providerId="ADAL" clId="{6A0E2431-0765-234E-A2F3-757A404C5A8F}" dt="2025-02-04T23:19:49.846" v="399" actId="20577"/>
          <ac:spMkLst>
            <pc:docMk/>
            <pc:sldMk cId="1994824501" sldId="308"/>
            <ac:spMk id="21" creationId="{6AA2545F-D5B2-86C4-E1E1-0C9D9D2F12AE}"/>
          </ac:spMkLst>
        </pc:spChg>
        <pc:spChg chg="add mod">
          <ac:chgData name="Zhang, Franky" userId="6ce4719b-7f4a-4549-8832-a74568dd27a3" providerId="ADAL" clId="{6A0E2431-0765-234E-A2F3-757A404C5A8F}" dt="2025-02-04T23:19:55.642" v="404" actId="20577"/>
          <ac:spMkLst>
            <pc:docMk/>
            <pc:sldMk cId="1994824501" sldId="308"/>
            <ac:spMk id="22" creationId="{76BC33CE-DB95-C406-E2DB-202E14F99462}"/>
          </ac:spMkLst>
        </pc:spChg>
        <pc:spChg chg="add mod">
          <ac:chgData name="Zhang, Franky" userId="6ce4719b-7f4a-4549-8832-a74568dd27a3" providerId="ADAL" clId="{6A0E2431-0765-234E-A2F3-757A404C5A8F}" dt="2025-02-04T23:20:03.580" v="409" actId="20577"/>
          <ac:spMkLst>
            <pc:docMk/>
            <pc:sldMk cId="1994824501" sldId="308"/>
            <ac:spMk id="23" creationId="{C06680E7-BF23-221F-2C63-ABAA8E244321}"/>
          </ac:spMkLst>
        </pc:spChg>
        <pc:spChg chg="add mod">
          <ac:chgData name="Zhang, Franky" userId="6ce4719b-7f4a-4549-8832-a74568dd27a3" providerId="ADAL" clId="{6A0E2431-0765-234E-A2F3-757A404C5A8F}" dt="2025-02-04T23:22:00.013" v="442"/>
          <ac:spMkLst>
            <pc:docMk/>
            <pc:sldMk cId="1994824501" sldId="308"/>
            <ac:spMk id="24" creationId="{A5D5BF21-9926-E317-8D41-05BBCCD9A603}"/>
          </ac:spMkLst>
        </pc:spChg>
        <pc:spChg chg="add mod">
          <ac:chgData name="Zhang, Franky" userId="6ce4719b-7f4a-4549-8832-a74568dd27a3" providerId="ADAL" clId="{6A0E2431-0765-234E-A2F3-757A404C5A8F}" dt="2025-02-04T23:22:00.013" v="442"/>
          <ac:spMkLst>
            <pc:docMk/>
            <pc:sldMk cId="1994824501" sldId="308"/>
            <ac:spMk id="25" creationId="{016D0C33-8CDF-63BE-41D6-2E769A9C01C0}"/>
          </ac:spMkLst>
        </pc:spChg>
        <pc:spChg chg="add mod">
          <ac:chgData name="Zhang, Franky" userId="6ce4719b-7f4a-4549-8832-a74568dd27a3" providerId="ADAL" clId="{6A0E2431-0765-234E-A2F3-757A404C5A8F}" dt="2025-02-04T23:22:00.013" v="442"/>
          <ac:spMkLst>
            <pc:docMk/>
            <pc:sldMk cId="1994824501" sldId="308"/>
            <ac:spMk id="26" creationId="{DAB79AAD-CAD2-A13C-176A-FDDE9095AC0C}"/>
          </ac:spMkLst>
        </pc:spChg>
        <pc:spChg chg="add mod">
          <ac:chgData name="Zhang, Franky" userId="6ce4719b-7f4a-4549-8832-a74568dd27a3" providerId="ADAL" clId="{6A0E2431-0765-234E-A2F3-757A404C5A8F}" dt="2025-02-04T23:22:00.013" v="442"/>
          <ac:spMkLst>
            <pc:docMk/>
            <pc:sldMk cId="1994824501" sldId="308"/>
            <ac:spMk id="27" creationId="{5A15BE9C-1EE0-0C54-1C48-FEE9D6FF51D3}"/>
          </ac:spMkLst>
        </pc:spChg>
        <pc:spChg chg="add mod">
          <ac:chgData name="Zhang, Franky" userId="6ce4719b-7f4a-4549-8832-a74568dd27a3" providerId="ADAL" clId="{6A0E2431-0765-234E-A2F3-757A404C5A8F}" dt="2025-02-04T23:22:00.013" v="442"/>
          <ac:spMkLst>
            <pc:docMk/>
            <pc:sldMk cId="1994824501" sldId="308"/>
            <ac:spMk id="28" creationId="{41D777BC-FEC7-AE95-7F6B-8EEF7EC85D3B}"/>
          </ac:spMkLst>
        </pc:spChg>
        <pc:spChg chg="add mod">
          <ac:chgData name="Zhang, Franky" userId="6ce4719b-7f4a-4549-8832-a74568dd27a3" providerId="ADAL" clId="{6A0E2431-0765-234E-A2F3-757A404C5A8F}" dt="2025-02-04T23:22:00.013" v="442"/>
          <ac:spMkLst>
            <pc:docMk/>
            <pc:sldMk cId="1994824501" sldId="308"/>
            <ac:spMk id="29" creationId="{CA519F2F-AF46-242E-E068-153CDC060388}"/>
          </ac:spMkLst>
        </pc:spChg>
        <pc:spChg chg="add mod">
          <ac:chgData name="Zhang, Franky" userId="6ce4719b-7f4a-4549-8832-a74568dd27a3" providerId="ADAL" clId="{6A0E2431-0765-234E-A2F3-757A404C5A8F}" dt="2025-02-04T23:22:00.013" v="442"/>
          <ac:spMkLst>
            <pc:docMk/>
            <pc:sldMk cId="1994824501" sldId="308"/>
            <ac:spMk id="30" creationId="{2203311C-D91B-7696-9F56-76AFADCF631C}"/>
          </ac:spMkLst>
        </pc:spChg>
        <pc:spChg chg="add mod">
          <ac:chgData name="Zhang, Franky" userId="6ce4719b-7f4a-4549-8832-a74568dd27a3" providerId="ADAL" clId="{6A0E2431-0765-234E-A2F3-757A404C5A8F}" dt="2025-02-04T23:22:00.013" v="442"/>
          <ac:spMkLst>
            <pc:docMk/>
            <pc:sldMk cId="1994824501" sldId="308"/>
            <ac:spMk id="31" creationId="{69F11FB1-725D-7E94-31B5-AF37235209B3}"/>
          </ac:spMkLst>
        </pc:spChg>
        <pc:spChg chg="add mod">
          <ac:chgData name="Zhang, Franky" userId="6ce4719b-7f4a-4549-8832-a74568dd27a3" providerId="ADAL" clId="{6A0E2431-0765-234E-A2F3-757A404C5A8F}" dt="2025-02-04T23:22:00.013" v="442"/>
          <ac:spMkLst>
            <pc:docMk/>
            <pc:sldMk cId="1994824501" sldId="308"/>
            <ac:spMk id="32" creationId="{870568E9-E632-898C-08F3-3A1646496B29}"/>
          </ac:spMkLst>
        </pc:spChg>
        <pc:picChg chg="add mod modCrop">
          <ac:chgData name="Zhang, Franky" userId="6ce4719b-7f4a-4549-8832-a74568dd27a3" providerId="ADAL" clId="{6A0E2431-0765-234E-A2F3-757A404C5A8F}" dt="2025-02-04T22:31:50.083" v="241" actId="1076"/>
          <ac:picMkLst>
            <pc:docMk/>
            <pc:sldMk cId="1994824501" sldId="308"/>
            <ac:picMk id="8" creationId="{9A77D59C-9DC6-FCBB-FBF4-F0AE4D2BED75}"/>
          </ac:picMkLst>
        </pc:picChg>
        <pc:picChg chg="add mod">
          <ac:chgData name="Zhang, Franky" userId="6ce4719b-7f4a-4549-8832-a74568dd27a3" providerId="ADAL" clId="{6A0E2431-0765-234E-A2F3-757A404C5A8F}" dt="2025-02-05T15:33:02.732" v="7224" actId="14100"/>
          <ac:picMkLst>
            <pc:docMk/>
            <pc:sldMk cId="1994824501" sldId="308"/>
            <ac:picMk id="17" creationId="{4B76FC08-0901-F45E-F415-F40809E57D31}"/>
          </ac:picMkLst>
        </pc:picChg>
        <pc:picChg chg="add mod">
          <ac:chgData name="Zhang, Franky" userId="6ce4719b-7f4a-4549-8832-a74568dd27a3" providerId="ADAL" clId="{6A0E2431-0765-234E-A2F3-757A404C5A8F}" dt="2025-02-04T23:13:51.512" v="285" actId="1076"/>
          <ac:picMkLst>
            <pc:docMk/>
            <pc:sldMk cId="1994824501" sldId="308"/>
            <ac:picMk id="20" creationId="{9626EA7A-131E-A4E0-74DB-5BA02AC88FB9}"/>
          </ac:picMkLst>
        </pc:picChg>
        <pc:cxnChg chg="add mod">
          <ac:chgData name="Zhang, Franky" userId="6ce4719b-7f4a-4549-8832-a74568dd27a3" providerId="ADAL" clId="{6A0E2431-0765-234E-A2F3-757A404C5A8F}" dt="2025-02-04T22:32:07.321" v="245" actId="14100"/>
          <ac:cxnSpMkLst>
            <pc:docMk/>
            <pc:sldMk cId="1994824501" sldId="308"/>
            <ac:cxnSpMk id="10" creationId="{2EBA84A0-EC4C-2F41-5B48-AEF6B0061EA6}"/>
          </ac:cxnSpMkLst>
        </pc:cxnChg>
        <pc:cxnChg chg="add mod">
          <ac:chgData name="Zhang, Franky" userId="6ce4719b-7f4a-4549-8832-a74568dd27a3" providerId="ADAL" clId="{6A0E2431-0765-234E-A2F3-757A404C5A8F}" dt="2025-02-04T22:32:03.138" v="244" actId="14100"/>
          <ac:cxnSpMkLst>
            <pc:docMk/>
            <pc:sldMk cId="1994824501" sldId="308"/>
            <ac:cxnSpMk id="12" creationId="{83FEB99F-769A-DB65-D7A7-A652BB4B217D}"/>
          </ac:cxnSpMkLst>
        </pc:cxnChg>
      </pc:sldChg>
      <pc:sldChg chg="addSp delSp modSp new mod">
        <pc:chgData name="Zhang, Franky" userId="6ce4719b-7f4a-4549-8832-a74568dd27a3" providerId="ADAL" clId="{6A0E2431-0765-234E-A2F3-757A404C5A8F}" dt="2025-02-05T15:33:52.414" v="7231" actId="1076"/>
        <pc:sldMkLst>
          <pc:docMk/>
          <pc:sldMk cId="1487543906" sldId="309"/>
        </pc:sldMkLst>
        <pc:spChg chg="add mod">
          <ac:chgData name="Zhang, Franky" userId="6ce4719b-7f4a-4549-8832-a74568dd27a3" providerId="ADAL" clId="{6A0E2431-0765-234E-A2F3-757A404C5A8F}" dt="2025-02-04T22:24:27.183" v="96"/>
          <ac:spMkLst>
            <pc:docMk/>
            <pc:sldMk cId="1487543906" sldId="309"/>
            <ac:spMk id="4" creationId="{78E8185E-F0A7-DAAB-1C25-261100D6BC48}"/>
          </ac:spMkLst>
        </pc:spChg>
        <pc:spChg chg="add mod">
          <ac:chgData name="Zhang, Franky" userId="6ce4719b-7f4a-4549-8832-a74568dd27a3" providerId="ADAL" clId="{6A0E2431-0765-234E-A2F3-757A404C5A8F}" dt="2025-02-04T22:24:27.183" v="96"/>
          <ac:spMkLst>
            <pc:docMk/>
            <pc:sldMk cId="1487543906" sldId="309"/>
            <ac:spMk id="5" creationId="{0D5FA642-3663-6DB3-2997-D0B869DA7583}"/>
          </ac:spMkLst>
        </pc:spChg>
        <pc:spChg chg="add mod">
          <ac:chgData name="Zhang, Franky" userId="6ce4719b-7f4a-4549-8832-a74568dd27a3" providerId="ADAL" clId="{6A0E2431-0765-234E-A2F3-757A404C5A8F}" dt="2025-02-04T22:24:27.183" v="96"/>
          <ac:spMkLst>
            <pc:docMk/>
            <pc:sldMk cId="1487543906" sldId="309"/>
            <ac:spMk id="6" creationId="{AEFFBCD4-633C-FECC-344E-96D75D07F06B}"/>
          </ac:spMkLst>
        </pc:spChg>
        <pc:spChg chg="add mod">
          <ac:chgData name="Zhang, Franky" userId="6ce4719b-7f4a-4549-8832-a74568dd27a3" providerId="ADAL" clId="{6A0E2431-0765-234E-A2F3-757A404C5A8F}" dt="2025-02-04T22:28:04.638" v="165" actId="1076"/>
          <ac:spMkLst>
            <pc:docMk/>
            <pc:sldMk cId="1487543906" sldId="309"/>
            <ac:spMk id="12" creationId="{0C526FCD-CBAC-6643-1D6B-FF3719198F13}"/>
          </ac:spMkLst>
        </pc:spChg>
        <pc:spChg chg="add mod">
          <ac:chgData name="Zhang, Franky" userId="6ce4719b-7f4a-4549-8832-a74568dd27a3" providerId="ADAL" clId="{6A0E2431-0765-234E-A2F3-757A404C5A8F}" dt="2025-02-04T22:28:04.638" v="165" actId="1076"/>
          <ac:spMkLst>
            <pc:docMk/>
            <pc:sldMk cId="1487543906" sldId="309"/>
            <ac:spMk id="13" creationId="{FA81B394-FA27-CE3E-7E64-10DEF04A154F}"/>
          </ac:spMkLst>
        </pc:spChg>
        <pc:spChg chg="add mod">
          <ac:chgData name="Zhang, Franky" userId="6ce4719b-7f4a-4549-8832-a74568dd27a3" providerId="ADAL" clId="{6A0E2431-0765-234E-A2F3-757A404C5A8F}" dt="2025-02-04T22:28:04.638" v="165" actId="1076"/>
          <ac:spMkLst>
            <pc:docMk/>
            <pc:sldMk cId="1487543906" sldId="309"/>
            <ac:spMk id="14" creationId="{0EDC7AF8-0323-CE58-003A-B0AFB8E659D0}"/>
          </ac:spMkLst>
        </pc:spChg>
        <pc:spChg chg="add mod">
          <ac:chgData name="Zhang, Franky" userId="6ce4719b-7f4a-4549-8832-a74568dd27a3" providerId="ADAL" clId="{6A0E2431-0765-234E-A2F3-757A404C5A8F}" dt="2025-02-04T22:30:16.653" v="227" actId="20577"/>
          <ac:spMkLst>
            <pc:docMk/>
            <pc:sldMk cId="1487543906" sldId="309"/>
            <ac:spMk id="16" creationId="{16138910-9F0B-8AF0-C919-C78A49FFD99F}"/>
          </ac:spMkLst>
        </pc:spChg>
        <pc:spChg chg="add mod">
          <ac:chgData name="Zhang, Franky" userId="6ce4719b-7f4a-4549-8832-a74568dd27a3" providerId="ADAL" clId="{6A0E2431-0765-234E-A2F3-757A404C5A8F}" dt="2025-02-04T23:19:02.377" v="372" actId="20577"/>
          <ac:spMkLst>
            <pc:docMk/>
            <pc:sldMk cId="1487543906" sldId="309"/>
            <ac:spMk id="23" creationId="{4845F32E-F389-18D7-C9A7-F280085B985C}"/>
          </ac:spMkLst>
        </pc:spChg>
        <pc:spChg chg="add mod">
          <ac:chgData name="Zhang, Franky" userId="6ce4719b-7f4a-4549-8832-a74568dd27a3" providerId="ADAL" clId="{6A0E2431-0765-234E-A2F3-757A404C5A8F}" dt="2025-02-04T23:19:04.221" v="374" actId="20577"/>
          <ac:spMkLst>
            <pc:docMk/>
            <pc:sldMk cId="1487543906" sldId="309"/>
            <ac:spMk id="24" creationId="{CBCCF3D7-66BB-A57D-205D-0FC1F39E5719}"/>
          </ac:spMkLst>
        </pc:spChg>
        <pc:spChg chg="add mod">
          <ac:chgData name="Zhang, Franky" userId="6ce4719b-7f4a-4549-8832-a74568dd27a3" providerId="ADAL" clId="{6A0E2431-0765-234E-A2F3-757A404C5A8F}" dt="2025-02-04T23:19:09.302" v="379" actId="20577"/>
          <ac:spMkLst>
            <pc:docMk/>
            <pc:sldMk cId="1487543906" sldId="309"/>
            <ac:spMk id="25" creationId="{C6C6F9E3-6DC3-5576-8F8B-D71301ADAB90}"/>
          </ac:spMkLst>
        </pc:spChg>
        <pc:spChg chg="add mod">
          <ac:chgData name="Zhang, Franky" userId="6ce4719b-7f4a-4549-8832-a74568dd27a3" providerId="ADAL" clId="{6A0E2431-0765-234E-A2F3-757A404C5A8F}" dt="2025-02-04T23:20:56.301" v="424" actId="1076"/>
          <ac:spMkLst>
            <pc:docMk/>
            <pc:sldMk cId="1487543906" sldId="309"/>
            <ac:spMk id="26" creationId="{234A81D7-4E77-C4EE-F7EA-066BFD532D97}"/>
          </ac:spMkLst>
        </pc:spChg>
        <pc:spChg chg="add mod">
          <ac:chgData name="Zhang, Franky" userId="6ce4719b-7f4a-4549-8832-a74568dd27a3" providerId="ADAL" clId="{6A0E2431-0765-234E-A2F3-757A404C5A8F}" dt="2025-02-04T23:21:18.252" v="430" actId="1076"/>
          <ac:spMkLst>
            <pc:docMk/>
            <pc:sldMk cId="1487543906" sldId="309"/>
            <ac:spMk id="27" creationId="{C218BF7A-6D4F-DB07-709E-2B279C539EC8}"/>
          </ac:spMkLst>
        </pc:spChg>
        <pc:spChg chg="add mod">
          <ac:chgData name="Zhang, Franky" userId="6ce4719b-7f4a-4549-8832-a74568dd27a3" providerId="ADAL" clId="{6A0E2431-0765-234E-A2F3-757A404C5A8F}" dt="2025-02-04T23:21:30.830" v="436" actId="20577"/>
          <ac:spMkLst>
            <pc:docMk/>
            <pc:sldMk cId="1487543906" sldId="309"/>
            <ac:spMk id="28" creationId="{7283B110-2F87-CC57-0405-49D9026563C9}"/>
          </ac:spMkLst>
        </pc:spChg>
        <pc:spChg chg="add mod">
          <ac:chgData name="Zhang, Franky" userId="6ce4719b-7f4a-4549-8832-a74568dd27a3" providerId="ADAL" clId="{6A0E2431-0765-234E-A2F3-757A404C5A8F}" dt="2025-02-04T23:21:43.307" v="438" actId="1076"/>
          <ac:spMkLst>
            <pc:docMk/>
            <pc:sldMk cId="1487543906" sldId="309"/>
            <ac:spMk id="29" creationId="{CFD6A5F1-86F4-5A03-FF58-816BA27DDD6B}"/>
          </ac:spMkLst>
        </pc:spChg>
        <pc:spChg chg="add mod">
          <ac:chgData name="Zhang, Franky" userId="6ce4719b-7f4a-4549-8832-a74568dd27a3" providerId="ADAL" clId="{6A0E2431-0765-234E-A2F3-757A404C5A8F}" dt="2025-02-04T23:21:43.307" v="438" actId="1076"/>
          <ac:spMkLst>
            <pc:docMk/>
            <pc:sldMk cId="1487543906" sldId="309"/>
            <ac:spMk id="30" creationId="{698E1220-287F-D3C5-6F67-CA515C076BEA}"/>
          </ac:spMkLst>
        </pc:spChg>
        <pc:spChg chg="add mod">
          <ac:chgData name="Zhang, Franky" userId="6ce4719b-7f4a-4549-8832-a74568dd27a3" providerId="ADAL" clId="{6A0E2431-0765-234E-A2F3-757A404C5A8F}" dt="2025-02-04T23:21:43.307" v="438" actId="1076"/>
          <ac:spMkLst>
            <pc:docMk/>
            <pc:sldMk cId="1487543906" sldId="309"/>
            <ac:spMk id="31" creationId="{5A0BACF7-4B49-6DEA-34C8-B3AEB4F1F379}"/>
          </ac:spMkLst>
        </pc:spChg>
        <pc:spChg chg="add mod">
          <ac:chgData name="Zhang, Franky" userId="6ce4719b-7f4a-4549-8832-a74568dd27a3" providerId="ADAL" clId="{6A0E2431-0765-234E-A2F3-757A404C5A8F}" dt="2025-02-04T23:21:49.616" v="440" actId="1076"/>
          <ac:spMkLst>
            <pc:docMk/>
            <pc:sldMk cId="1487543906" sldId="309"/>
            <ac:spMk id="32" creationId="{E98E1F0C-2F99-62B4-AF89-D013BBFACAFE}"/>
          </ac:spMkLst>
        </pc:spChg>
        <pc:spChg chg="add mod">
          <ac:chgData name="Zhang, Franky" userId="6ce4719b-7f4a-4549-8832-a74568dd27a3" providerId="ADAL" clId="{6A0E2431-0765-234E-A2F3-757A404C5A8F}" dt="2025-02-04T23:21:49.616" v="440" actId="1076"/>
          <ac:spMkLst>
            <pc:docMk/>
            <pc:sldMk cId="1487543906" sldId="309"/>
            <ac:spMk id="33" creationId="{546B937B-280D-4A70-F02B-3B64C4D272A4}"/>
          </ac:spMkLst>
        </pc:spChg>
        <pc:spChg chg="add mod">
          <ac:chgData name="Zhang, Franky" userId="6ce4719b-7f4a-4549-8832-a74568dd27a3" providerId="ADAL" clId="{6A0E2431-0765-234E-A2F3-757A404C5A8F}" dt="2025-02-04T23:21:49.616" v="440" actId="1076"/>
          <ac:spMkLst>
            <pc:docMk/>
            <pc:sldMk cId="1487543906" sldId="309"/>
            <ac:spMk id="34" creationId="{DDEB54A6-7F84-CF1A-2AAF-BF181A204434}"/>
          </ac:spMkLst>
        </pc:spChg>
        <pc:picChg chg="add mod modCrop">
          <ac:chgData name="Zhang, Franky" userId="6ce4719b-7f4a-4549-8832-a74568dd27a3" providerId="ADAL" clId="{6A0E2431-0765-234E-A2F3-757A404C5A8F}" dt="2025-02-04T22:25:07.955" v="106" actId="1076"/>
          <ac:picMkLst>
            <pc:docMk/>
            <pc:sldMk cId="1487543906" sldId="309"/>
            <ac:picMk id="7" creationId="{65EB466F-6D9A-8F65-D15D-9C8A419DA366}"/>
          </ac:picMkLst>
        </pc:picChg>
        <pc:picChg chg="add mod">
          <ac:chgData name="Zhang, Franky" userId="6ce4719b-7f4a-4549-8832-a74568dd27a3" providerId="ADAL" clId="{6A0E2431-0765-234E-A2F3-757A404C5A8F}" dt="2025-02-05T15:33:52.414" v="7231" actId="1076"/>
          <ac:picMkLst>
            <pc:docMk/>
            <pc:sldMk cId="1487543906" sldId="309"/>
            <ac:picMk id="11" creationId="{9EE267EC-9353-384E-17B4-0522D0C54C0D}"/>
          </ac:picMkLst>
        </pc:picChg>
        <pc:picChg chg="add mod">
          <ac:chgData name="Zhang, Franky" userId="6ce4719b-7f4a-4549-8832-a74568dd27a3" providerId="ADAL" clId="{6A0E2431-0765-234E-A2F3-757A404C5A8F}" dt="2025-02-04T23:15:30.497" v="329" actId="1076"/>
          <ac:picMkLst>
            <pc:docMk/>
            <pc:sldMk cId="1487543906" sldId="309"/>
            <ac:picMk id="22" creationId="{E6239742-3EE1-9498-C3B7-59C28840F88C}"/>
          </ac:picMkLst>
        </pc:picChg>
        <pc:cxnChg chg="add mod">
          <ac:chgData name="Zhang, Franky" userId="6ce4719b-7f4a-4549-8832-a74568dd27a3" providerId="ADAL" clId="{6A0E2431-0765-234E-A2F3-757A404C5A8F}" dt="2025-02-04T22:26:38.063" v="124" actId="14100"/>
          <ac:cxnSpMkLst>
            <pc:docMk/>
            <pc:sldMk cId="1487543906" sldId="309"/>
            <ac:cxnSpMk id="8" creationId="{37C92A37-FA2C-9849-C2F5-F3E8BD919DE8}"/>
          </ac:cxnSpMkLst>
        </pc:cxnChg>
        <pc:cxnChg chg="add mod">
          <ac:chgData name="Zhang, Franky" userId="6ce4719b-7f4a-4549-8832-a74568dd27a3" providerId="ADAL" clId="{6A0E2431-0765-234E-A2F3-757A404C5A8F}" dt="2025-02-04T22:26:42.001" v="125" actId="14100"/>
          <ac:cxnSpMkLst>
            <pc:docMk/>
            <pc:sldMk cId="1487543906" sldId="309"/>
            <ac:cxnSpMk id="9" creationId="{96D677DD-6836-CA30-F852-1AE5370C7E19}"/>
          </ac:cxnSpMkLst>
        </pc:cxnChg>
      </pc:sldChg>
    </pc:docChg>
  </pc:docChgLst>
  <pc:docChgLst>
    <pc:chgData name="Zhang, Franky" userId="6ce4719b-7f4a-4549-8832-a74568dd27a3" providerId="ADAL" clId="{434146D4-AB21-CD4A-B25C-F7632F17382C}"/>
    <pc:docChg chg="undo custSel addSld delSld modSld sldOrd">
      <pc:chgData name="Zhang, Franky" userId="6ce4719b-7f4a-4549-8832-a74568dd27a3" providerId="ADAL" clId="{434146D4-AB21-CD4A-B25C-F7632F17382C}" dt="2025-01-31T14:41:51.435" v="2861" actId="20577"/>
      <pc:docMkLst>
        <pc:docMk/>
      </pc:docMkLst>
      <pc:sldChg chg="modSp mod">
        <pc:chgData name="Zhang, Franky" userId="6ce4719b-7f4a-4549-8832-a74568dd27a3" providerId="ADAL" clId="{434146D4-AB21-CD4A-B25C-F7632F17382C}" dt="2025-01-28T18:53:06.752" v="1540" actId="20577"/>
        <pc:sldMkLst>
          <pc:docMk/>
          <pc:sldMk cId="1440547175" sldId="256"/>
        </pc:sldMkLst>
        <pc:spChg chg="mod">
          <ac:chgData name="Zhang, Franky" userId="6ce4719b-7f4a-4549-8832-a74568dd27a3" providerId="ADAL" clId="{434146D4-AB21-CD4A-B25C-F7632F17382C}" dt="2025-01-28T18:53:06.752" v="1540" actId="20577"/>
          <ac:spMkLst>
            <pc:docMk/>
            <pc:sldMk cId="1440547175" sldId="256"/>
            <ac:spMk id="5" creationId="{AFC564C5-2B52-EB2C-F85D-8976B54B31CB}"/>
          </ac:spMkLst>
        </pc:spChg>
      </pc:sldChg>
      <pc:sldChg chg="modSp mod">
        <pc:chgData name="Zhang, Franky" userId="6ce4719b-7f4a-4549-8832-a74568dd27a3" providerId="ADAL" clId="{434146D4-AB21-CD4A-B25C-F7632F17382C}" dt="2025-01-27T21:25:52.333" v="149" actId="12"/>
        <pc:sldMkLst>
          <pc:docMk/>
          <pc:sldMk cId="1442647368" sldId="258"/>
        </pc:sldMkLst>
        <pc:spChg chg="mod">
          <ac:chgData name="Zhang, Franky" userId="6ce4719b-7f4a-4549-8832-a74568dd27a3" providerId="ADAL" clId="{434146D4-AB21-CD4A-B25C-F7632F17382C}" dt="2025-01-27T21:25:52.333" v="149" actId="12"/>
          <ac:spMkLst>
            <pc:docMk/>
            <pc:sldMk cId="1442647368" sldId="258"/>
            <ac:spMk id="4" creationId="{EE8517F2-F110-7FB5-BCCB-D785BDB8190E}"/>
          </ac:spMkLst>
        </pc:spChg>
      </pc:sldChg>
      <pc:sldChg chg="modSp mod">
        <pc:chgData name="Zhang, Franky" userId="6ce4719b-7f4a-4549-8832-a74568dd27a3" providerId="ADAL" clId="{434146D4-AB21-CD4A-B25C-F7632F17382C}" dt="2025-01-27T23:19:19.330" v="1515" actId="20577"/>
        <pc:sldMkLst>
          <pc:docMk/>
          <pc:sldMk cId="1429092474" sldId="266"/>
        </pc:sldMkLst>
      </pc:sldChg>
      <pc:sldChg chg="addSp modSp mod">
        <pc:chgData name="Zhang, Franky" userId="6ce4719b-7f4a-4549-8832-a74568dd27a3" providerId="ADAL" clId="{434146D4-AB21-CD4A-B25C-F7632F17382C}" dt="2025-01-31T14:32:26.886" v="1989" actId="20577"/>
        <pc:sldMkLst>
          <pc:docMk/>
          <pc:sldMk cId="3360281781" sldId="271"/>
        </pc:sldMkLst>
        <pc:spChg chg="add mod">
          <ac:chgData name="Zhang, Franky" userId="6ce4719b-7f4a-4549-8832-a74568dd27a3" providerId="ADAL" clId="{434146D4-AB21-CD4A-B25C-F7632F17382C}" dt="2025-01-31T14:32:26.886" v="1989" actId="20577"/>
          <ac:spMkLst>
            <pc:docMk/>
            <pc:sldMk cId="3360281781" sldId="271"/>
            <ac:spMk id="2" creationId="{60C6E897-3F86-C872-FC2E-9AC8A20C1F14}"/>
          </ac:spMkLst>
        </pc:spChg>
        <pc:spChg chg="mod">
          <ac:chgData name="Zhang, Franky" userId="6ce4719b-7f4a-4549-8832-a74568dd27a3" providerId="ADAL" clId="{434146D4-AB21-CD4A-B25C-F7632F17382C}" dt="2025-01-27T22:31:57.025" v="892" actId="20577"/>
          <ac:spMkLst>
            <pc:docMk/>
            <pc:sldMk cId="3360281781" sldId="271"/>
            <ac:spMk id="5" creationId="{DD8FC503-B6F2-E908-288E-D4051A57A1EB}"/>
          </ac:spMkLst>
        </pc:spChg>
        <pc:picChg chg="mod">
          <ac:chgData name="Zhang, Franky" userId="6ce4719b-7f4a-4549-8832-a74568dd27a3" providerId="ADAL" clId="{434146D4-AB21-CD4A-B25C-F7632F17382C}" dt="2025-01-27T21:42:55.620" v="325" actId="1076"/>
          <ac:picMkLst>
            <pc:docMk/>
            <pc:sldMk cId="3360281781" sldId="271"/>
            <ac:picMk id="4" creationId="{65082616-9B6D-4ED7-8DD6-B81E18FEE840}"/>
          </ac:picMkLst>
        </pc:picChg>
      </pc:sldChg>
      <pc:sldChg chg="modSp del mod">
        <pc:chgData name="Zhang, Franky" userId="6ce4719b-7f4a-4549-8832-a74568dd27a3" providerId="ADAL" clId="{434146D4-AB21-CD4A-B25C-F7632F17382C}" dt="2025-01-27T22:18:11.356" v="646" actId="2696"/>
        <pc:sldMkLst>
          <pc:docMk/>
          <pc:sldMk cId="4137402769" sldId="272"/>
        </pc:sldMkLst>
      </pc:sldChg>
      <pc:sldChg chg="addSp delSp modSp mod">
        <pc:chgData name="Zhang, Franky" userId="6ce4719b-7f4a-4549-8832-a74568dd27a3" providerId="ADAL" clId="{434146D4-AB21-CD4A-B25C-F7632F17382C}" dt="2025-01-28T19:35:59.550" v="1821" actId="478"/>
        <pc:sldMkLst>
          <pc:docMk/>
          <pc:sldMk cId="462367689" sldId="273"/>
        </pc:sldMkLst>
        <pc:spChg chg="add mod">
          <ac:chgData name="Zhang, Franky" userId="6ce4719b-7f4a-4549-8832-a74568dd27a3" providerId="ADAL" clId="{434146D4-AB21-CD4A-B25C-F7632F17382C}" dt="2025-01-27T22:22:11.387" v="709" actId="14100"/>
          <ac:spMkLst>
            <pc:docMk/>
            <pc:sldMk cId="462367689" sldId="273"/>
            <ac:spMk id="10" creationId="{EBD319BA-9D4F-3C71-9360-2B9CEC65007A}"/>
          </ac:spMkLst>
        </pc:spChg>
        <pc:spChg chg="add mod">
          <ac:chgData name="Zhang, Franky" userId="6ce4719b-7f4a-4549-8832-a74568dd27a3" providerId="ADAL" clId="{434146D4-AB21-CD4A-B25C-F7632F17382C}" dt="2025-01-27T22:22:06.836" v="708" actId="14100"/>
          <ac:spMkLst>
            <pc:docMk/>
            <pc:sldMk cId="462367689" sldId="273"/>
            <ac:spMk id="11" creationId="{3462EDDC-3531-7CEB-174A-BC16681EA50B}"/>
          </ac:spMkLst>
        </pc:spChg>
        <pc:spChg chg="add mod">
          <ac:chgData name="Zhang, Franky" userId="6ce4719b-7f4a-4549-8832-a74568dd27a3" providerId="ADAL" clId="{434146D4-AB21-CD4A-B25C-F7632F17382C}" dt="2025-01-27T22:21:00.600" v="700" actId="1076"/>
          <ac:spMkLst>
            <pc:docMk/>
            <pc:sldMk cId="462367689" sldId="273"/>
            <ac:spMk id="12" creationId="{5ABD4AB2-1AE1-E688-CF5B-C53D73D2CCA8}"/>
          </ac:spMkLst>
        </pc:spChg>
        <pc:spChg chg="add mod">
          <ac:chgData name="Zhang, Franky" userId="6ce4719b-7f4a-4549-8832-a74568dd27a3" providerId="ADAL" clId="{434146D4-AB21-CD4A-B25C-F7632F17382C}" dt="2025-01-27T22:20:40.831" v="693" actId="20577"/>
          <ac:spMkLst>
            <pc:docMk/>
            <pc:sldMk cId="462367689" sldId="273"/>
            <ac:spMk id="13" creationId="{9192ADAE-695E-14A3-48FC-985D8666CC5D}"/>
          </ac:spMkLst>
        </pc:spChg>
        <pc:spChg chg="add mod">
          <ac:chgData name="Zhang, Franky" userId="6ce4719b-7f4a-4549-8832-a74568dd27a3" providerId="ADAL" clId="{434146D4-AB21-CD4A-B25C-F7632F17382C}" dt="2025-01-27T22:21:32.770" v="707" actId="1076"/>
          <ac:spMkLst>
            <pc:docMk/>
            <pc:sldMk cId="462367689" sldId="273"/>
            <ac:spMk id="14" creationId="{C4896122-A6BB-C39C-8DB3-FB1111C8A987}"/>
          </ac:spMkLst>
        </pc:spChg>
        <pc:spChg chg="add mod">
          <ac:chgData name="Zhang, Franky" userId="6ce4719b-7f4a-4549-8832-a74568dd27a3" providerId="ADAL" clId="{434146D4-AB21-CD4A-B25C-F7632F17382C}" dt="2025-01-28T19:01:39.203" v="1599" actId="20577"/>
          <ac:spMkLst>
            <pc:docMk/>
            <pc:sldMk cId="462367689" sldId="273"/>
            <ac:spMk id="16" creationId="{EF0719E4-69BD-936F-F28B-378AF698B478}"/>
          </ac:spMkLst>
        </pc:spChg>
        <pc:spChg chg="add mod">
          <ac:chgData name="Zhang, Franky" userId="6ce4719b-7f4a-4549-8832-a74568dd27a3" providerId="ADAL" clId="{434146D4-AB21-CD4A-B25C-F7632F17382C}" dt="2025-01-27T22:25:04.750" v="790" actId="14100"/>
          <ac:spMkLst>
            <pc:docMk/>
            <pc:sldMk cId="462367689" sldId="273"/>
            <ac:spMk id="17" creationId="{E8C1270A-3A08-F2E1-D087-2B615B0DC05E}"/>
          </ac:spMkLst>
        </pc:spChg>
        <pc:spChg chg="add mod">
          <ac:chgData name="Zhang, Franky" userId="6ce4719b-7f4a-4549-8832-a74568dd27a3" providerId="ADAL" clId="{434146D4-AB21-CD4A-B25C-F7632F17382C}" dt="2025-01-27T22:24:58.071" v="788" actId="1076"/>
          <ac:spMkLst>
            <pc:docMk/>
            <pc:sldMk cId="462367689" sldId="273"/>
            <ac:spMk id="18" creationId="{A6A18DE5-CE0F-4017-75A1-4D45762E4B23}"/>
          </ac:spMkLst>
        </pc:spChg>
        <pc:spChg chg="add mod">
          <ac:chgData name="Zhang, Franky" userId="6ce4719b-7f4a-4549-8832-a74568dd27a3" providerId="ADAL" clId="{434146D4-AB21-CD4A-B25C-F7632F17382C}" dt="2025-01-27T22:45:57.648" v="953" actId="14100"/>
          <ac:spMkLst>
            <pc:docMk/>
            <pc:sldMk cId="462367689" sldId="273"/>
            <ac:spMk id="19" creationId="{0AC4FEA2-4582-16E7-4385-08C849FAC194}"/>
          </ac:spMkLst>
        </pc:spChg>
        <pc:picChg chg="add mod">
          <ac:chgData name="Zhang, Franky" userId="6ce4719b-7f4a-4549-8832-a74568dd27a3" providerId="ADAL" clId="{434146D4-AB21-CD4A-B25C-F7632F17382C}" dt="2025-01-27T22:20:58.936" v="698" actId="1076"/>
          <ac:picMkLst>
            <pc:docMk/>
            <pc:sldMk cId="462367689" sldId="273"/>
            <ac:picMk id="8" creationId="{E22A47E7-E76E-A75A-4ACD-359E0F4E0943}"/>
          </ac:picMkLst>
        </pc:picChg>
      </pc:sldChg>
      <pc:sldChg chg="delSp modSp mod">
        <pc:chgData name="Zhang, Franky" userId="6ce4719b-7f4a-4549-8832-a74568dd27a3" providerId="ADAL" clId="{434146D4-AB21-CD4A-B25C-F7632F17382C}" dt="2025-01-27T23:18:52.170" v="1505" actId="20577"/>
        <pc:sldMkLst>
          <pc:docMk/>
          <pc:sldMk cId="134862469" sldId="274"/>
        </pc:sldMkLst>
        <pc:spChg chg="mod">
          <ac:chgData name="Zhang, Franky" userId="6ce4719b-7f4a-4549-8832-a74568dd27a3" providerId="ADAL" clId="{434146D4-AB21-CD4A-B25C-F7632F17382C}" dt="2025-01-27T22:27:33.575" v="842" actId="14100"/>
          <ac:spMkLst>
            <pc:docMk/>
            <pc:sldMk cId="134862469" sldId="274"/>
            <ac:spMk id="19" creationId="{D5EB7FA0-6B32-92FC-A45D-AB6184DD8258}"/>
          </ac:spMkLst>
        </pc:spChg>
        <pc:spChg chg="mod">
          <ac:chgData name="Zhang, Franky" userId="6ce4719b-7f4a-4549-8832-a74568dd27a3" providerId="ADAL" clId="{434146D4-AB21-CD4A-B25C-F7632F17382C}" dt="2025-01-27T22:28:24.846" v="844" actId="14100"/>
          <ac:spMkLst>
            <pc:docMk/>
            <pc:sldMk cId="134862469" sldId="274"/>
            <ac:spMk id="20" creationId="{C19DEE74-4C6F-F5C5-317E-4B483DB4CF32}"/>
          </ac:spMkLst>
        </pc:spChg>
        <pc:spChg chg="mod">
          <ac:chgData name="Zhang, Franky" userId="6ce4719b-7f4a-4549-8832-a74568dd27a3" providerId="ADAL" clId="{434146D4-AB21-CD4A-B25C-F7632F17382C}" dt="2025-01-27T22:32:45.432" v="893" actId="14100"/>
          <ac:spMkLst>
            <pc:docMk/>
            <pc:sldMk cId="134862469" sldId="274"/>
            <ac:spMk id="21" creationId="{EA5F812E-2F38-96BB-D03A-FBCC7C02034F}"/>
          </ac:spMkLst>
        </pc:spChg>
        <pc:picChg chg="mod">
          <ac:chgData name="Zhang, Franky" userId="6ce4719b-7f4a-4549-8832-a74568dd27a3" providerId="ADAL" clId="{434146D4-AB21-CD4A-B25C-F7632F17382C}" dt="2025-01-27T22:27:21.822" v="840" actId="1076"/>
          <ac:picMkLst>
            <pc:docMk/>
            <pc:sldMk cId="134862469" sldId="274"/>
            <ac:picMk id="18" creationId="{CCBD7B96-EA80-A2A2-832E-9F2FFE1498C5}"/>
          </ac:picMkLst>
        </pc:picChg>
      </pc:sldChg>
      <pc:sldChg chg="modSp mod">
        <pc:chgData name="Zhang, Franky" userId="6ce4719b-7f4a-4549-8832-a74568dd27a3" providerId="ADAL" clId="{434146D4-AB21-CD4A-B25C-F7632F17382C}" dt="2025-01-27T23:18:35.134" v="1496" actId="20577"/>
        <pc:sldMkLst>
          <pc:docMk/>
          <pc:sldMk cId="3677840197" sldId="275"/>
        </pc:sldMkLst>
        <pc:spChg chg="mod">
          <ac:chgData name="Zhang, Franky" userId="6ce4719b-7f4a-4549-8832-a74568dd27a3" providerId="ADAL" clId="{434146D4-AB21-CD4A-B25C-F7632F17382C}" dt="2025-01-27T22:31:39.785" v="876" actId="20577"/>
          <ac:spMkLst>
            <pc:docMk/>
            <pc:sldMk cId="3677840197" sldId="275"/>
            <ac:spMk id="4" creationId="{18820BEF-CAFD-E7CF-00DB-0252E7D418D1}"/>
          </ac:spMkLst>
        </pc:spChg>
        <pc:spChg chg="mod">
          <ac:chgData name="Zhang, Franky" userId="6ce4719b-7f4a-4549-8832-a74568dd27a3" providerId="ADAL" clId="{434146D4-AB21-CD4A-B25C-F7632F17382C}" dt="2025-01-27T22:31:46.850" v="891" actId="20577"/>
          <ac:spMkLst>
            <pc:docMk/>
            <pc:sldMk cId="3677840197" sldId="275"/>
            <ac:spMk id="5" creationId="{0CE15D18-43DA-2623-1938-C69ECD634C00}"/>
          </ac:spMkLst>
        </pc:spChg>
      </pc:sldChg>
      <pc:sldChg chg="delSp del mod">
        <pc:chgData name="Zhang, Franky" userId="6ce4719b-7f4a-4549-8832-a74568dd27a3" providerId="ADAL" clId="{434146D4-AB21-CD4A-B25C-F7632F17382C}" dt="2025-01-27T22:18:09.852" v="645" actId="2696"/>
        <pc:sldMkLst>
          <pc:docMk/>
          <pc:sldMk cId="1994130792" sldId="276"/>
        </pc:sldMkLst>
      </pc:sldChg>
      <pc:sldChg chg="addSp delSp modSp mod">
        <pc:chgData name="Zhang, Franky" userId="6ce4719b-7f4a-4549-8832-a74568dd27a3" providerId="ADAL" clId="{434146D4-AB21-CD4A-B25C-F7632F17382C}" dt="2025-01-27T23:18:48.939" v="1503" actId="20577"/>
        <pc:sldMkLst>
          <pc:docMk/>
          <pc:sldMk cId="1433029649" sldId="278"/>
        </pc:sldMkLst>
        <pc:picChg chg="add mod">
          <ac:chgData name="Zhang, Franky" userId="6ce4719b-7f4a-4549-8832-a74568dd27a3" providerId="ADAL" clId="{434146D4-AB21-CD4A-B25C-F7632F17382C}" dt="2025-01-27T21:50:48.798" v="618" actId="1076"/>
          <ac:picMkLst>
            <pc:docMk/>
            <pc:sldMk cId="1433029649" sldId="278"/>
            <ac:picMk id="8" creationId="{9E53CE54-FE3B-9479-93B0-3A7BA63661BA}"/>
          </ac:picMkLst>
        </pc:picChg>
      </pc:sldChg>
      <pc:sldChg chg="del">
        <pc:chgData name="Zhang, Franky" userId="6ce4719b-7f4a-4549-8832-a74568dd27a3" providerId="ADAL" clId="{434146D4-AB21-CD4A-B25C-F7632F17382C}" dt="2025-01-27T22:33:36.159" v="894" actId="2696"/>
        <pc:sldMkLst>
          <pc:docMk/>
          <pc:sldMk cId="981021911" sldId="279"/>
        </pc:sldMkLst>
      </pc:sldChg>
      <pc:sldChg chg="modSp mod">
        <pc:chgData name="Zhang, Franky" userId="6ce4719b-7f4a-4549-8832-a74568dd27a3" providerId="ADAL" clId="{434146D4-AB21-CD4A-B25C-F7632F17382C}" dt="2025-01-27T23:18:24.449" v="1490" actId="20577"/>
        <pc:sldMkLst>
          <pc:docMk/>
          <pc:sldMk cId="3423547274" sldId="282"/>
        </pc:sldMkLst>
      </pc:sldChg>
      <pc:sldChg chg="modSp mod">
        <pc:chgData name="Zhang, Franky" userId="6ce4719b-7f4a-4549-8832-a74568dd27a3" providerId="ADAL" clId="{434146D4-AB21-CD4A-B25C-F7632F17382C}" dt="2025-01-27T23:18:27.778" v="1492" actId="20577"/>
        <pc:sldMkLst>
          <pc:docMk/>
          <pc:sldMk cId="2764460739" sldId="283"/>
        </pc:sldMkLst>
        <pc:spChg chg="mod">
          <ac:chgData name="Zhang, Franky" userId="6ce4719b-7f4a-4549-8832-a74568dd27a3" providerId="ADAL" clId="{434146D4-AB21-CD4A-B25C-F7632F17382C}" dt="2025-01-27T21:33:41.119" v="264" actId="14100"/>
          <ac:spMkLst>
            <pc:docMk/>
            <pc:sldMk cId="2764460739" sldId="283"/>
            <ac:spMk id="15" creationId="{00FD968E-BD0B-A20C-9603-92AA8A52CD42}"/>
          </ac:spMkLst>
        </pc:spChg>
        <pc:spChg chg="mod">
          <ac:chgData name="Zhang, Franky" userId="6ce4719b-7f4a-4549-8832-a74568dd27a3" providerId="ADAL" clId="{434146D4-AB21-CD4A-B25C-F7632F17382C}" dt="2025-01-27T21:34:19.591" v="282" actId="1076"/>
          <ac:spMkLst>
            <pc:docMk/>
            <pc:sldMk cId="2764460739" sldId="283"/>
            <ac:spMk id="16" creationId="{EF054448-1AD3-3CD4-913A-C0C837750553}"/>
          </ac:spMkLst>
        </pc:spChg>
        <pc:picChg chg="mod">
          <ac:chgData name="Zhang, Franky" userId="6ce4719b-7f4a-4549-8832-a74568dd27a3" providerId="ADAL" clId="{434146D4-AB21-CD4A-B25C-F7632F17382C}" dt="2025-01-27T21:33:48.725" v="265" actId="1076"/>
          <ac:picMkLst>
            <pc:docMk/>
            <pc:sldMk cId="2764460739" sldId="283"/>
            <ac:picMk id="14" creationId="{65AA763A-6CF9-BDEC-541B-FD90B18610D7}"/>
          </ac:picMkLst>
        </pc:picChg>
      </pc:sldChg>
      <pc:sldChg chg="addSp modSp mod">
        <pc:chgData name="Zhang, Franky" userId="6ce4719b-7f4a-4549-8832-a74568dd27a3" providerId="ADAL" clId="{434146D4-AB21-CD4A-B25C-F7632F17382C}" dt="2025-01-31T14:34:55.852" v="2025" actId="1076"/>
        <pc:sldMkLst>
          <pc:docMk/>
          <pc:sldMk cId="1929669608" sldId="284"/>
        </pc:sldMkLst>
        <pc:spChg chg="add mod">
          <ac:chgData name="Zhang, Franky" userId="6ce4719b-7f4a-4549-8832-a74568dd27a3" providerId="ADAL" clId="{434146D4-AB21-CD4A-B25C-F7632F17382C}" dt="2025-01-31T14:34:55.852" v="2025" actId="1076"/>
          <ac:spMkLst>
            <pc:docMk/>
            <pc:sldMk cId="1929669608" sldId="284"/>
            <ac:spMk id="3" creationId="{11FA8E73-B90B-195A-165B-43D2FA1F83DC}"/>
          </ac:spMkLst>
        </pc:spChg>
        <pc:spChg chg="mod">
          <ac:chgData name="Zhang, Franky" userId="6ce4719b-7f4a-4549-8832-a74568dd27a3" providerId="ADAL" clId="{434146D4-AB21-CD4A-B25C-F7632F17382C}" dt="2025-01-27T21:40:52.233" v="319" actId="14100"/>
          <ac:spMkLst>
            <pc:docMk/>
            <pc:sldMk cId="1929669608" sldId="284"/>
            <ac:spMk id="8" creationId="{9A1AE005-C489-9C36-68D1-0CEB30FA781B}"/>
          </ac:spMkLst>
        </pc:spChg>
        <pc:spChg chg="mod">
          <ac:chgData name="Zhang, Franky" userId="6ce4719b-7f4a-4549-8832-a74568dd27a3" providerId="ADAL" clId="{434146D4-AB21-CD4A-B25C-F7632F17382C}" dt="2025-01-31T14:32:53.083" v="1992"/>
          <ac:spMkLst>
            <pc:docMk/>
            <pc:sldMk cId="1929669608" sldId="284"/>
            <ac:spMk id="9" creationId="{2D48EED3-EC8E-4F74-79DC-0D414D578B55}"/>
          </ac:spMkLst>
        </pc:spChg>
        <pc:spChg chg="mod">
          <ac:chgData name="Zhang, Franky" userId="6ce4719b-7f4a-4549-8832-a74568dd27a3" providerId="ADAL" clId="{434146D4-AB21-CD4A-B25C-F7632F17382C}" dt="2025-01-27T21:37:37.976" v="289" actId="1076"/>
          <ac:spMkLst>
            <pc:docMk/>
            <pc:sldMk cId="1929669608" sldId="284"/>
            <ac:spMk id="10" creationId="{159332C8-EAEC-B823-33FC-7D67452BB7CC}"/>
          </ac:spMkLst>
        </pc:spChg>
        <pc:picChg chg="mod">
          <ac:chgData name="Zhang, Franky" userId="6ce4719b-7f4a-4549-8832-a74568dd27a3" providerId="ADAL" clId="{434146D4-AB21-CD4A-B25C-F7632F17382C}" dt="2025-01-31T14:33:33.078" v="2021" actId="1076"/>
          <ac:picMkLst>
            <pc:docMk/>
            <pc:sldMk cId="1929669608" sldId="284"/>
            <ac:picMk id="4" creationId="{BC6D834E-BA69-F1B2-182F-DB6FF9D4720D}"/>
          </ac:picMkLst>
        </pc:picChg>
      </pc:sldChg>
      <pc:sldChg chg="del">
        <pc:chgData name="Zhang, Franky" userId="6ce4719b-7f4a-4549-8832-a74568dd27a3" providerId="ADAL" clId="{434146D4-AB21-CD4A-B25C-F7632F17382C}" dt="2025-01-27T21:58:23.811" v="619" actId="2696"/>
        <pc:sldMkLst>
          <pc:docMk/>
          <pc:sldMk cId="1850665091" sldId="287"/>
        </pc:sldMkLst>
      </pc:sldChg>
      <pc:sldChg chg="del">
        <pc:chgData name="Zhang, Franky" userId="6ce4719b-7f4a-4549-8832-a74568dd27a3" providerId="ADAL" clId="{434146D4-AB21-CD4A-B25C-F7632F17382C}" dt="2025-01-27T21:26:56.774" v="159" actId="2696"/>
        <pc:sldMkLst>
          <pc:docMk/>
          <pc:sldMk cId="247310998" sldId="289"/>
        </pc:sldMkLst>
      </pc:sldChg>
      <pc:sldChg chg="addSp modSp mod">
        <pc:chgData name="Zhang, Franky" userId="6ce4719b-7f4a-4549-8832-a74568dd27a3" providerId="ADAL" clId="{434146D4-AB21-CD4A-B25C-F7632F17382C}" dt="2025-01-27T23:19:25.390" v="1520" actId="20577"/>
        <pc:sldMkLst>
          <pc:docMk/>
          <pc:sldMk cId="1899376214" sldId="290"/>
        </pc:sldMkLst>
      </pc:sldChg>
      <pc:sldChg chg="addSp modSp mod">
        <pc:chgData name="Zhang, Franky" userId="6ce4719b-7f4a-4549-8832-a74568dd27a3" providerId="ADAL" clId="{434146D4-AB21-CD4A-B25C-F7632F17382C}" dt="2025-01-27T23:19:32.805" v="1526" actId="20577"/>
        <pc:sldMkLst>
          <pc:docMk/>
          <pc:sldMk cId="2034234633" sldId="291"/>
        </pc:sldMkLst>
      </pc:sldChg>
      <pc:sldChg chg="addSp delSp modSp mod">
        <pc:chgData name="Zhang, Franky" userId="6ce4719b-7f4a-4549-8832-a74568dd27a3" providerId="ADAL" clId="{434146D4-AB21-CD4A-B25C-F7632F17382C}" dt="2025-01-28T18:54:46.086" v="1541" actId="478"/>
        <pc:sldMkLst>
          <pc:docMk/>
          <pc:sldMk cId="3631312834" sldId="292"/>
        </pc:sldMkLst>
      </pc:sldChg>
      <pc:sldChg chg="addSp delSp modSp mod">
        <pc:chgData name="Zhang, Franky" userId="6ce4719b-7f4a-4549-8832-a74568dd27a3" providerId="ADAL" clId="{434146D4-AB21-CD4A-B25C-F7632F17382C}" dt="2025-01-27T23:18:20.122" v="1488" actId="20577"/>
        <pc:sldMkLst>
          <pc:docMk/>
          <pc:sldMk cId="1395785717" sldId="293"/>
        </pc:sldMkLst>
        <pc:spChg chg="mod">
          <ac:chgData name="Zhang, Franky" userId="6ce4719b-7f4a-4549-8832-a74568dd27a3" providerId="ADAL" clId="{434146D4-AB21-CD4A-B25C-F7632F17382C}" dt="2025-01-27T21:26:51.195" v="158" actId="14100"/>
          <ac:spMkLst>
            <pc:docMk/>
            <pc:sldMk cId="1395785717" sldId="293"/>
            <ac:spMk id="3" creationId="{92E13050-033D-9790-DAB2-E120BA1B0BBB}"/>
          </ac:spMkLst>
        </pc:spChg>
        <pc:spChg chg="add mod">
          <ac:chgData name="Zhang, Franky" userId="6ce4719b-7f4a-4549-8832-a74568dd27a3" providerId="ADAL" clId="{434146D4-AB21-CD4A-B25C-F7632F17382C}" dt="2025-01-27T21:15:35.787" v="36"/>
          <ac:spMkLst>
            <pc:docMk/>
            <pc:sldMk cId="1395785717" sldId="293"/>
            <ac:spMk id="4" creationId="{6AA68598-F94F-27AF-2C74-8C95E4C2BEC6}"/>
          </ac:spMkLst>
        </pc:spChg>
        <pc:spChg chg="add mod">
          <ac:chgData name="Zhang, Franky" userId="6ce4719b-7f4a-4549-8832-a74568dd27a3" providerId="ADAL" clId="{434146D4-AB21-CD4A-B25C-F7632F17382C}" dt="2025-01-27T21:15:35.787" v="36"/>
          <ac:spMkLst>
            <pc:docMk/>
            <pc:sldMk cId="1395785717" sldId="293"/>
            <ac:spMk id="5" creationId="{99B5D256-DE01-90A0-105D-A36BE388C8D6}"/>
          </ac:spMkLst>
        </pc:spChg>
        <pc:spChg chg="add mod">
          <ac:chgData name="Zhang, Franky" userId="6ce4719b-7f4a-4549-8832-a74568dd27a3" providerId="ADAL" clId="{434146D4-AB21-CD4A-B25C-F7632F17382C}" dt="2025-01-27T21:15:35.787" v="36"/>
          <ac:spMkLst>
            <pc:docMk/>
            <pc:sldMk cId="1395785717" sldId="293"/>
            <ac:spMk id="6" creationId="{DA5D136C-2C9F-81ED-A00B-9D627B6BA60C}"/>
          </ac:spMkLst>
        </pc:spChg>
      </pc:sldChg>
      <pc:sldChg chg="modSp del mod">
        <pc:chgData name="Zhang, Franky" userId="6ce4719b-7f4a-4549-8832-a74568dd27a3" providerId="ADAL" clId="{434146D4-AB21-CD4A-B25C-F7632F17382C}" dt="2025-01-27T21:33:27.363" v="263" actId="2696"/>
        <pc:sldMkLst>
          <pc:docMk/>
          <pc:sldMk cId="3993060276" sldId="294"/>
        </pc:sldMkLst>
      </pc:sldChg>
      <pc:sldChg chg="addSp modSp add mod">
        <pc:chgData name="Zhang, Franky" userId="6ce4719b-7f4a-4549-8832-a74568dd27a3" providerId="ADAL" clId="{434146D4-AB21-CD4A-B25C-F7632F17382C}" dt="2025-01-27T23:19:16.137" v="1513" actId="20577"/>
        <pc:sldMkLst>
          <pc:docMk/>
          <pc:sldMk cId="181451484" sldId="295"/>
        </pc:sldMkLst>
      </pc:sldChg>
      <pc:sldChg chg="modSp add del mod ord">
        <pc:chgData name="Zhang, Franky" userId="6ce4719b-7f4a-4549-8832-a74568dd27a3" providerId="ADAL" clId="{434146D4-AB21-CD4A-B25C-F7632F17382C}" dt="2025-01-27T23:18:03.360" v="1484" actId="2696"/>
        <pc:sldMkLst>
          <pc:docMk/>
          <pc:sldMk cId="1247165843" sldId="295"/>
        </pc:sldMkLst>
      </pc:sldChg>
      <pc:sldChg chg="addSp delSp modSp add mod">
        <pc:chgData name="Zhang, Franky" userId="6ce4719b-7f4a-4549-8832-a74568dd27a3" providerId="ADAL" clId="{434146D4-AB21-CD4A-B25C-F7632F17382C}" dt="2025-01-29T02:25:59.142" v="1937" actId="1076"/>
        <pc:sldMkLst>
          <pc:docMk/>
          <pc:sldMk cId="1226754813" sldId="296"/>
        </pc:sldMkLst>
        <pc:spChg chg="add mod">
          <ac:chgData name="Zhang, Franky" userId="6ce4719b-7f4a-4549-8832-a74568dd27a3" providerId="ADAL" clId="{434146D4-AB21-CD4A-B25C-F7632F17382C}" dt="2025-01-27T22:55:25.221" v="1067" actId="1076"/>
          <ac:spMkLst>
            <pc:docMk/>
            <pc:sldMk cId="1226754813" sldId="296"/>
            <ac:spMk id="8" creationId="{73BA844E-2DC9-3E9E-9512-6F1E1F9E8A35}"/>
          </ac:spMkLst>
        </pc:spChg>
        <pc:spChg chg="mod">
          <ac:chgData name="Zhang, Franky" userId="6ce4719b-7f4a-4549-8832-a74568dd27a3" providerId="ADAL" clId="{434146D4-AB21-CD4A-B25C-F7632F17382C}" dt="2025-01-27T22:33:48.069" v="902" actId="20577"/>
          <ac:spMkLst>
            <pc:docMk/>
            <pc:sldMk cId="1226754813" sldId="296"/>
            <ac:spMk id="10" creationId="{76FBB5DF-B17C-7206-AAB8-879015698549}"/>
          </ac:spMkLst>
        </pc:spChg>
        <pc:picChg chg="add mod">
          <ac:chgData name="Zhang, Franky" userId="6ce4719b-7f4a-4549-8832-a74568dd27a3" providerId="ADAL" clId="{434146D4-AB21-CD4A-B25C-F7632F17382C}" dt="2025-01-29T02:25:59.142" v="1937" actId="1076"/>
          <ac:picMkLst>
            <pc:docMk/>
            <pc:sldMk cId="1226754813" sldId="296"/>
            <ac:picMk id="6" creationId="{58AAD2BF-28BC-0663-C560-CC05A6157EF9}"/>
          </ac:picMkLst>
        </pc:picChg>
      </pc:sldChg>
      <pc:sldChg chg="addSp delSp modSp add mod">
        <pc:chgData name="Zhang, Franky" userId="6ce4719b-7f4a-4549-8832-a74568dd27a3" providerId="ADAL" clId="{434146D4-AB21-CD4A-B25C-F7632F17382C}" dt="2025-01-29T02:02:40.605" v="1934" actId="478"/>
        <pc:sldMkLst>
          <pc:docMk/>
          <pc:sldMk cId="2553253248" sldId="297"/>
        </pc:sldMkLst>
        <pc:picChg chg="add mod">
          <ac:chgData name="Zhang, Franky" userId="6ce4719b-7f4a-4549-8832-a74568dd27a3" providerId="ADAL" clId="{434146D4-AB21-CD4A-B25C-F7632F17382C}" dt="2025-01-27T23:01:45.822" v="1088" actId="1076"/>
          <ac:picMkLst>
            <pc:docMk/>
            <pc:sldMk cId="2553253248" sldId="297"/>
            <ac:picMk id="9" creationId="{372F9E4B-0459-557E-8F56-FFD873217F8B}"/>
          </ac:picMkLst>
        </pc:picChg>
      </pc:sldChg>
      <pc:sldChg chg="addSp delSp modSp new mod">
        <pc:chgData name="Zhang, Franky" userId="6ce4719b-7f4a-4549-8832-a74568dd27a3" providerId="ADAL" clId="{434146D4-AB21-CD4A-B25C-F7632F17382C}" dt="2025-01-29T15:38:43.668" v="1975" actId="1076"/>
        <pc:sldMkLst>
          <pc:docMk/>
          <pc:sldMk cId="1016887918" sldId="298"/>
        </pc:sldMkLst>
      </pc:sldChg>
      <pc:sldChg chg="addSp delSp modSp new mod ord">
        <pc:chgData name="Zhang, Franky" userId="6ce4719b-7f4a-4549-8832-a74568dd27a3" providerId="ADAL" clId="{434146D4-AB21-CD4A-B25C-F7632F17382C}" dt="2025-01-29T02:00:28.881" v="1852" actId="1076"/>
        <pc:sldMkLst>
          <pc:docMk/>
          <pc:sldMk cId="3859216957" sldId="299"/>
        </pc:sldMkLst>
      </pc:sldChg>
      <pc:sldChg chg="new del">
        <pc:chgData name="Zhang, Franky" userId="6ce4719b-7f4a-4549-8832-a74568dd27a3" providerId="ADAL" clId="{434146D4-AB21-CD4A-B25C-F7632F17382C}" dt="2025-01-29T01:57:40.446" v="1828" actId="680"/>
        <pc:sldMkLst>
          <pc:docMk/>
          <pc:sldMk cId="374672349" sldId="300"/>
        </pc:sldMkLst>
      </pc:sldChg>
      <pc:sldChg chg="addSp delSp modSp add mod">
        <pc:chgData name="Zhang, Franky" userId="6ce4719b-7f4a-4549-8832-a74568dd27a3" providerId="ADAL" clId="{434146D4-AB21-CD4A-B25C-F7632F17382C}" dt="2025-01-29T02:00:09.653" v="1850" actId="1076"/>
        <pc:sldMkLst>
          <pc:docMk/>
          <pc:sldMk cId="693434695" sldId="300"/>
        </pc:sldMkLst>
      </pc:sldChg>
      <pc:sldChg chg="addSp delSp modSp add mod">
        <pc:chgData name="Zhang, Franky" userId="6ce4719b-7f4a-4549-8832-a74568dd27a3" providerId="ADAL" clId="{434146D4-AB21-CD4A-B25C-F7632F17382C}" dt="2025-01-29T01:59:58.684" v="1848" actId="1076"/>
        <pc:sldMkLst>
          <pc:docMk/>
          <pc:sldMk cId="2622075714" sldId="301"/>
        </pc:sldMkLst>
      </pc:sldChg>
      <pc:sldChg chg="delSp modSp new mod">
        <pc:chgData name="Zhang, Franky" userId="6ce4719b-7f4a-4549-8832-a74568dd27a3" providerId="ADAL" clId="{434146D4-AB21-CD4A-B25C-F7632F17382C}" dt="2025-01-31T14:37:27.427" v="2246" actId="20577"/>
        <pc:sldMkLst>
          <pc:docMk/>
          <pc:sldMk cId="1806322137" sldId="302"/>
        </pc:sldMkLst>
      </pc:sldChg>
      <pc:sldChg chg="delSp modSp new mod">
        <pc:chgData name="Zhang, Franky" userId="6ce4719b-7f4a-4549-8832-a74568dd27a3" providerId="ADAL" clId="{434146D4-AB21-CD4A-B25C-F7632F17382C}" dt="2025-01-31T14:41:51.435" v="2861" actId="20577"/>
        <pc:sldMkLst>
          <pc:docMk/>
          <pc:sldMk cId="761758101" sldId="30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9:22.583"/>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8.620"/>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8T14:55:49.310"/>
    </inkml:context>
    <inkml:brush xml:id="br0">
      <inkml:brushProperty name="width" value="0.1" units="cm"/>
      <inkml:brushProperty name="height" value="0.6" units="cm"/>
      <inkml:brushProperty name="color" value="#849398"/>
      <inkml:brushProperty name="inkEffects" value="pencil"/>
    </inkml:brush>
  </inkml:definitions>
  <inkml:trace contextRef="#ctx0" brushRef="#br0">0 1 16383,'0'0'0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6D7B5-59AD-CC4F-A4D9-6ADAEAA8EE36}" type="datetimeFigureOut">
              <a:rPr lang="en-US" smtClean="0"/>
              <a:t>2/26/25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105902-4727-B84C-89D1-4A80FA85F342}" type="slidenum">
              <a:rPr lang="en-US" smtClean="0"/>
              <a:t>‹#›</a:t>
            </a:fld>
            <a:endParaRPr lang="en-US"/>
          </a:p>
        </p:txBody>
      </p:sp>
    </p:spTree>
    <p:extLst>
      <p:ext uri="{BB962C8B-B14F-4D97-AF65-F5344CB8AC3E}">
        <p14:creationId xmlns:p14="http://schemas.microsoft.com/office/powerpoint/2010/main" val="815395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7</a:t>
            </a:fld>
            <a:endParaRPr lang="en-US"/>
          </a:p>
        </p:txBody>
      </p:sp>
    </p:spTree>
    <p:extLst>
      <p:ext uri="{BB962C8B-B14F-4D97-AF65-F5344CB8AC3E}">
        <p14:creationId xmlns:p14="http://schemas.microsoft.com/office/powerpoint/2010/main" val="2922881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9</a:t>
            </a:fld>
            <a:endParaRPr lang="en-US"/>
          </a:p>
        </p:txBody>
      </p:sp>
    </p:spTree>
    <p:extLst>
      <p:ext uri="{BB962C8B-B14F-4D97-AF65-F5344CB8AC3E}">
        <p14:creationId xmlns:p14="http://schemas.microsoft.com/office/powerpoint/2010/main" val="299580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105902-4727-B84C-89D1-4A80FA85F342}" type="slidenum">
              <a:rPr lang="en-US" smtClean="0"/>
              <a:t>23</a:t>
            </a:fld>
            <a:endParaRPr lang="en-US"/>
          </a:p>
        </p:txBody>
      </p:sp>
    </p:spTree>
    <p:extLst>
      <p:ext uri="{BB962C8B-B14F-4D97-AF65-F5344CB8AC3E}">
        <p14:creationId xmlns:p14="http://schemas.microsoft.com/office/powerpoint/2010/main" val="1813776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9157-6AB7-0684-3F80-A260C9841F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CB1F02-5CB3-DC19-37BC-35EA3D52B3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CBB088-17D9-58B6-1A87-4E8A0672EF29}"/>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CC5C5B3F-C075-2081-BD72-5D7BE3D06D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663DAA-CDC8-827B-FC55-3D695FF16B55}"/>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2357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4DCE5-F67B-2B65-168E-88CB932EEF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A87FD-4448-87A8-9D0B-898AAD35F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797D0E-C77A-2FC2-AB3E-0AD56D3F31A6}"/>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77FA09D2-D7DF-84A5-DAC5-2DA2AB95C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A389D-73E0-3944-D73A-74445B8208ED}"/>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420260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F484E-0578-5AAA-6786-9935D45A50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BC3714-5E21-0D30-97D8-E76BC57407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FAA237-E5F3-7176-15CC-58731DD093BB}"/>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1007E19D-673C-5B49-3DA3-15688FB016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80C3E2-D0B3-CBFB-362D-FC67DF1DDA9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717503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547D-0524-0C82-E459-1173ADB219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74372-F673-0481-C529-4C553604CD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C23BDA-D7CA-95EB-9D38-F5E0D9D333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6F8AC7-6C6A-41FD-58C9-6E8DBE64157A}"/>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6" name="Footer Placeholder 5">
            <a:extLst>
              <a:ext uri="{FF2B5EF4-FFF2-40B4-BE49-F238E27FC236}">
                <a16:creationId xmlns:a16="http://schemas.microsoft.com/office/drawing/2014/main" id="{07CE931B-D1E1-2BAF-6E0C-6BCB849E9C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5C089B-DD93-7A43-2AD7-A09C9E4DD0F7}"/>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2537135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922BA-F722-D6EC-9A32-FBE2884957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BFF42F-2440-1764-AE55-F48C65FB3E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4A84A0-DD3E-555D-0CA5-0BA4D68090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6451C-75B9-6585-4226-5F7B19468C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E56871-6105-97E0-6E87-1EA539E14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85D42D-AFDC-E7C1-6F28-15E1C94E43B0}"/>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8" name="Footer Placeholder 7">
            <a:extLst>
              <a:ext uri="{FF2B5EF4-FFF2-40B4-BE49-F238E27FC236}">
                <a16:creationId xmlns:a16="http://schemas.microsoft.com/office/drawing/2014/main" id="{205D10D6-9958-A57B-6FF8-EE850F52E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41C9E4-A47F-0090-1BBD-C444F3DF603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087583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558AF-3B29-0CBE-9D53-3B701CBD3C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A8615-7261-94FC-0FBA-6E37D7B51D8C}"/>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4" name="Footer Placeholder 3">
            <a:extLst>
              <a:ext uri="{FF2B5EF4-FFF2-40B4-BE49-F238E27FC236}">
                <a16:creationId xmlns:a16="http://schemas.microsoft.com/office/drawing/2014/main" id="{57EE710C-8001-0E58-9376-A7F6E37901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8B6BF1-9F20-D11C-43DA-B1C93C17F4D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06824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3A548E-83BB-7B22-EB3C-CC8762C40EB0}"/>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3" name="Footer Placeholder 2">
            <a:extLst>
              <a:ext uri="{FF2B5EF4-FFF2-40B4-BE49-F238E27FC236}">
                <a16:creationId xmlns:a16="http://schemas.microsoft.com/office/drawing/2014/main" id="{9E7DC2AB-DC35-6F77-7A72-D0998D5E70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A1185F-AA7F-A6C4-F1C9-31F77233C76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1563329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C392-D96E-980C-BA9F-9E0DCB1DB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08D7D2-06E3-3BA0-25C0-09CD35C960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90B913-6D25-EE70-EFF7-93EE4C331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8AAE2-7840-DAC4-9D17-0CCFED972701}"/>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6" name="Footer Placeholder 5">
            <a:extLst>
              <a:ext uri="{FF2B5EF4-FFF2-40B4-BE49-F238E27FC236}">
                <a16:creationId xmlns:a16="http://schemas.microsoft.com/office/drawing/2014/main" id="{9D50DC97-1A30-129A-FF38-334F0C2E8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C6CED9-D1B7-4AE6-5282-CB500730F3C2}"/>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195166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E3C49-7882-C232-1313-528F0BD7D1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38655A-4833-82CA-001A-DFEA830B8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AA4919-B228-3B67-9320-850590D95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27E630-D409-D4F5-9E7C-D3556802E721}"/>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6" name="Footer Placeholder 5">
            <a:extLst>
              <a:ext uri="{FF2B5EF4-FFF2-40B4-BE49-F238E27FC236}">
                <a16:creationId xmlns:a16="http://schemas.microsoft.com/office/drawing/2014/main" id="{A78FE7D7-9E41-08CA-F10F-5C7BA71E0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4CB347-9C21-1D67-1D8E-F05A0A5E4149}"/>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613676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6550B-793E-9077-395D-A665C801EB0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3851BE-3DCE-0EE7-CC07-5309FF72DF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65C14-895C-58A9-6B37-133461CA0710}"/>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9512861F-F6EC-6E45-9D3F-97D94A8BF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09F3C-0479-50BF-3268-6B4778CE6438}"/>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47708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30982A-D625-28EB-7E80-F81FE7EC5C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A326B5-8A55-B2AE-FE90-731B05299A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4AE417-8322-B6FC-FC1A-A23BFAE1898A}"/>
              </a:ext>
            </a:extLst>
          </p:cNvPr>
          <p:cNvSpPr>
            <a:spLocks noGrp="1"/>
          </p:cNvSpPr>
          <p:nvPr>
            <p:ph type="dt" sz="half" idx="10"/>
          </p:nvPr>
        </p:nvSpPr>
        <p:spPr/>
        <p:txBody>
          <a:body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901B4390-29B4-7D9F-1029-70E9E4A36E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0F1FC-DB16-7029-382E-F9745FF03A50}"/>
              </a:ext>
            </a:extLst>
          </p:cNvPr>
          <p:cNvSpPr>
            <a:spLocks noGrp="1"/>
          </p:cNvSpPr>
          <p:nvPr>
            <p:ph type="sldNum" sz="quarter" idx="12"/>
          </p:nvPr>
        </p:nvSpPr>
        <p:spPr/>
        <p:txBody>
          <a:bodyPr/>
          <a:lstStyle/>
          <a:p>
            <a:fld id="{C8ED3DA4-84C1-4145-B04E-7728C26A148A}" type="slidenum">
              <a:rPr lang="en-US" smtClean="0"/>
              <a:t>‹#›</a:t>
            </a:fld>
            <a:endParaRPr lang="en-US"/>
          </a:p>
        </p:txBody>
      </p:sp>
    </p:spTree>
    <p:extLst>
      <p:ext uri="{BB962C8B-B14F-4D97-AF65-F5344CB8AC3E}">
        <p14:creationId xmlns:p14="http://schemas.microsoft.com/office/powerpoint/2010/main" val="386868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24A1A-CF6C-BDED-2A86-2A8BDAE0F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EAE82E-E6E5-FE84-D9AF-9233F3B857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11BA4-F3C4-C5DC-F9F3-677C2630B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C22A8C-B3EF-F04B-AF56-45443FB0812E}" type="datetimeFigureOut">
              <a:rPr lang="en-US" smtClean="0"/>
              <a:t>2/26/25</a:t>
            </a:fld>
            <a:endParaRPr lang="en-US"/>
          </a:p>
        </p:txBody>
      </p:sp>
      <p:sp>
        <p:nvSpPr>
          <p:cNvPr id="5" name="Footer Placeholder 4">
            <a:extLst>
              <a:ext uri="{FF2B5EF4-FFF2-40B4-BE49-F238E27FC236}">
                <a16:creationId xmlns:a16="http://schemas.microsoft.com/office/drawing/2014/main" id="{71921666-07FB-CCB1-DAB5-2E83754B20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624975-73BA-9A1B-309A-1E3A41579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D3DA4-84C1-4145-B04E-7728C26A148A}" type="slidenum">
              <a:rPr lang="en-US" smtClean="0"/>
              <a:t>‹#›</a:t>
            </a:fld>
            <a:endParaRPr lang="en-US"/>
          </a:p>
        </p:txBody>
      </p:sp>
    </p:spTree>
    <p:extLst>
      <p:ext uri="{BB962C8B-B14F-4D97-AF65-F5344CB8AC3E}">
        <p14:creationId xmlns:p14="http://schemas.microsoft.com/office/powerpoint/2010/main" val="1617482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90.png"/><Relationship Id="rId7"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61.png"/><Relationship Id="rId5" Type="http://schemas.openxmlformats.org/officeDocument/2006/relationships/image" Target="../media/image15.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8" Type="http://schemas.openxmlformats.org/officeDocument/2006/relationships/image" Target="../media/image11.emf"/><Relationship Id="rId7"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C7BF547-C03F-3633-5D01-0D79C50C302A}"/>
              </a:ext>
            </a:extLst>
          </p:cNvPr>
          <p:cNvSpPr txBox="1">
            <a:spLocks/>
          </p:cNvSpPr>
          <p:nvPr/>
        </p:nvSpPr>
        <p:spPr>
          <a:xfrm>
            <a:off x="1581028" y="1270648"/>
            <a:ext cx="9368175"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i="0" dirty="0">
                <a:solidFill>
                  <a:srgbClr val="222222"/>
                </a:solidFill>
                <a:effectLst/>
                <a:latin typeface="Times New Roman" panose="02020603050405020304" pitchFamily="18" charset="0"/>
                <a:cs typeface="Times New Roman" panose="02020603050405020304" pitchFamily="18" charset="0"/>
              </a:rPr>
              <a:t>Model to predict future dominance </a:t>
            </a:r>
            <a:r>
              <a:rPr lang="en-US" sz="3200" b="1" i="0">
                <a:solidFill>
                  <a:srgbClr val="222222"/>
                </a:solidFill>
                <a:effectLst/>
                <a:latin typeface="Times New Roman" panose="02020603050405020304" pitchFamily="18" charset="0"/>
                <a:cs typeface="Times New Roman" panose="02020603050405020304" pitchFamily="18" charset="0"/>
              </a:rPr>
              <a:t>of </a:t>
            </a:r>
          </a:p>
          <a:p>
            <a:r>
              <a:rPr lang="en-US" sz="3200" b="1" i="0">
                <a:solidFill>
                  <a:srgbClr val="222222"/>
                </a:solidFill>
                <a:effectLst/>
                <a:latin typeface="Times New Roman" panose="02020603050405020304" pitchFamily="18" charset="0"/>
                <a:cs typeface="Times New Roman" panose="02020603050405020304" pitchFamily="18" charset="0"/>
              </a:rPr>
              <a:t>COVID-19 </a:t>
            </a:r>
            <a:r>
              <a:rPr lang="en-US" sz="3200" b="1" i="0" dirty="0">
                <a:solidFill>
                  <a:srgbClr val="222222"/>
                </a:solidFill>
                <a:effectLst/>
                <a:latin typeface="Times New Roman" panose="02020603050405020304" pitchFamily="18" charset="0"/>
                <a:cs typeface="Times New Roman" panose="02020603050405020304" pitchFamily="18" charset="0"/>
              </a:rPr>
              <a:t>variants using early growth </a:t>
            </a:r>
            <a:r>
              <a:rPr lang="en-US" sz="3200" b="1" i="0">
                <a:solidFill>
                  <a:srgbClr val="222222"/>
                </a:solidFill>
                <a:effectLst/>
                <a:latin typeface="Times New Roman" panose="02020603050405020304" pitchFamily="18" charset="0"/>
                <a:cs typeface="Times New Roman" panose="02020603050405020304" pitchFamily="18" charset="0"/>
              </a:rPr>
              <a:t>rates </a:t>
            </a:r>
          </a:p>
          <a:p>
            <a:r>
              <a:rPr lang="en-US" sz="3200" b="1" i="0" dirty="0">
                <a:solidFill>
                  <a:srgbClr val="222222"/>
                </a:solidFill>
                <a:effectLst/>
                <a:latin typeface="Times New Roman" panose="02020603050405020304" pitchFamily="18" charset="0"/>
                <a:cs typeface="Times New Roman" panose="02020603050405020304" pitchFamily="18" charset="0"/>
              </a:rPr>
              <a:t>across 30 countries </a:t>
            </a:r>
            <a:endParaRPr lang="en-US" altLang="ko-KR"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FC564C5-2B52-EB2C-F85D-8976B54B31CB}"/>
              </a:ext>
            </a:extLst>
          </p:cNvPr>
          <p:cNvSpPr txBox="1"/>
          <p:nvPr/>
        </p:nvSpPr>
        <p:spPr>
          <a:xfrm>
            <a:off x="3239813" y="3683653"/>
            <a:ext cx="5712398" cy="1015663"/>
          </a:xfrm>
          <a:prstGeom prst="rect">
            <a:avLst/>
          </a:prstGeom>
          <a:noFill/>
        </p:spPr>
        <p:txBody>
          <a:bodyPr wrap="none" rtlCol="0">
            <a:spAutoFit/>
          </a:bodyPr>
          <a:lstStyle/>
          <a:p>
            <a:pPr algn="ctr"/>
            <a:r>
              <a:rPr lang="en-US" sz="2000" dirty="0">
                <a:latin typeface="Times New Roman" panose="02020603050405020304" pitchFamily="18" charset="0"/>
                <a:cs typeface="Times New Roman" panose="02020603050405020304" pitchFamily="18" charset="0"/>
              </a:rPr>
              <a:t>Jan 29, 2025</a:t>
            </a:r>
          </a:p>
          <a:p>
            <a:pPr algn="ctr"/>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Authors (TBD): Franky Zhang, RP, KC, JJ, YJ*, CO*</a:t>
            </a:r>
          </a:p>
        </p:txBody>
      </p:sp>
    </p:spTree>
    <p:extLst>
      <p:ext uri="{BB962C8B-B14F-4D97-AF65-F5344CB8AC3E}">
        <p14:creationId xmlns:p14="http://schemas.microsoft.com/office/powerpoint/2010/main" val="144054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EE8517F2-F110-7FB5-BCCB-D785BDB8190E}"/>
              </a:ext>
            </a:extLst>
          </p:cNvPr>
          <p:cNvSpPr txBox="1">
            <a:spLocks/>
          </p:cNvSpPr>
          <p:nvPr/>
        </p:nvSpPr>
        <p:spPr>
          <a:xfrm>
            <a:off x="324527" y="894585"/>
            <a:ext cx="11678785" cy="5431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
            </a:pPr>
            <a:r>
              <a:rPr lang="en-US" sz="2400" b="1" dirty="0">
                <a:cs typeface="Times New Roman" panose="02020603050405020304" pitchFamily="18" charset="0"/>
              </a:rPr>
              <a:t> Data Description</a:t>
            </a:r>
          </a:p>
          <a:p>
            <a:pPr lvl="1">
              <a:lnSpc>
                <a:spcPct val="120000"/>
              </a:lnSpc>
            </a:pPr>
            <a:r>
              <a:rPr lang="en-US" sz="2000" dirty="0">
                <a:effectLst/>
                <a:ea typeface="DengXian" panose="02010600030101010101" pitchFamily="2" charset="-122"/>
                <a:cs typeface="Times New Roman" panose="02020603050405020304" pitchFamily="18" charset="0"/>
              </a:rPr>
              <a:t>Dataset includes infection counts from over 3,000 COVID-19 variants across the </a:t>
            </a:r>
            <a:r>
              <a:rPr lang="en-US" sz="2000" b="1" dirty="0">
                <a:effectLst/>
                <a:ea typeface="DengXian" panose="02010600030101010101" pitchFamily="2" charset="-122"/>
                <a:cs typeface="Times New Roman" panose="02020603050405020304" pitchFamily="18" charset="0"/>
              </a:rPr>
              <a:t>Top 30 countries </a:t>
            </a:r>
            <a:r>
              <a:rPr lang="en-US" sz="2000" dirty="0">
                <a:effectLst/>
                <a:ea typeface="DengXian" panose="02010600030101010101" pitchFamily="2" charset="-122"/>
                <a:cs typeface="Times New Roman" panose="02020603050405020304" pitchFamily="18" charset="0"/>
              </a:rPr>
              <a:t>with the highest infections, covering </a:t>
            </a:r>
            <a:r>
              <a:rPr lang="en-US" sz="2000" b="1" dirty="0">
                <a:effectLst/>
                <a:ea typeface="DengXian" panose="02010600030101010101" pitchFamily="2" charset="-122"/>
                <a:cs typeface="Times New Roman" panose="02020603050405020304" pitchFamily="18" charset="0"/>
              </a:rPr>
              <a:t>January 2020 to May 2024</a:t>
            </a:r>
            <a:r>
              <a:rPr lang="en-US" sz="2000" dirty="0">
                <a:effectLst/>
                <a:ea typeface="DengXian" panose="02010600030101010101" pitchFamily="2" charset="-122"/>
                <a:cs typeface="Times New Roman" panose="02020603050405020304" pitchFamily="18" charset="0"/>
              </a:rPr>
              <a:t>.</a:t>
            </a:r>
          </a:p>
          <a:p>
            <a:pPr lvl="1">
              <a:lnSpc>
                <a:spcPct val="120000"/>
              </a:lnSpc>
            </a:pPr>
            <a:endParaRPr lang="en-US" sz="2000" dirty="0">
              <a:ea typeface="DengXian" panose="02010600030101010101" pitchFamily="2" charset="-122"/>
              <a:cs typeface="Times New Roman" panose="02020603050405020304" pitchFamily="18" charset="0"/>
            </a:endParaRPr>
          </a:p>
          <a:p>
            <a:pPr lvl="1">
              <a:lnSpc>
                <a:spcPct val="120000"/>
              </a:lnSpc>
            </a:pPr>
            <a:r>
              <a:rPr lang="en-US" sz="2000" dirty="0">
                <a:effectLst/>
                <a:ea typeface="DengXian" panose="02010600030101010101" pitchFamily="2" charset="-122"/>
              </a:rPr>
              <a:t>Data is recorded daily, allowing for detailed day-level analysis.</a:t>
            </a:r>
            <a:endParaRPr lang="en-US" sz="2000" kern="100" dirty="0">
              <a:ea typeface="DengXian" panose="02010600030101010101" pitchFamily="2" charset="-122"/>
              <a:cs typeface="Arial" panose="020B0604020202020204" pitchFamily="34" charset="0"/>
            </a:endParaRPr>
          </a:p>
          <a:p>
            <a:pPr marL="457200" lvl="1" indent="0">
              <a:lnSpc>
                <a:spcPct val="120000"/>
              </a:lnSpc>
              <a:buNone/>
            </a:pPr>
            <a:endParaRPr lang="en-US" sz="2000" b="1" dirty="0">
              <a:effectLst/>
              <a:ea typeface="DengXian" panose="02010600030101010101" pitchFamily="2" charset="-122"/>
              <a:cs typeface="Times New Roman" panose="02020603050405020304" pitchFamily="18" charset="0"/>
            </a:endParaRPr>
          </a:p>
          <a:p>
            <a:pPr lvl="1">
              <a:lnSpc>
                <a:spcPct val="120000"/>
              </a:lnSpc>
            </a:pPr>
            <a:r>
              <a:rPr lang="en-US" sz="2000" dirty="0">
                <a:ea typeface="DengXian" panose="02010600030101010101" pitchFamily="2" charset="-122"/>
                <a:cs typeface="Times New Roman" panose="02020603050405020304" pitchFamily="18" charset="0"/>
              </a:rPr>
              <a:t>The top 30 countries include (selected based on the total number of cases over the entire time): </a:t>
            </a:r>
          </a:p>
          <a:p>
            <a:pPr marL="457200" lvl="1" indent="0">
              <a:lnSpc>
                <a:spcPct val="120000"/>
              </a:lnSpc>
              <a:buNone/>
            </a:pPr>
            <a:r>
              <a:rPr lang="en-US" sz="2000" dirty="0">
                <a:ea typeface="DengXian" panose="02010600030101010101" pitchFamily="2" charset="-122"/>
                <a:cs typeface="Times New Roman" panose="02020603050405020304" pitchFamily="18" charset="0"/>
              </a:rPr>
              <a:t>	Australia, Austria, Belgium, Brazil, Canada, China, </a:t>
            </a:r>
          </a:p>
          <a:p>
            <a:pPr marL="457200" lvl="1" indent="0">
              <a:lnSpc>
                <a:spcPct val="120000"/>
              </a:lnSpc>
              <a:buNone/>
            </a:pPr>
            <a:r>
              <a:rPr lang="en-US" sz="2000" dirty="0">
                <a:ea typeface="DengXian" panose="02010600030101010101" pitchFamily="2" charset="-122"/>
                <a:cs typeface="Times New Roman" panose="02020603050405020304" pitchFamily="18" charset="0"/>
              </a:rPr>
              <a:t>	Czech Republic, Denmark, France, Germany, India, Ireland, </a:t>
            </a:r>
          </a:p>
          <a:p>
            <a:pPr marL="457200" lvl="1" indent="0">
              <a:lnSpc>
                <a:spcPct val="120000"/>
              </a:lnSpc>
              <a:buNone/>
            </a:pPr>
            <a:r>
              <a:rPr lang="en-US" sz="2000" dirty="0">
                <a:ea typeface="DengXian" panose="02010600030101010101" pitchFamily="2" charset="-122"/>
                <a:cs typeface="Times New Roman" panose="02020603050405020304" pitchFamily="18" charset="0"/>
              </a:rPr>
              <a:t>	Israel, Italy, Japan, Luxembourg, Mexico, Netherlands, </a:t>
            </a:r>
          </a:p>
          <a:p>
            <a:pPr marL="457200" lvl="1" indent="0">
              <a:lnSpc>
                <a:spcPct val="120000"/>
              </a:lnSpc>
              <a:buNone/>
            </a:pPr>
            <a:r>
              <a:rPr lang="en-US" sz="2000" dirty="0">
                <a:ea typeface="DengXian" panose="02010600030101010101" pitchFamily="2" charset="-122"/>
                <a:cs typeface="Times New Roman" panose="02020603050405020304" pitchFamily="18" charset="0"/>
              </a:rPr>
              <a:t>	Norway, Peru, Poland, Russia, Slovenia, South Korea, </a:t>
            </a:r>
          </a:p>
          <a:p>
            <a:pPr marL="457200" lvl="1" indent="0">
              <a:lnSpc>
                <a:spcPct val="120000"/>
              </a:lnSpc>
              <a:buNone/>
            </a:pPr>
            <a:r>
              <a:rPr lang="en-US" sz="2000" dirty="0">
                <a:ea typeface="DengXian" panose="02010600030101010101" pitchFamily="2" charset="-122"/>
                <a:cs typeface="Times New Roman" panose="02020603050405020304" pitchFamily="18" charset="0"/>
              </a:rPr>
              <a:t>	Spain, Sweden, Switzerland, Turkey, the United Kingdom, USA.</a:t>
            </a:r>
            <a:endParaRPr lang="en-US" sz="2000" dirty="0">
              <a:effectLst/>
              <a:ea typeface="DengXian" panose="02010600030101010101" pitchFamily="2" charset="-122"/>
              <a:cs typeface="Times New Roman" panose="02020603050405020304" pitchFamily="18" charset="0"/>
            </a:endParaRPr>
          </a:p>
        </p:txBody>
      </p:sp>
      <p:sp>
        <p:nvSpPr>
          <p:cNvPr id="7" name="Title 1">
            <a:extLst>
              <a:ext uri="{FF2B5EF4-FFF2-40B4-BE49-F238E27FC236}">
                <a16:creationId xmlns:a16="http://schemas.microsoft.com/office/drawing/2014/main" id="{0D5838EC-AEDC-45C4-E00D-872712600C73}"/>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8" name="직사각형 3">
            <a:extLst>
              <a:ext uri="{FF2B5EF4-FFF2-40B4-BE49-F238E27FC236}">
                <a16:creationId xmlns:a16="http://schemas.microsoft.com/office/drawing/2014/main" id="{E66EEDC9-7B3F-6FC8-5011-F164668E1E9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98D09C68-98FF-AE2B-CBC2-8DBCFA794AA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44264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13050-033D-9790-DAB2-E120BA1B0BBB}"/>
              </a:ext>
            </a:extLst>
          </p:cNvPr>
          <p:cNvSpPr>
            <a:spLocks noGrp="1"/>
          </p:cNvSpPr>
          <p:nvPr>
            <p:ph idx="1"/>
          </p:nvPr>
        </p:nvSpPr>
        <p:spPr>
          <a:xfrm>
            <a:off x="324527" y="959223"/>
            <a:ext cx="10170839" cy="4939553"/>
          </a:xfrm>
        </p:spPr>
        <p:txBody>
          <a:bodyPr>
            <a:normAutofit/>
          </a:bodyPr>
          <a:lstStyle/>
          <a:p>
            <a:pPr algn="just">
              <a:buFont typeface="Wingdings" pitchFamily="2" charset="2"/>
              <a:buChar char="§"/>
            </a:pPr>
            <a:r>
              <a:rPr lang="en-US" sz="2400" b="1" dirty="0"/>
              <a:t>1</a:t>
            </a:r>
            <a:r>
              <a:rPr lang="en-US" sz="2400" b="1" baseline="30000" dirty="0"/>
              <a:t>st</a:t>
            </a:r>
            <a:r>
              <a:rPr lang="en-US" sz="2400" b="1" dirty="0"/>
              <a:t> Analysis</a:t>
            </a:r>
            <a:r>
              <a:rPr lang="en-US" sz="2400" dirty="0"/>
              <a:t>: </a:t>
            </a:r>
            <a:r>
              <a:rPr lang="en-US" sz="2400" dirty="0">
                <a:solidFill>
                  <a:srgbClr val="0E0E0E"/>
                </a:solidFill>
                <a:effectLst/>
                <a:latin typeface=".AppleSystemUIFont"/>
              </a:rPr>
              <a:t>How well does the early share growth rate predict future share </a:t>
            </a:r>
            <a:r>
              <a:rPr lang="en-US" sz="2400" u="sng" dirty="0">
                <a:solidFill>
                  <a:srgbClr val="0E0E0E"/>
                </a:solidFill>
                <a:effectLst/>
                <a:latin typeface=".AppleSystemUIFont"/>
              </a:rPr>
              <a:t>dominance</a:t>
            </a:r>
            <a:r>
              <a:rPr lang="en-US" sz="2400" dirty="0">
                <a:solidFill>
                  <a:srgbClr val="0E0E0E"/>
                </a:solidFill>
                <a:effectLst/>
                <a:latin typeface=".AppleSystemUIFont"/>
              </a:rPr>
              <a:t> across countries?</a:t>
            </a:r>
            <a:endParaRPr lang="en-US" sz="2400" dirty="0"/>
          </a:p>
          <a:p>
            <a:pPr algn="just"/>
            <a:endParaRPr lang="en-US" sz="2400" dirty="0"/>
          </a:p>
          <a:p>
            <a:pPr lvl="1" algn="just"/>
            <a:r>
              <a:rPr lang="en-US" sz="2000" b="1" dirty="0"/>
              <a:t>a) </a:t>
            </a:r>
            <a:r>
              <a:rPr lang="en-US" sz="2000" dirty="0">
                <a:solidFill>
                  <a:srgbClr val="0E0E0E"/>
                </a:solidFill>
                <a:effectLst/>
                <a:latin typeface=".AppleSystemUIFont"/>
              </a:rPr>
              <a:t>To determine the optimal observation period for each country based on the best model performance (R²).</a:t>
            </a:r>
            <a:endParaRPr lang="en-US" sz="2000" dirty="0"/>
          </a:p>
          <a:p>
            <a:pPr lvl="1" algn="just"/>
            <a:endParaRPr lang="en-US" sz="2000" dirty="0"/>
          </a:p>
          <a:p>
            <a:pPr lvl="1" algn="just"/>
            <a:r>
              <a:rPr lang="en-US" sz="2000" b="1" dirty="0"/>
              <a:t>b) </a:t>
            </a:r>
            <a:r>
              <a:rPr lang="en-US" sz="2000" dirty="0">
                <a:solidFill>
                  <a:srgbClr val="0E0E0E"/>
                </a:solidFill>
                <a:effectLst/>
                <a:latin typeface=".AppleSystemUIFont"/>
              </a:rPr>
              <a:t>To identify the range of growth rates that contribute most to dominance (based on coefficients from a step function derived from OTCs).</a:t>
            </a:r>
          </a:p>
          <a:p>
            <a:pPr marL="457200" lvl="1" indent="0" algn="just">
              <a:buNone/>
            </a:pPr>
            <a:endParaRPr lang="en-US" sz="2000" dirty="0"/>
          </a:p>
          <a:p>
            <a:pPr lvl="1" algn="just"/>
            <a:endParaRPr lang="en-US" sz="2000" dirty="0"/>
          </a:p>
          <a:p>
            <a:pPr lvl="1" algn="just"/>
            <a:r>
              <a:rPr lang="en-US" sz="2000" b="1" dirty="0">
                <a:solidFill>
                  <a:srgbClr val="0E0E0E"/>
                </a:solidFill>
                <a:effectLst/>
                <a:latin typeface=".AppleSystemUIFont"/>
              </a:rPr>
              <a:t>Model Utility: </a:t>
            </a:r>
            <a:r>
              <a:rPr lang="en-US" sz="2000" dirty="0">
                <a:solidFill>
                  <a:srgbClr val="0E0E0E"/>
                </a:solidFill>
                <a:effectLst/>
                <a:latin typeface=".AppleSystemUIFont"/>
              </a:rPr>
              <a:t>Our model can predict future dominance by monitoring the share growth rate of a new variant, using its specific growth rate range and a defined observation period (e.g., 45 days). The term “dominance” can also be replaced with “duration.”</a:t>
            </a: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6AA68598-F94F-27AF-2C74-8C95E4C2BEC6}"/>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99B5D256-DE01-90A0-105D-A36BE388C8D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DA5D136C-2C9F-81ED-A00B-9D627B6BA60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395785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7235-0BFC-3D38-678A-2901BEAB95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6D42FF-6AE4-42A1-0CF1-D177FC7B1B50}"/>
              </a:ext>
            </a:extLst>
          </p:cNvPr>
          <p:cNvSpPr>
            <a:spLocks noGrp="1"/>
          </p:cNvSpPr>
          <p:nvPr>
            <p:ph idx="1"/>
          </p:nvPr>
        </p:nvSpPr>
        <p:spPr>
          <a:xfrm>
            <a:off x="324527" y="959223"/>
            <a:ext cx="10170839" cy="4939553"/>
          </a:xfrm>
        </p:spPr>
        <p:txBody>
          <a:bodyPr>
            <a:normAutofit fontScale="92500" lnSpcReduction="20000"/>
          </a:bodyPr>
          <a:lstStyle/>
          <a:p>
            <a:pPr algn="just">
              <a:buFont typeface="Wingdings" pitchFamily="2" charset="2"/>
              <a:buChar char="§"/>
            </a:pPr>
            <a:r>
              <a:rPr lang="en-US" sz="2400" b="1" dirty="0"/>
              <a:t>1</a:t>
            </a:r>
            <a:r>
              <a:rPr lang="en-US" sz="2400" b="1" baseline="30000" dirty="0"/>
              <a:t>st</a:t>
            </a:r>
            <a:r>
              <a:rPr lang="en-US" sz="2400" b="1" dirty="0"/>
              <a:t> Analysis</a:t>
            </a:r>
            <a:r>
              <a:rPr lang="en-US" sz="2400" dirty="0"/>
              <a:t>: </a:t>
            </a:r>
            <a:r>
              <a:rPr lang="en-US" sz="2400" dirty="0">
                <a:solidFill>
                  <a:srgbClr val="0E0E0E"/>
                </a:solidFill>
                <a:effectLst/>
                <a:latin typeface=".AppleSystemUIFont"/>
              </a:rPr>
              <a:t>How well does the early share growth rate predict future share </a:t>
            </a:r>
            <a:r>
              <a:rPr lang="en-US" sz="2400" u="sng" dirty="0">
                <a:solidFill>
                  <a:srgbClr val="0E0E0E"/>
                </a:solidFill>
                <a:effectLst/>
                <a:latin typeface=".AppleSystemUIFont"/>
              </a:rPr>
              <a:t>dominance</a:t>
            </a:r>
            <a:r>
              <a:rPr lang="en-US" sz="2400" dirty="0">
                <a:solidFill>
                  <a:srgbClr val="0E0E0E"/>
                </a:solidFill>
                <a:effectLst/>
                <a:latin typeface=".AppleSystemUIFont"/>
              </a:rPr>
              <a:t> across countries?</a:t>
            </a:r>
            <a:endParaRPr lang="en-US" sz="2400" dirty="0"/>
          </a:p>
          <a:p>
            <a:pPr algn="just"/>
            <a:endParaRPr lang="en-US" sz="2400" dirty="0"/>
          </a:p>
          <a:p>
            <a:pPr lvl="1" algn="just"/>
            <a:r>
              <a:rPr lang="en-US" sz="2000" b="1" dirty="0"/>
              <a:t>a) </a:t>
            </a:r>
            <a:r>
              <a:rPr lang="en-US" sz="2000" b="1" dirty="0">
                <a:solidFill>
                  <a:srgbClr val="0E0E0E"/>
                </a:solidFill>
                <a:latin typeface=".AppleSystemUIFont"/>
              </a:rPr>
              <a:t>We set flexible observation days for each variants based on eligibility criteria (whether it reaches a share growth rate threshold 20% by 7 days to max 30 days) for the OTC model  </a:t>
            </a:r>
            <a:r>
              <a:rPr lang="en-US" sz="2000" b="1" dirty="0">
                <a:solidFill>
                  <a:srgbClr val="0E0E0E"/>
                </a:solidFill>
                <a:latin typeface=".AppleSystemUIFont"/>
                <a:sym typeface="Wingdings" pitchFamily="2" charset="2"/>
              </a:rPr>
              <a:t> The OTC model takes flexible early share growth rate for each variants between 7 to 30 days to predict the future mean share as dominance. </a:t>
            </a:r>
          </a:p>
          <a:p>
            <a:pPr lvl="1" algn="just"/>
            <a:endParaRPr lang="en-US" sz="2000" dirty="0"/>
          </a:p>
          <a:p>
            <a:pPr lvl="1" algn="just"/>
            <a:r>
              <a:rPr lang="en-US" sz="2000" b="1" dirty="0"/>
              <a:t>b) </a:t>
            </a:r>
            <a:r>
              <a:rPr lang="en-US" sz="2000" dirty="0">
                <a:solidFill>
                  <a:srgbClr val="0E0E0E"/>
                </a:solidFill>
                <a:effectLst/>
                <a:latin typeface=".AppleSystemUIFont"/>
              </a:rPr>
              <a:t>To identify the range of growth rates that contribute most to dominance (based on coefficients from a step function derived from OTCs).</a:t>
            </a:r>
          </a:p>
          <a:p>
            <a:pPr lvl="1" algn="just"/>
            <a:endParaRPr lang="en-US" sz="2000" dirty="0">
              <a:solidFill>
                <a:srgbClr val="0E0E0E"/>
              </a:solidFill>
              <a:latin typeface=".AppleSystemUIFont"/>
            </a:endParaRPr>
          </a:p>
          <a:p>
            <a:pPr lvl="1" algn="just"/>
            <a:r>
              <a:rPr lang="en-US" sz="2000" b="1" dirty="0"/>
              <a:t>c) to identify the specific variants and counties which this model can be helpful</a:t>
            </a:r>
          </a:p>
          <a:p>
            <a:pPr lvl="1" algn="just"/>
            <a:endParaRPr lang="en-US" sz="2000" dirty="0">
              <a:solidFill>
                <a:srgbClr val="0E0E0E"/>
              </a:solidFill>
              <a:effectLst/>
              <a:latin typeface=".AppleSystemUIFont"/>
            </a:endParaRPr>
          </a:p>
          <a:p>
            <a:pPr lvl="1" algn="just"/>
            <a:endParaRPr lang="en-US" sz="2000" dirty="0">
              <a:solidFill>
                <a:srgbClr val="0E0E0E"/>
              </a:solidFill>
              <a:effectLst/>
              <a:latin typeface=".AppleSystemUIFont"/>
            </a:endParaRPr>
          </a:p>
          <a:p>
            <a:pPr marL="457200" lvl="1" indent="0" algn="just">
              <a:buNone/>
            </a:pPr>
            <a:endParaRPr lang="en-US" sz="2000" dirty="0"/>
          </a:p>
          <a:p>
            <a:pPr lvl="1" algn="just"/>
            <a:r>
              <a:rPr lang="en-US" sz="2000" b="1" dirty="0">
                <a:solidFill>
                  <a:srgbClr val="0E0E0E"/>
                </a:solidFill>
                <a:effectLst/>
                <a:latin typeface=".AppleSystemUIFont"/>
              </a:rPr>
              <a:t>Model Utility: </a:t>
            </a:r>
            <a:r>
              <a:rPr lang="en-US" sz="2000" dirty="0">
                <a:solidFill>
                  <a:srgbClr val="0E0E0E"/>
                </a:solidFill>
                <a:effectLst/>
                <a:latin typeface=".AppleSystemUIFont"/>
              </a:rPr>
              <a:t>Our model can predict future dominance by monitoring the share growth rate of a new variant, using its specific growth rate range and a defined observation period (e.g., 45 days). The term “dominance” can also be replaced with “duration.”</a:t>
            </a: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634E1DE5-BC4D-880A-D34A-37331C7FF2CB}"/>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4C1647A3-DACA-526E-7943-CB68FF855D1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F458C9C0-EA18-EB97-49EC-DCE2CF9070C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75017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C580421-8255-42FE-F623-39DB167C5AB5}"/>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B9C83FA7-56E8-0B59-5D4B-0D95FD7F1B6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E46472E2-D151-9335-B51B-B8201391EF9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10" name="Picture 9" descr="A graph of a number of days&#10;&#10;Description automatically generated">
            <a:extLst>
              <a:ext uri="{FF2B5EF4-FFF2-40B4-BE49-F238E27FC236}">
                <a16:creationId xmlns:a16="http://schemas.microsoft.com/office/drawing/2014/main" id="{327DCB6C-FA10-24AE-8E2E-6FB686D0C20C}"/>
              </a:ext>
            </a:extLst>
          </p:cNvPr>
          <p:cNvPicPr>
            <a:picLocks noChangeAspect="1"/>
          </p:cNvPicPr>
          <p:nvPr/>
        </p:nvPicPr>
        <p:blipFill>
          <a:blip r:embed="rId2"/>
          <a:stretch>
            <a:fillRect/>
          </a:stretch>
        </p:blipFill>
        <p:spPr>
          <a:xfrm>
            <a:off x="417212" y="1326250"/>
            <a:ext cx="11357576" cy="5412518"/>
          </a:xfrm>
          <a:prstGeom prst="rect">
            <a:avLst/>
          </a:prstGeom>
        </p:spPr>
      </p:pic>
      <p:sp>
        <p:nvSpPr>
          <p:cNvPr id="11" name="Rectangle 10">
            <a:extLst>
              <a:ext uri="{FF2B5EF4-FFF2-40B4-BE49-F238E27FC236}">
                <a16:creationId xmlns:a16="http://schemas.microsoft.com/office/drawing/2014/main" id="{C2579E6B-0B81-46B9-D575-F12E014F0D61}"/>
              </a:ext>
            </a:extLst>
          </p:cNvPr>
          <p:cNvSpPr/>
          <p:nvPr/>
        </p:nvSpPr>
        <p:spPr>
          <a:xfrm>
            <a:off x="1523999" y="1471448"/>
            <a:ext cx="1145629" cy="454047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547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0BBB5D-42C4-1D4D-5EEE-8EB828E3F771}"/>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DB93069-F73E-7246-B6EE-5C77BD9D4B4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946E2B59-D4BC-E038-A189-06D5962CF6F8}"/>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graph of a graph&#10;&#10;Description automatically generated with medium confidence">
            <a:extLst>
              <a:ext uri="{FF2B5EF4-FFF2-40B4-BE49-F238E27FC236}">
                <a16:creationId xmlns:a16="http://schemas.microsoft.com/office/drawing/2014/main" id="{8CC0EADC-7658-3122-50CE-0B8D95D2A0AC}"/>
              </a:ext>
            </a:extLst>
          </p:cNvPr>
          <p:cNvPicPr>
            <a:picLocks noChangeAspect="1"/>
          </p:cNvPicPr>
          <p:nvPr/>
        </p:nvPicPr>
        <p:blipFill>
          <a:blip r:embed="rId2"/>
          <a:stretch>
            <a:fillRect/>
          </a:stretch>
        </p:blipFill>
        <p:spPr>
          <a:xfrm>
            <a:off x="1887239" y="3994460"/>
            <a:ext cx="1518679" cy="2556352"/>
          </a:xfrm>
          <a:prstGeom prst="rect">
            <a:avLst/>
          </a:prstGeom>
        </p:spPr>
      </p:pic>
      <p:pic>
        <p:nvPicPr>
          <p:cNvPr id="9" name="Picture 8" descr="A graph of a number of days&#10;&#10;Description automatically generated">
            <a:extLst>
              <a:ext uri="{FF2B5EF4-FFF2-40B4-BE49-F238E27FC236}">
                <a16:creationId xmlns:a16="http://schemas.microsoft.com/office/drawing/2014/main" id="{E241E92A-9198-D57C-CE73-8D6AFB5FF8BF}"/>
              </a:ext>
            </a:extLst>
          </p:cNvPr>
          <p:cNvPicPr>
            <a:picLocks noChangeAspect="1"/>
          </p:cNvPicPr>
          <p:nvPr/>
        </p:nvPicPr>
        <p:blipFill>
          <a:blip r:embed="rId3"/>
          <a:stretch>
            <a:fillRect/>
          </a:stretch>
        </p:blipFill>
        <p:spPr>
          <a:xfrm>
            <a:off x="1887239" y="850752"/>
            <a:ext cx="6596727" cy="3143708"/>
          </a:xfrm>
          <a:prstGeom prst="rect">
            <a:avLst/>
          </a:prstGeom>
        </p:spPr>
      </p:pic>
      <p:sp>
        <p:nvSpPr>
          <p:cNvPr id="10" name="Rectangle 9">
            <a:extLst>
              <a:ext uri="{FF2B5EF4-FFF2-40B4-BE49-F238E27FC236}">
                <a16:creationId xmlns:a16="http://schemas.microsoft.com/office/drawing/2014/main" id="{A16A6DC0-DAF5-130F-9160-2AA31131DD70}"/>
              </a:ext>
            </a:extLst>
          </p:cNvPr>
          <p:cNvSpPr/>
          <p:nvPr/>
        </p:nvSpPr>
        <p:spPr>
          <a:xfrm>
            <a:off x="2531573" y="1015705"/>
            <a:ext cx="632041" cy="25072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graph with blue dots&#10;&#10;Description automatically generated">
            <a:extLst>
              <a:ext uri="{FF2B5EF4-FFF2-40B4-BE49-F238E27FC236}">
                <a16:creationId xmlns:a16="http://schemas.microsoft.com/office/drawing/2014/main" id="{65AA763A-6CF9-BDEC-541B-FD90B18610D7}"/>
              </a:ext>
            </a:extLst>
          </p:cNvPr>
          <p:cNvPicPr>
            <a:picLocks noChangeAspect="1"/>
          </p:cNvPicPr>
          <p:nvPr/>
        </p:nvPicPr>
        <p:blipFill>
          <a:blip r:embed="rId4"/>
          <a:stretch>
            <a:fillRect/>
          </a:stretch>
        </p:blipFill>
        <p:spPr>
          <a:xfrm>
            <a:off x="5735965" y="3994460"/>
            <a:ext cx="4568796" cy="2650406"/>
          </a:xfrm>
          <a:prstGeom prst="rect">
            <a:avLst/>
          </a:prstGeom>
        </p:spPr>
      </p:pic>
      <p:sp>
        <p:nvSpPr>
          <p:cNvPr id="15" name="Down Arrow 14">
            <a:extLst>
              <a:ext uri="{FF2B5EF4-FFF2-40B4-BE49-F238E27FC236}">
                <a16:creationId xmlns:a16="http://schemas.microsoft.com/office/drawing/2014/main" id="{00FD968E-BD0B-A20C-9603-92AA8A52CD42}"/>
              </a:ext>
            </a:extLst>
          </p:cNvPr>
          <p:cNvSpPr/>
          <p:nvPr/>
        </p:nvSpPr>
        <p:spPr>
          <a:xfrm rot="16200000">
            <a:off x="4452646" y="4513295"/>
            <a:ext cx="393699" cy="1518679"/>
          </a:xfrm>
          <a:prstGeom prst="downArrow">
            <a:avLst>
              <a:gd name="adj1" fmla="val 50000"/>
              <a:gd name="adj2" fmla="val 6601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EF054448-1AD3-3CD4-913A-C0C837750553}"/>
              </a:ext>
            </a:extLst>
          </p:cNvPr>
          <p:cNvSpPr txBox="1"/>
          <p:nvPr/>
        </p:nvSpPr>
        <p:spPr>
          <a:xfrm>
            <a:off x="8020363" y="3594350"/>
            <a:ext cx="3651121"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Growth Rate (GR) series</a:t>
            </a:r>
          </a:p>
        </p:txBody>
      </p:sp>
    </p:spTree>
    <p:extLst>
      <p:ext uri="{BB962C8B-B14F-4D97-AF65-F5344CB8AC3E}">
        <p14:creationId xmlns:p14="http://schemas.microsoft.com/office/powerpoint/2010/main" val="2764460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number of days&#10;&#10;Description automatically generated">
            <a:extLst>
              <a:ext uri="{FF2B5EF4-FFF2-40B4-BE49-F238E27FC236}">
                <a16:creationId xmlns:a16="http://schemas.microsoft.com/office/drawing/2014/main" id="{BC6D834E-BA69-F1B2-182F-DB6FF9D4720D}"/>
              </a:ext>
            </a:extLst>
          </p:cNvPr>
          <p:cNvPicPr>
            <a:picLocks noChangeAspect="1"/>
          </p:cNvPicPr>
          <p:nvPr/>
        </p:nvPicPr>
        <p:blipFill>
          <a:blip r:embed="rId3"/>
          <a:stretch>
            <a:fillRect/>
          </a:stretch>
        </p:blipFill>
        <p:spPr>
          <a:xfrm>
            <a:off x="1205414" y="1057585"/>
            <a:ext cx="9059090" cy="4317162"/>
          </a:xfrm>
          <a:prstGeom prst="rect">
            <a:avLst/>
          </a:prstGeom>
        </p:spPr>
      </p:pic>
      <p:sp>
        <p:nvSpPr>
          <p:cNvPr id="5" name="Title 1">
            <a:extLst>
              <a:ext uri="{FF2B5EF4-FFF2-40B4-BE49-F238E27FC236}">
                <a16:creationId xmlns:a16="http://schemas.microsoft.com/office/drawing/2014/main" id="{AC5987A8-4D24-D926-5C1E-4487368F1228}"/>
              </a:ext>
            </a:extLst>
          </p:cNvPr>
          <p:cNvSpPr>
            <a:spLocks noGrp="1"/>
          </p:cNvSpPr>
          <p:nvPr>
            <p:ph type="title"/>
          </p:nvPr>
        </p:nvSpPr>
        <p:spPr>
          <a:xfrm>
            <a:off x="342527" y="119232"/>
            <a:ext cx="8618328" cy="731520"/>
          </a:xfrm>
        </p:spPr>
        <p:txBody>
          <a:bodyPr>
            <a:normAutofit/>
          </a:bodyPr>
          <a:lstStyle/>
          <a:p>
            <a:r>
              <a:rPr lang="en-US" sz="3200" b="1" dirty="0">
                <a:latin typeface="+mn-lt"/>
                <a:cs typeface="Times New Roman" panose="02020603050405020304" pitchFamily="18" charset="0"/>
              </a:rPr>
              <a:t>Explanation of Model Input and Output</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13964C86-8DD7-4530-F2D3-964C7A73CC36}"/>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2D2932AE-650A-BF9A-EB63-2D498947EFBE}"/>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8" name="Rectangle 7">
            <a:extLst>
              <a:ext uri="{FF2B5EF4-FFF2-40B4-BE49-F238E27FC236}">
                <a16:creationId xmlns:a16="http://schemas.microsoft.com/office/drawing/2014/main" id="{9A1AE005-C489-9C36-68D1-0CEB30FA781B}"/>
              </a:ext>
            </a:extLst>
          </p:cNvPr>
          <p:cNvSpPr/>
          <p:nvPr/>
        </p:nvSpPr>
        <p:spPr>
          <a:xfrm>
            <a:off x="2088672" y="1334814"/>
            <a:ext cx="3839161" cy="32876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48EED3-EC8E-4F74-79DC-0D414D578B55}"/>
              </a:ext>
            </a:extLst>
          </p:cNvPr>
          <p:cNvSpPr txBox="1"/>
          <p:nvPr/>
        </p:nvSpPr>
        <p:spPr>
          <a:xfrm>
            <a:off x="243774" y="5022545"/>
            <a:ext cx="11476318" cy="1631216"/>
          </a:xfrm>
          <a:prstGeom prst="rect">
            <a:avLst/>
          </a:prstGeom>
          <a:noFill/>
        </p:spPr>
        <p:txBody>
          <a:bodyPr wrap="square" rtlCol="0">
            <a:spAutoFit/>
          </a:bodyPr>
          <a:lstStyle/>
          <a:p>
            <a:r>
              <a:rPr lang="en-US" b="1" dirty="0">
                <a:cs typeface="Times New Roman" panose="02020603050405020304" pitchFamily="18" charset="0"/>
              </a:rPr>
              <a:t>Definition of “Dominance”:</a:t>
            </a:r>
          </a:p>
          <a:p>
            <a:pPr marL="285750" indent="-285750">
              <a:buFont typeface="Arial" panose="020B0604020202020204" pitchFamily="34" charset="0"/>
              <a:buChar char="•"/>
            </a:pPr>
            <a:r>
              <a:rPr lang="en-US" sz="1600" dirty="0">
                <a:cs typeface="Times New Roman" panose="02020603050405020304" pitchFamily="18" charset="0"/>
              </a:rPr>
              <a:t>Calculate the </a:t>
            </a:r>
            <a:r>
              <a:rPr lang="en-US" sz="1600" dirty="0">
                <a:solidFill>
                  <a:srgbClr val="0070C0"/>
                </a:solidFill>
                <a:cs typeface="Times New Roman" panose="02020603050405020304" pitchFamily="18" charset="0"/>
              </a:rPr>
              <a:t>mean share of the longest consecutive period of the variant</a:t>
            </a:r>
            <a:r>
              <a:rPr lang="en-US" sz="1600" dirty="0">
                <a:cs typeface="Times New Roman" panose="02020603050405020304" pitchFamily="18" charset="0"/>
              </a:rPr>
              <a:t>, rather than using the mean share or maximum share over the entire period. </a:t>
            </a:r>
          </a:p>
          <a:p>
            <a:r>
              <a:rPr lang="en-US" b="1" dirty="0">
                <a:cs typeface="Times New Roman" panose="02020603050405020304" pitchFamily="18" charset="0"/>
              </a:rPr>
              <a:t>Summary of the model: </a:t>
            </a:r>
          </a:p>
          <a:p>
            <a:pPr marL="285750" indent="-285750">
              <a:buFont typeface="Arial" panose="020B0604020202020204" pitchFamily="34" charset="0"/>
              <a:buChar char="•"/>
            </a:pPr>
            <a:r>
              <a:rPr lang="en-US" sz="1600" dirty="0">
                <a:solidFill>
                  <a:srgbClr val="0E0E0E"/>
                </a:solidFill>
                <a:effectLst/>
                <a:latin typeface=".AppleSystemUIFont"/>
              </a:rPr>
              <a:t>Using initial-stage growth rates to predict future dominance, represented by the mean share over the longest consecutive period. (The model predicts the mean share and duration of this period but cannot determine when the variant’s prevalence will end.)</a:t>
            </a:r>
          </a:p>
        </p:txBody>
      </p:sp>
      <p:sp>
        <p:nvSpPr>
          <p:cNvPr id="10" name="TextBox 9">
            <a:extLst>
              <a:ext uri="{FF2B5EF4-FFF2-40B4-BE49-F238E27FC236}">
                <a16:creationId xmlns:a16="http://schemas.microsoft.com/office/drawing/2014/main" id="{159332C8-EAEC-B823-33FC-7D67452BB7CC}"/>
              </a:ext>
            </a:extLst>
          </p:cNvPr>
          <p:cNvSpPr txBox="1"/>
          <p:nvPr/>
        </p:nvSpPr>
        <p:spPr>
          <a:xfrm>
            <a:off x="3687560" y="850752"/>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Output scaler</a:t>
            </a:r>
          </a:p>
        </p:txBody>
      </p:sp>
      <p:sp>
        <p:nvSpPr>
          <p:cNvPr id="2" name="Rectangle 1">
            <a:extLst>
              <a:ext uri="{FF2B5EF4-FFF2-40B4-BE49-F238E27FC236}">
                <a16:creationId xmlns:a16="http://schemas.microsoft.com/office/drawing/2014/main" id="{FDB648E3-B45C-D907-ADFF-0962F28F4151}"/>
              </a:ext>
            </a:extLst>
          </p:cNvPr>
          <p:cNvSpPr/>
          <p:nvPr/>
        </p:nvSpPr>
        <p:spPr>
          <a:xfrm>
            <a:off x="0" y="3216166"/>
            <a:ext cx="420414" cy="10510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1FA8E73-B90B-195A-165B-43D2FA1F83DC}"/>
              </a:ext>
            </a:extLst>
          </p:cNvPr>
          <p:cNvSpPr txBox="1"/>
          <p:nvPr/>
        </p:nvSpPr>
        <p:spPr>
          <a:xfrm>
            <a:off x="5981933" y="1334814"/>
            <a:ext cx="4175495" cy="1754326"/>
          </a:xfrm>
          <a:prstGeom prst="rect">
            <a:avLst/>
          </a:prstGeom>
          <a:noFill/>
        </p:spPr>
        <p:txBody>
          <a:bodyPr wrap="square" rtlCol="0">
            <a:spAutoFit/>
          </a:bodyPr>
          <a:lstStyle/>
          <a:p>
            <a:r>
              <a:rPr lang="en-US" sz="1800" b="1" dirty="0">
                <a:solidFill>
                  <a:srgbClr val="0E0E0E"/>
                </a:solidFill>
                <a:latin typeface=".AppleSystemUIFont"/>
              </a:rPr>
              <a:t>Criteria</a:t>
            </a:r>
            <a:r>
              <a:rPr lang="en-US" sz="1800" b="1" dirty="0">
                <a:solidFill>
                  <a:srgbClr val="0E0E0E"/>
                </a:solidFill>
                <a:effectLst/>
                <a:latin typeface=".AppleSystemUIFont"/>
              </a:rPr>
              <a:t>: </a:t>
            </a:r>
            <a:r>
              <a:rPr lang="en-US" sz="1800" dirty="0">
                <a:solidFill>
                  <a:srgbClr val="0E0E0E"/>
                </a:solidFill>
                <a:effectLst/>
                <a:latin typeface=".AppleSystemUIFont"/>
              </a:rPr>
              <a:t>Start with the first consecutive week where at least one infection occurs each day. End with the last consecutive week where at least one infection occurs each day. </a:t>
            </a:r>
          </a:p>
          <a:p>
            <a:endParaRPr lang="en-US" dirty="0"/>
          </a:p>
        </p:txBody>
      </p:sp>
    </p:spTree>
    <p:extLst>
      <p:ext uri="{BB962C8B-B14F-4D97-AF65-F5344CB8AC3E}">
        <p14:creationId xmlns:p14="http://schemas.microsoft.com/office/powerpoint/2010/main" val="1929669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E47DA-94E7-7983-3167-933B60651906}"/>
            </a:ext>
          </a:extLst>
        </p:cNvPr>
        <p:cNvGrpSpPr/>
        <p:nvPr/>
      </p:nvGrpSpPr>
      <p:grpSpPr>
        <a:xfrm>
          <a:off x="0" y="0"/>
          <a:ext cx="0" cy="0"/>
          <a:chOff x="0" y="0"/>
          <a:chExt cx="0" cy="0"/>
        </a:xfrm>
      </p:grpSpPr>
      <p:pic>
        <p:nvPicPr>
          <p:cNvPr id="7" name="Picture 6" descr="A screenshot of a graph&#10;&#10;AI-generated content may be incorrect.">
            <a:extLst>
              <a:ext uri="{FF2B5EF4-FFF2-40B4-BE49-F238E27FC236}">
                <a16:creationId xmlns:a16="http://schemas.microsoft.com/office/drawing/2014/main" id="{346FD38E-94B7-4062-EABE-FC126C0F9BE9}"/>
              </a:ext>
            </a:extLst>
          </p:cNvPr>
          <p:cNvPicPr>
            <a:picLocks noChangeAspect="1"/>
          </p:cNvPicPr>
          <p:nvPr/>
        </p:nvPicPr>
        <p:blipFill>
          <a:blip r:embed="rId2"/>
          <a:stretch>
            <a:fillRect/>
          </a:stretch>
        </p:blipFill>
        <p:spPr>
          <a:xfrm>
            <a:off x="0" y="0"/>
            <a:ext cx="12192000" cy="6096000"/>
          </a:xfrm>
          <a:prstGeom prst="rect">
            <a:avLst/>
          </a:prstGeom>
        </p:spPr>
      </p:pic>
      <p:pic>
        <p:nvPicPr>
          <p:cNvPr id="10" name="Picture 9">
            <a:extLst>
              <a:ext uri="{FF2B5EF4-FFF2-40B4-BE49-F238E27FC236}">
                <a16:creationId xmlns:a16="http://schemas.microsoft.com/office/drawing/2014/main" id="{3840C868-44E9-0A5A-1E43-65B13CF46215}"/>
              </a:ext>
            </a:extLst>
          </p:cNvPr>
          <p:cNvPicPr>
            <a:picLocks noChangeAspect="1"/>
          </p:cNvPicPr>
          <p:nvPr/>
        </p:nvPicPr>
        <p:blipFill>
          <a:blip r:embed="rId3"/>
          <a:stretch>
            <a:fillRect/>
          </a:stretch>
        </p:blipFill>
        <p:spPr>
          <a:xfrm>
            <a:off x="2599023" y="6096000"/>
            <a:ext cx="6993954" cy="546306"/>
          </a:xfrm>
          <a:prstGeom prst="rect">
            <a:avLst/>
          </a:prstGeom>
        </p:spPr>
      </p:pic>
    </p:spTree>
    <p:extLst>
      <p:ext uri="{BB962C8B-B14F-4D97-AF65-F5344CB8AC3E}">
        <p14:creationId xmlns:p14="http://schemas.microsoft.com/office/powerpoint/2010/main" val="2622075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8A6BBA-D498-EA48-690F-D291FEDFEC6E}"/>
              </a:ext>
            </a:extLst>
          </p:cNvPr>
          <p:cNvSpPr txBox="1"/>
          <p:nvPr/>
        </p:nvSpPr>
        <p:spPr>
          <a:xfrm>
            <a:off x="307965" y="86916"/>
            <a:ext cx="11476318" cy="6771084"/>
          </a:xfrm>
          <a:prstGeom prst="rect">
            <a:avLst/>
          </a:prstGeom>
          <a:noFill/>
        </p:spPr>
        <p:txBody>
          <a:bodyPr wrap="square" rtlCol="0">
            <a:spAutoFit/>
          </a:bodyPr>
          <a:lstStyle/>
          <a:p>
            <a:r>
              <a:rPr lang="en-US" sz="1400" b="1" dirty="0">
                <a:cs typeface="Times New Roman" panose="02020603050405020304" pitchFamily="18" charset="0"/>
              </a:rPr>
              <a:t>Innovation/Strengths (Justification of the model approach)</a:t>
            </a:r>
          </a:p>
          <a:p>
            <a:endParaRPr lang="en-US" sz="1400" b="1" dirty="0">
              <a:cs typeface="Times New Roman" panose="02020603050405020304" pitchFamily="18" charset="0"/>
            </a:endParaRPr>
          </a:p>
          <a:p>
            <a:r>
              <a:rPr lang="en-US" sz="1400" b="1" dirty="0">
                <a:cs typeface="Times New Roman" panose="02020603050405020304" pitchFamily="18" charset="0"/>
              </a:rPr>
              <a:t>Why do we choose to use the share growth rate instead of the frequency growth rate?</a:t>
            </a:r>
          </a:p>
          <a:p>
            <a:pPr marL="285750" indent="-285750">
              <a:buFont typeface="Arial" panose="020B0604020202020204" pitchFamily="34" charset="0"/>
              <a:buChar char="•"/>
            </a:pPr>
            <a:r>
              <a:rPr lang="en-US" sz="1400" dirty="0">
                <a:solidFill>
                  <a:srgbClr val="212121"/>
                </a:solidFill>
                <a:cs typeface="Times New Roman" panose="02020603050405020304" pitchFamily="18" charset="0"/>
              </a:rPr>
              <a:t>S</a:t>
            </a:r>
            <a:r>
              <a:rPr lang="en-US" sz="1400" b="0" i="0" u="none" strike="noStrike" dirty="0">
                <a:solidFill>
                  <a:srgbClr val="212121"/>
                </a:solidFill>
                <a:effectLst/>
              </a:rPr>
              <a:t>ince testing policies have changed a lot over time, so that the total number of cases is not a good representative of how prevalent a variant is. Using the relative proportion as a measure of dominance, this is less sensitive to testing policy and therefore provides a more stable measure over time.</a:t>
            </a:r>
          </a:p>
          <a:p>
            <a:r>
              <a:rPr lang="en-US" sz="1400" b="1" dirty="0">
                <a:cs typeface="Times New Roman" panose="02020603050405020304" pitchFamily="18" charset="0"/>
              </a:rPr>
              <a:t>Why do we choose the Occupational Time Curve (OTC) transformation: </a:t>
            </a:r>
          </a:p>
          <a:p>
            <a:pPr marL="285750" indent="-285750">
              <a:buFont typeface="Arial" panose="020B0604020202020204" pitchFamily="34" charset="0"/>
              <a:buChar char="•"/>
            </a:pPr>
            <a:r>
              <a:rPr lang="en-US" sz="1400" dirty="0">
                <a:solidFill>
                  <a:srgbClr val="000000"/>
                </a:solidFill>
              </a:rPr>
              <a:t>In conventional approach, r</a:t>
            </a:r>
            <a:r>
              <a:rPr lang="en-US" sz="1400" b="0" i="0" u="none" strike="noStrike" dirty="0">
                <a:solidFill>
                  <a:srgbClr val="000000"/>
                </a:solidFill>
                <a:effectLst/>
              </a:rPr>
              <a:t>esearchers often estimates a smooth curve as functional parameter </a:t>
            </a:r>
            <a:r>
              <a:rPr lang="el-GR" sz="1400" b="0" i="0" u="none" strike="noStrike" dirty="0">
                <a:solidFill>
                  <a:srgbClr val="000000"/>
                </a:solidFill>
                <a:effectLst/>
              </a:rPr>
              <a:t>θ(</a:t>
            </a:r>
            <a:r>
              <a:rPr lang="en-US" sz="1400" b="0" i="0" u="none" strike="noStrike" dirty="0">
                <a:solidFill>
                  <a:srgbClr val="000000"/>
                </a:solidFill>
                <a:effectLst/>
              </a:rPr>
              <a:t>c) using basis expansions, such as B-splines, natural cubic splines, and tensors, among others (Goldsmith, </a:t>
            </a:r>
            <a:r>
              <a:rPr lang="en-US" sz="1400" b="0" i="0" u="none" strike="noStrike" dirty="0" err="1">
                <a:solidFill>
                  <a:srgbClr val="000000"/>
                </a:solidFill>
                <a:effectLst/>
              </a:rPr>
              <a:t>Zipunnikov</a:t>
            </a:r>
            <a:r>
              <a:rPr lang="en-US" sz="1400" b="0" i="0" u="none" strike="noStrike" dirty="0">
                <a:solidFill>
                  <a:srgbClr val="000000"/>
                </a:solidFill>
                <a:effectLst/>
              </a:rPr>
              <a:t> and </a:t>
            </a:r>
            <a:r>
              <a:rPr lang="en-US" sz="1400" b="0" i="0" u="none" strike="noStrike" dirty="0" err="1">
                <a:solidFill>
                  <a:srgbClr val="000000"/>
                </a:solidFill>
                <a:effectLst/>
              </a:rPr>
              <a:t>Schrack</a:t>
            </a:r>
            <a:r>
              <a:rPr lang="en-US" sz="1400" b="0" i="0" u="none" strike="noStrike" dirty="0">
                <a:solidFill>
                  <a:srgbClr val="000000"/>
                </a:solidFill>
                <a:effectLst/>
              </a:rPr>
              <a:t>, 2015; Goldsmith et al., 2012). </a:t>
            </a:r>
            <a:r>
              <a:rPr lang="en-US" sz="1400" dirty="0">
                <a:solidFill>
                  <a:srgbClr val="000000"/>
                </a:solidFill>
              </a:rPr>
              <a:t>Given our goal is to define a prediction model across countries with different variants trend, such time-based functional model ignores the information of different start time of each variant across countries. Moreover, time-based functional models often produce fluctuating time-varying coefficients, making it challenging to interpret the impact of share growth rate on dominance across different observation periods for initial growth. </a:t>
            </a:r>
            <a:endParaRPr lang="en-US" sz="1400" dirty="0">
              <a:solidFill>
                <a:srgbClr val="0000FF"/>
              </a:solidFill>
              <a:effectLst/>
            </a:endParaRPr>
          </a:p>
          <a:p>
            <a:pPr marL="285750" indent="-285750">
              <a:buFont typeface="Arial" panose="020B0604020202020204" pitchFamily="34" charset="0"/>
              <a:buChar char="•"/>
            </a:pPr>
            <a:r>
              <a:rPr lang="en-US" sz="1400" dirty="0">
                <a:solidFill>
                  <a:srgbClr val="000000"/>
                </a:solidFill>
              </a:rPr>
              <a:t>Therefore, o</a:t>
            </a:r>
            <a:r>
              <a:rPr lang="en-US" sz="1400" dirty="0">
                <a:solidFill>
                  <a:srgbClr val="000000"/>
                </a:solidFill>
                <a:effectLst/>
              </a:rPr>
              <a:t>ur approach is to  transform the timing varying sequence </a:t>
            </a:r>
            <a:r>
              <a:rPr lang="en-US" sz="1400" dirty="0">
                <a:solidFill>
                  <a:srgbClr val="000000"/>
                </a:solidFill>
              </a:rPr>
              <a:t>to the frequency probability of initial share growth rate information. By </a:t>
            </a:r>
            <a:r>
              <a:rPr lang="en-US" sz="1400" dirty="0">
                <a:solidFill>
                  <a:srgbClr val="000000"/>
                </a:solidFill>
                <a:effectLst/>
              </a:rPr>
              <a:t>discretizing the continuous functional parameter estimate </a:t>
            </a:r>
            <a:r>
              <a:rPr lang="el-GR" sz="1400" dirty="0">
                <a:solidFill>
                  <a:srgbClr val="000000"/>
                </a:solidFill>
                <a:effectLst/>
              </a:rPr>
              <a:t>θ(</a:t>
            </a:r>
            <a:r>
              <a:rPr lang="en-US" sz="1400" dirty="0">
                <a:solidFill>
                  <a:srgbClr val="000000"/>
                </a:solidFill>
                <a:effectLst/>
              </a:rPr>
              <a:t>c) as a piece-wise function with change points, </a:t>
            </a:r>
            <a:r>
              <a:rPr lang="en-US" sz="1400" dirty="0">
                <a:solidFill>
                  <a:srgbClr val="000000"/>
                </a:solidFill>
              </a:rPr>
              <a:t>it allows</a:t>
            </a:r>
            <a:r>
              <a:rPr lang="en-US" sz="1400" dirty="0">
                <a:solidFill>
                  <a:srgbClr val="000000"/>
                </a:solidFill>
                <a:effectLst/>
              </a:rPr>
              <a:t> effectively defining windows of share growth rates by fusing the </a:t>
            </a:r>
            <a:r>
              <a:rPr lang="el-GR" sz="1400" dirty="0">
                <a:solidFill>
                  <a:srgbClr val="000000"/>
                </a:solidFill>
                <a:effectLst/>
              </a:rPr>
              <a:t>θ(</a:t>
            </a:r>
            <a:r>
              <a:rPr lang="en-US" sz="1400" dirty="0">
                <a:solidFill>
                  <a:srgbClr val="000000"/>
                </a:solidFill>
                <a:effectLst/>
              </a:rPr>
              <a:t>c) of adjacent growth rate ranges with similar effects on the dominance</a:t>
            </a:r>
            <a:r>
              <a:rPr lang="en-US" sz="1400" dirty="0">
                <a:effectLst/>
              </a:rPr>
              <a:t>. The process categorizes the frequency-based growth rate in the stepwise function quantifying the relative contribution of different growth rate range on the share dominance; </a:t>
            </a:r>
          </a:p>
          <a:p>
            <a:r>
              <a:rPr lang="en-US" sz="1400" b="1" dirty="0">
                <a:cs typeface="Times New Roman" panose="02020603050405020304" pitchFamily="18" charset="0"/>
              </a:rPr>
              <a:t>How and why did we redefine the initial period (input): </a:t>
            </a:r>
          </a:p>
          <a:p>
            <a:pPr marL="285750" indent="-285750">
              <a:buFont typeface="Arial" panose="020B0604020202020204" pitchFamily="34" charset="0"/>
              <a:buChar char="•"/>
            </a:pPr>
            <a:r>
              <a:rPr lang="en-US" sz="1400" dirty="0">
                <a:solidFill>
                  <a:srgbClr val="0070C0"/>
                </a:solidFill>
              </a:rPr>
              <a:t>We used a constant observation period for initial growth rates (from 30-60 days) across countries but identified the optimal observation date based on the best model prediction (R^2). If we adjust to a flexible initial period with a threshold point, we observe that some variants (about 30%) reach the share threshold (set as 10%) in as little as seven days. This rapid rise makes it challenging to apply predictive models due to small number and different rage of data points, even when transformed into frequency-based OTCs.</a:t>
            </a:r>
          </a:p>
          <a:p>
            <a:pPr marL="285750" indent="-285750">
              <a:buFont typeface="Arial" panose="020B0604020202020204" pitchFamily="34" charset="0"/>
              <a:buChar char="•"/>
            </a:pPr>
            <a:r>
              <a:rPr lang="en-US" sz="1400" dirty="0">
                <a:solidFill>
                  <a:srgbClr val="0E0E0E"/>
                </a:solidFill>
              </a:rPr>
              <a:t>For each variant, the original initial stage may include a prolonged period with a single recorded infection on the first day, followed by a long gap with no cases. This could result from </a:t>
            </a:r>
            <a:r>
              <a:rPr lang="en-US" sz="1400" dirty="0" err="1">
                <a:solidFill>
                  <a:srgbClr val="0E0E0E"/>
                </a:solidFill>
              </a:rPr>
              <a:t>misrecorded</a:t>
            </a:r>
            <a:r>
              <a:rPr lang="en-US" sz="1400" dirty="0">
                <a:solidFill>
                  <a:srgbClr val="0E0E0E"/>
                </a:solidFill>
              </a:rPr>
              <a:t> cases, which were especially common in the early stages of COVID-19. If such a period is considered part of the initial stage, it would provide no meaningful information for prediction.</a:t>
            </a:r>
          </a:p>
          <a:p>
            <a:pPr marL="285750" indent="-285750">
              <a:buFont typeface="Arial" panose="020B0604020202020204" pitchFamily="34" charset="0"/>
              <a:buChar char="•"/>
            </a:pPr>
            <a:r>
              <a:rPr lang="en-US" sz="1400" dirty="0">
                <a:solidFill>
                  <a:srgbClr val="0E0E0E"/>
                </a:solidFill>
              </a:rPr>
              <a:t>We also excluded instances of negative growth during the initial period, as these are likely artifacts of the smoothing process applied to the unstable early-stage share growth rate.</a:t>
            </a:r>
          </a:p>
          <a:p>
            <a:r>
              <a:rPr lang="en-US" sz="1400" b="1" dirty="0">
                <a:cs typeface="Times New Roman" panose="02020603050405020304" pitchFamily="18" charset="0"/>
              </a:rPr>
              <a:t>How did we define dominance (output): </a:t>
            </a:r>
          </a:p>
          <a:p>
            <a:pPr marL="285750" indent="-285750">
              <a:buFont typeface="Arial" panose="020B0604020202020204" pitchFamily="34" charset="0"/>
              <a:buChar char="•"/>
            </a:pPr>
            <a:r>
              <a:rPr lang="en-US" sz="1400" dirty="0">
                <a:cs typeface="Times New Roman" panose="02020603050405020304" pitchFamily="18" charset="0"/>
              </a:rPr>
              <a:t>We define the dominance based on the </a:t>
            </a:r>
            <a:r>
              <a:rPr lang="en-US" sz="1400" dirty="0">
                <a:solidFill>
                  <a:srgbClr val="0E0E0E"/>
                </a:solidFill>
              </a:rPr>
              <a:t>period of a wave (defined by the start/end time criteria on Slide 6). While we considered other approaches such as the mean share over the entire period or the maximum share observed, these approaches likely mislead the dominance pattern where there is an extended post-peak period or a rapid rise to a high share without sustained dominance. </a:t>
            </a:r>
            <a:endParaRPr lang="en-US" sz="1400" dirty="0">
              <a:solidFill>
                <a:srgbClr val="0E0E0E"/>
              </a:solidFill>
              <a:effectLst/>
            </a:endParaRPr>
          </a:p>
        </p:txBody>
      </p:sp>
    </p:spTree>
    <p:extLst>
      <p:ext uri="{BB962C8B-B14F-4D97-AF65-F5344CB8AC3E}">
        <p14:creationId xmlns:p14="http://schemas.microsoft.com/office/powerpoint/2010/main" val="1806322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8820BEF-CAFD-E7CF-00DB-0252E7D418D1}"/>
              </a:ext>
            </a:extLst>
          </p:cNvPr>
          <p:cNvSpPr txBox="1">
            <a:spLocks/>
          </p:cNvSpPr>
          <p:nvPr/>
        </p:nvSpPr>
        <p:spPr>
          <a:xfrm>
            <a:off x="342527" y="894585"/>
            <a:ext cx="11678785" cy="55745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1" indent="-457200">
              <a:lnSpc>
                <a:spcPct val="150000"/>
              </a:lnSpc>
              <a:buFont typeface="+mj-lt"/>
              <a:buAutoNum type="arabicParenR"/>
            </a:pPr>
            <a:r>
              <a:rPr lang="en-US" sz="1800" dirty="0">
                <a:effectLst/>
                <a:ea typeface="DengXian" panose="02010600030101010101" pitchFamily="2" charset="-122"/>
                <a:cs typeface="Times New Roman" panose="02020603050405020304" pitchFamily="18" charset="0"/>
              </a:rPr>
              <a:t>The GSAID data, </a:t>
            </a:r>
            <a:r>
              <a:rPr lang="en-US" sz="1800" u="sng" dirty="0">
                <a:effectLst/>
                <a:ea typeface="DengXian" panose="02010600030101010101" pitchFamily="2" charset="-122"/>
                <a:cs typeface="Times New Roman" panose="02020603050405020304" pitchFamily="18" charset="0"/>
              </a:rPr>
              <a:t>over 3,000 lineages</a:t>
            </a:r>
            <a:r>
              <a:rPr lang="en-US" sz="1800" dirty="0">
                <a:effectLst/>
                <a:ea typeface="DengXian" panose="02010600030101010101" pitchFamily="2" charset="-122"/>
                <a:cs typeface="Times New Roman" panose="02020603050405020304" pitchFamily="18" charset="0"/>
              </a:rPr>
              <a:t> for TOP 30 countries, was grouped into </a:t>
            </a:r>
            <a:r>
              <a:rPr lang="en-US" sz="1800" u="sng" dirty="0">
                <a:effectLst/>
                <a:ea typeface="DengXian" panose="02010600030101010101" pitchFamily="2" charset="-122"/>
                <a:cs typeface="Times New Roman" panose="02020603050405020304" pitchFamily="18" charset="0"/>
              </a:rPr>
              <a:t>22 shared classified lineages </a:t>
            </a:r>
            <a:r>
              <a:rPr lang="en-US" sz="1800" dirty="0">
                <a:effectLst/>
                <a:ea typeface="DengXian" panose="02010600030101010101" pitchFamily="2" charset="-122"/>
                <a:cs typeface="Times New Roman" panose="02020603050405020304" pitchFamily="18" charset="0"/>
              </a:rPr>
              <a:t>based on strings of possible parent lineages (following the UKHSAC alias grouping). </a:t>
            </a:r>
          </a:p>
          <a:p>
            <a:pPr marL="914400" lvl="1" indent="-457200">
              <a:lnSpc>
                <a:spcPct val="150000"/>
              </a:lnSpc>
              <a:buFont typeface="+mj-lt"/>
              <a:buAutoNum type="arabicParenR"/>
            </a:pPr>
            <a:r>
              <a:rPr lang="en-US" sz="1800" dirty="0">
                <a:ea typeface="DengXian" panose="02010600030101010101" pitchFamily="2" charset="-122"/>
              </a:rPr>
              <a:t>In the latest version, the initial stage was redefined as a consecutive period with at least one infection per day to better capture the relevant information. And the dominance was redefined to the mean share during the longest prevalence. </a:t>
            </a:r>
            <a:endParaRPr lang="en-US" sz="1800" dirty="0">
              <a:effectLst/>
              <a:ea typeface="DengXian" panose="02010600030101010101" pitchFamily="2" charset="-122"/>
              <a:cs typeface="Times New Roman" panose="02020603050405020304" pitchFamily="18" charset="0"/>
            </a:endParaRP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a:t>
            </a:r>
            <a:r>
              <a:rPr lang="en-US" sz="1800" u="sng" kern="100" dirty="0">
                <a:ea typeface="DengXian" panose="02010600030101010101" pitchFamily="2" charset="-122"/>
                <a:cs typeface="Times New Roman" panose="02020603050405020304" pitchFamily="18" charset="0"/>
              </a:rPr>
              <a:t>Savitzky-Golay smoothing (S-G smoothing) </a:t>
            </a:r>
            <a:r>
              <a:rPr lang="en-US" sz="1800" kern="100" dirty="0">
                <a:ea typeface="DengXian" panose="02010600030101010101" pitchFamily="2" charset="-122"/>
                <a:cs typeface="Times New Roman" panose="02020603050405020304" pitchFamily="18" charset="0"/>
              </a:rPr>
              <a:t>was applied to denoise the time series and calculate the growth rate for both infection frequencies and the sharing of variants.</a:t>
            </a: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smoothed growth rates were converted </a:t>
            </a:r>
            <a:r>
              <a:rPr lang="en-US" sz="1800" u="sng" kern="100" dirty="0">
                <a:ea typeface="DengXian" panose="02010600030101010101" pitchFamily="2" charset="-122"/>
                <a:cs typeface="Times New Roman" panose="02020603050405020304" pitchFamily="18" charset="0"/>
              </a:rPr>
              <a:t>into Occupation Time Curves (OTCs) </a:t>
            </a:r>
            <a:r>
              <a:rPr lang="en-US" sz="1800" kern="100" dirty="0">
                <a:ea typeface="DengXian" panose="02010600030101010101" pitchFamily="2" charset="-122"/>
                <a:cs typeface="Times New Roman" panose="02020603050405020304" pitchFamily="18" charset="0"/>
              </a:rPr>
              <a:t>to facilitate clearer interpretation following </a:t>
            </a:r>
            <a:r>
              <a:rPr lang="en-US" sz="1800" u="sng" kern="100" dirty="0">
                <a:ea typeface="DengXian" panose="02010600030101010101" pitchFamily="2" charset="-122"/>
                <a:cs typeface="Times New Roman" panose="02020603050405020304" pitchFamily="18" charset="0"/>
              </a:rPr>
              <a:t>Functional Data Analysis (FDA).</a:t>
            </a:r>
          </a:p>
          <a:p>
            <a:pPr marL="914400" lvl="1" indent="-457200">
              <a:lnSpc>
                <a:spcPct val="150000"/>
              </a:lnSpc>
              <a:buFont typeface="+mj-lt"/>
              <a:buAutoNum type="arabicParenR"/>
            </a:pPr>
            <a:r>
              <a:rPr lang="en-US" sz="1800" kern="100" dirty="0">
                <a:ea typeface="DengXian" panose="02010600030101010101" pitchFamily="2" charset="-122"/>
                <a:cs typeface="Times New Roman" panose="02020603050405020304" pitchFamily="18" charset="0"/>
              </a:rPr>
              <a:t>The </a:t>
            </a:r>
            <a:r>
              <a:rPr lang="en-US" sz="1800" u="sng" kern="100" dirty="0">
                <a:ea typeface="DengXian" panose="02010600030101010101" pitchFamily="2" charset="-122"/>
                <a:cs typeface="Times New Roman" panose="02020603050405020304" pitchFamily="18" charset="0"/>
              </a:rPr>
              <a:t>Adapted Lasso Regression </a:t>
            </a:r>
            <a:r>
              <a:rPr lang="en-US" sz="1800" kern="100" dirty="0">
                <a:ea typeface="DengXian" panose="02010600030101010101" pitchFamily="2" charset="-122"/>
                <a:cs typeface="Times New Roman" panose="02020603050405020304" pitchFamily="18" charset="0"/>
              </a:rPr>
              <a:t>was applied to estimate the functional parameters, showing in the following steps. </a:t>
            </a:r>
            <a:endParaRPr lang="en-US" sz="1800" dirty="0">
              <a:cs typeface="Times New Roman" panose="02020603050405020304" pitchFamily="18" charset="0"/>
            </a:endParaRPr>
          </a:p>
        </p:txBody>
      </p:sp>
      <p:sp>
        <p:nvSpPr>
          <p:cNvPr id="5" name="Title 1">
            <a:extLst>
              <a:ext uri="{FF2B5EF4-FFF2-40B4-BE49-F238E27FC236}">
                <a16:creationId xmlns:a16="http://schemas.microsoft.com/office/drawing/2014/main" id="{0CE15D18-43DA-2623-1938-C69ECD634C00}"/>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Methodologies</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9E01E5F9-11A4-B3A7-27BD-546B1536149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25A965E3-07C9-9E35-BB31-0550E9B1C9F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3677840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8FC503-B6F2-E908-288E-D4051A57A1EB}"/>
              </a:ext>
            </a:extLst>
          </p:cNvPr>
          <p:cNvSpPr>
            <a:spLocks noGrp="1"/>
          </p:cNvSpPr>
          <p:nvPr>
            <p:ph type="title"/>
          </p:nvPr>
        </p:nvSpPr>
        <p:spPr>
          <a:xfrm>
            <a:off x="342527" y="119232"/>
            <a:ext cx="6678383" cy="731520"/>
          </a:xfrm>
        </p:spPr>
        <p:txBody>
          <a:bodyPr>
            <a:normAutofit/>
          </a:bodyPr>
          <a:lstStyle/>
          <a:p>
            <a:r>
              <a:rPr lang="en-US" sz="3200" b="1" dirty="0">
                <a:latin typeface="+mn-lt"/>
                <a:cs typeface="Times New Roman" panose="02020603050405020304" pitchFamily="18" charset="0"/>
              </a:rPr>
              <a:t>Re-define the initial stage</a:t>
            </a:r>
            <a:endParaRPr lang="en-US" sz="3600" b="1" dirty="0">
              <a:latin typeface="+mn-lt"/>
              <a:cs typeface="Times New Roman" panose="02020603050405020304" pitchFamily="18" charset="0"/>
            </a:endParaRPr>
          </a:p>
        </p:txBody>
      </p:sp>
      <p:sp>
        <p:nvSpPr>
          <p:cNvPr id="6" name="직사각형 3">
            <a:extLst>
              <a:ext uri="{FF2B5EF4-FFF2-40B4-BE49-F238E27FC236}">
                <a16:creationId xmlns:a16="http://schemas.microsoft.com/office/drawing/2014/main" id="{AB716BAF-015F-108E-993B-ED62C7F17F0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8">
            <a:extLst>
              <a:ext uri="{FF2B5EF4-FFF2-40B4-BE49-F238E27FC236}">
                <a16:creationId xmlns:a16="http://schemas.microsoft.com/office/drawing/2014/main" id="{A5E0A239-DFC9-329B-87F6-B01CDB01185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4" name="Picture 3">
            <a:extLst>
              <a:ext uri="{FF2B5EF4-FFF2-40B4-BE49-F238E27FC236}">
                <a16:creationId xmlns:a16="http://schemas.microsoft.com/office/drawing/2014/main" id="{65082616-9B6D-4ED7-8DD6-B81E18FEE840}"/>
              </a:ext>
            </a:extLst>
          </p:cNvPr>
          <p:cNvPicPr>
            <a:picLocks noChangeAspect="1"/>
          </p:cNvPicPr>
          <p:nvPr/>
        </p:nvPicPr>
        <p:blipFill>
          <a:blip r:embed="rId2"/>
          <a:stretch>
            <a:fillRect/>
          </a:stretch>
        </p:blipFill>
        <p:spPr>
          <a:xfrm>
            <a:off x="734152" y="584697"/>
            <a:ext cx="7817163" cy="6253730"/>
          </a:xfrm>
          <a:prstGeom prst="rect">
            <a:avLst/>
          </a:prstGeom>
        </p:spPr>
      </p:pic>
      <p:sp>
        <p:nvSpPr>
          <p:cNvPr id="2" name="TextBox 1">
            <a:extLst>
              <a:ext uri="{FF2B5EF4-FFF2-40B4-BE49-F238E27FC236}">
                <a16:creationId xmlns:a16="http://schemas.microsoft.com/office/drawing/2014/main" id="{60C6E897-3F86-C872-FC2E-9AC8A20C1F14}"/>
              </a:ext>
            </a:extLst>
          </p:cNvPr>
          <p:cNvSpPr txBox="1"/>
          <p:nvPr/>
        </p:nvSpPr>
        <p:spPr>
          <a:xfrm>
            <a:off x="8551315" y="872669"/>
            <a:ext cx="3235150" cy="3046988"/>
          </a:xfrm>
          <a:prstGeom prst="rect">
            <a:avLst/>
          </a:prstGeom>
          <a:noFill/>
        </p:spPr>
        <p:txBody>
          <a:bodyPr wrap="square" rtlCol="0">
            <a:spAutoFit/>
          </a:bodyPr>
          <a:lstStyle/>
          <a:p>
            <a:r>
              <a:rPr lang="en-US" sz="1600" b="1" dirty="0">
                <a:solidFill>
                  <a:srgbClr val="0E0E0E"/>
                </a:solidFill>
                <a:effectLst/>
                <a:latin typeface=".AppleSystemUIFont"/>
              </a:rPr>
              <a:t>Left Panel: </a:t>
            </a:r>
            <a:r>
              <a:rPr lang="en-US" sz="1600" dirty="0">
                <a:solidFill>
                  <a:srgbClr val="0E0E0E"/>
                </a:solidFill>
                <a:effectLst/>
                <a:latin typeface=".AppleSystemUIFont"/>
              </a:rPr>
              <a:t>Original selection of the the initial 30 days for variants.</a:t>
            </a:r>
          </a:p>
          <a:p>
            <a:endParaRPr lang="en-US" sz="1600" dirty="0">
              <a:solidFill>
                <a:srgbClr val="0E0E0E"/>
              </a:solidFill>
              <a:effectLst/>
              <a:latin typeface=".AppleSystemUIFont"/>
            </a:endParaRPr>
          </a:p>
          <a:p>
            <a:r>
              <a:rPr lang="en-US" sz="1600" b="1" dirty="0">
                <a:solidFill>
                  <a:srgbClr val="0E0E0E"/>
                </a:solidFill>
                <a:effectLst/>
                <a:latin typeface=".AppleSystemUIFont"/>
              </a:rPr>
              <a:t>Right Panel: </a:t>
            </a:r>
            <a:r>
              <a:rPr lang="en-US" sz="1600" dirty="0">
                <a:solidFill>
                  <a:srgbClr val="0E0E0E"/>
                </a:solidFill>
                <a:effectLst/>
                <a:latin typeface=".AppleSystemUIFont"/>
              </a:rPr>
              <a:t>Updated definition of the initial 30-day period for variants.</a:t>
            </a:r>
          </a:p>
          <a:p>
            <a:endParaRPr lang="en-US" sz="1600" dirty="0">
              <a:solidFill>
                <a:srgbClr val="0E0E0E"/>
              </a:solidFill>
              <a:latin typeface=".AppleSystemUIFont"/>
            </a:endParaRPr>
          </a:p>
          <a:p>
            <a:endParaRPr lang="en-US" sz="1600" dirty="0">
              <a:solidFill>
                <a:srgbClr val="0E0E0E"/>
              </a:solidFill>
              <a:latin typeface=".AppleSystemUIFont"/>
            </a:endParaRPr>
          </a:p>
          <a:p>
            <a:endParaRPr lang="en-US" sz="1600" dirty="0">
              <a:solidFill>
                <a:srgbClr val="0E0E0E"/>
              </a:solidFill>
              <a:latin typeface=".AppleSystemUIFont"/>
            </a:endParaRPr>
          </a:p>
          <a:p>
            <a:r>
              <a:rPr lang="en-US" sz="1600" b="1" dirty="0">
                <a:solidFill>
                  <a:srgbClr val="0E0E0E"/>
                </a:solidFill>
                <a:latin typeface=".AppleSystemUIFont"/>
              </a:rPr>
              <a:t>Criteria</a:t>
            </a:r>
            <a:r>
              <a:rPr lang="en-US" sz="1600" b="1" dirty="0">
                <a:solidFill>
                  <a:srgbClr val="0E0E0E"/>
                </a:solidFill>
                <a:effectLst/>
                <a:latin typeface=".AppleSystemUIFont"/>
              </a:rPr>
              <a:t>: </a:t>
            </a:r>
            <a:r>
              <a:rPr lang="en-US" sz="1600" dirty="0">
                <a:solidFill>
                  <a:srgbClr val="0E0E0E"/>
                </a:solidFill>
                <a:effectLst/>
                <a:latin typeface=".AppleSystemUIFont"/>
              </a:rPr>
              <a:t>Start with the first consecutive week where at least one infection occurs each day.</a:t>
            </a:r>
          </a:p>
          <a:p>
            <a:endParaRPr lang="en-US" sz="1600" dirty="0">
              <a:solidFill>
                <a:srgbClr val="0E0E0E"/>
              </a:solidFill>
              <a:effectLst/>
              <a:latin typeface=".AppleSystemUIFont"/>
            </a:endParaRPr>
          </a:p>
        </p:txBody>
      </p:sp>
    </p:spTree>
    <p:extLst>
      <p:ext uri="{BB962C8B-B14F-4D97-AF65-F5344CB8AC3E}">
        <p14:creationId xmlns:p14="http://schemas.microsoft.com/office/powerpoint/2010/main" val="3360281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21A1FA95-9560-3EDB-2FD9-1B1F32FBD7F1}"/>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Occupation Time Curve Conversion</a:t>
            </a:r>
          </a:p>
        </p:txBody>
      </p:sp>
      <p:sp>
        <p:nvSpPr>
          <p:cNvPr id="31" name="직사각형 3">
            <a:extLst>
              <a:ext uri="{FF2B5EF4-FFF2-40B4-BE49-F238E27FC236}">
                <a16:creationId xmlns:a16="http://schemas.microsoft.com/office/drawing/2014/main" id="{F215BB27-8A11-77DB-C35D-71F9BC8369B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8">
            <a:extLst>
              <a:ext uri="{FF2B5EF4-FFF2-40B4-BE49-F238E27FC236}">
                <a16:creationId xmlns:a16="http://schemas.microsoft.com/office/drawing/2014/main" id="{C0C62C49-4FDF-2387-0B9B-EA70DD25361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
        <p:nvSpPr>
          <p:cNvPr id="4" name="Rectangle 3">
            <a:extLst>
              <a:ext uri="{FF2B5EF4-FFF2-40B4-BE49-F238E27FC236}">
                <a16:creationId xmlns:a16="http://schemas.microsoft.com/office/drawing/2014/main" id="{9A21413A-F4DC-F614-301F-9CF78892A888}"/>
              </a:ext>
            </a:extLst>
          </p:cNvPr>
          <p:cNvSpPr/>
          <p:nvPr/>
        </p:nvSpPr>
        <p:spPr>
          <a:xfrm>
            <a:off x="783300" y="1803748"/>
            <a:ext cx="143626" cy="40459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aph of growth and progress&#10;&#10;AI-generated content may be incorrect.">
            <a:extLst>
              <a:ext uri="{FF2B5EF4-FFF2-40B4-BE49-F238E27FC236}">
                <a16:creationId xmlns:a16="http://schemas.microsoft.com/office/drawing/2014/main" id="{E22A47E7-E76E-A75A-4ACD-359E0F4E0943}"/>
              </a:ext>
            </a:extLst>
          </p:cNvPr>
          <p:cNvPicPr>
            <a:picLocks noChangeAspect="1"/>
          </p:cNvPicPr>
          <p:nvPr/>
        </p:nvPicPr>
        <p:blipFill>
          <a:blip r:embed="rId2"/>
          <a:stretch>
            <a:fillRect/>
          </a:stretch>
        </p:blipFill>
        <p:spPr>
          <a:xfrm>
            <a:off x="342527" y="1628209"/>
            <a:ext cx="7728857" cy="3657600"/>
          </a:xfrm>
          <a:prstGeom prst="rect">
            <a:avLst/>
          </a:prstGeom>
        </p:spPr>
      </p:pic>
      <p:sp>
        <p:nvSpPr>
          <p:cNvPr id="10" name="Right Arrow 9">
            <a:extLst>
              <a:ext uri="{FF2B5EF4-FFF2-40B4-BE49-F238E27FC236}">
                <a16:creationId xmlns:a16="http://schemas.microsoft.com/office/drawing/2014/main" id="{EBD319BA-9D4F-3C71-9360-2B9CEC65007A}"/>
              </a:ext>
            </a:extLst>
          </p:cNvPr>
          <p:cNvSpPr/>
          <p:nvPr/>
        </p:nvSpPr>
        <p:spPr>
          <a:xfrm>
            <a:off x="2648606" y="3374608"/>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3462EDDC-3531-7CEB-174A-BC16681EA50B}"/>
              </a:ext>
            </a:extLst>
          </p:cNvPr>
          <p:cNvSpPr/>
          <p:nvPr/>
        </p:nvSpPr>
        <p:spPr>
          <a:xfrm>
            <a:off x="5233870" y="3376315"/>
            <a:ext cx="252249" cy="91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BD4AB2-1AE1-E688-CF5B-C53D73D2CCA8}"/>
              </a:ext>
            </a:extLst>
          </p:cNvPr>
          <p:cNvSpPr/>
          <p:nvPr/>
        </p:nvSpPr>
        <p:spPr>
          <a:xfrm>
            <a:off x="5505429" y="1431359"/>
            <a:ext cx="2565955" cy="39952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192ADAE-695E-14A3-48FC-985D8666CC5D}"/>
              </a:ext>
            </a:extLst>
          </p:cNvPr>
          <p:cNvSpPr txBox="1"/>
          <p:nvPr/>
        </p:nvSpPr>
        <p:spPr>
          <a:xfrm>
            <a:off x="5764706" y="1031249"/>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Input Series</a:t>
            </a:r>
          </a:p>
        </p:txBody>
      </p:sp>
      <p:sp>
        <p:nvSpPr>
          <p:cNvPr id="14" name="Right Arrow 13">
            <a:extLst>
              <a:ext uri="{FF2B5EF4-FFF2-40B4-BE49-F238E27FC236}">
                <a16:creationId xmlns:a16="http://schemas.microsoft.com/office/drawing/2014/main" id="{C4896122-A6BB-C39C-8DB3-FB1111C8A987}"/>
              </a:ext>
            </a:extLst>
          </p:cNvPr>
          <p:cNvSpPr/>
          <p:nvPr/>
        </p:nvSpPr>
        <p:spPr>
          <a:xfrm>
            <a:off x="8172844" y="3291840"/>
            <a:ext cx="365760" cy="2743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F0719E4-69BD-936F-F28B-378AF698B478}"/>
              </a:ext>
            </a:extLst>
          </p:cNvPr>
          <p:cNvSpPr txBox="1"/>
          <p:nvPr/>
        </p:nvSpPr>
        <p:spPr>
          <a:xfrm>
            <a:off x="8786824" y="3136612"/>
            <a:ext cx="3235150" cy="584775"/>
          </a:xfrm>
          <a:prstGeom prst="rect">
            <a:avLst/>
          </a:prstGeom>
          <a:noFill/>
        </p:spPr>
        <p:txBody>
          <a:bodyPr wrap="square" rtlCol="0">
            <a:spAutoFit/>
          </a:bodyPr>
          <a:lstStyle/>
          <a:p>
            <a:r>
              <a:rPr lang="en-US" sz="1600" b="1" dirty="0">
                <a:solidFill>
                  <a:srgbClr val="0E0E0E"/>
                </a:solidFill>
                <a:effectLst/>
                <a:latin typeface=".AppleSystemUIFont"/>
              </a:rPr>
              <a:t>Dominance =  96 (%)</a:t>
            </a:r>
            <a:endParaRPr lang="en-US" sz="1600" dirty="0">
              <a:solidFill>
                <a:srgbClr val="0E0E0E"/>
              </a:solidFill>
              <a:effectLst/>
              <a:latin typeface=".AppleSystemUIFont"/>
            </a:endParaRPr>
          </a:p>
          <a:p>
            <a:r>
              <a:rPr lang="en-US" sz="1600" b="1" dirty="0">
                <a:solidFill>
                  <a:srgbClr val="0E0E0E"/>
                </a:solidFill>
                <a:effectLst/>
                <a:latin typeface=".AppleSystemUIFont"/>
              </a:rPr>
              <a:t>Duration = 313 (Days)</a:t>
            </a:r>
            <a:endParaRPr lang="en-US" sz="1600" dirty="0">
              <a:solidFill>
                <a:srgbClr val="0E0E0E"/>
              </a:solidFill>
              <a:effectLst/>
              <a:latin typeface=".AppleSystemUIFont"/>
            </a:endParaRPr>
          </a:p>
        </p:txBody>
      </p:sp>
      <p:sp>
        <p:nvSpPr>
          <p:cNvPr id="17" name="Rectangle 16">
            <a:extLst>
              <a:ext uri="{FF2B5EF4-FFF2-40B4-BE49-F238E27FC236}">
                <a16:creationId xmlns:a16="http://schemas.microsoft.com/office/drawing/2014/main" id="{E8C1270A-3A08-F2E1-D087-2B615B0DC05E}"/>
              </a:ext>
            </a:extLst>
          </p:cNvPr>
          <p:cNvSpPr/>
          <p:nvPr/>
        </p:nvSpPr>
        <p:spPr>
          <a:xfrm>
            <a:off x="8749487" y="3016469"/>
            <a:ext cx="2097189" cy="8092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6A18DE5-CE0F-4017-75A1-4D45762E4B23}"/>
              </a:ext>
            </a:extLst>
          </p:cNvPr>
          <p:cNvSpPr txBox="1"/>
          <p:nvPr/>
        </p:nvSpPr>
        <p:spPr>
          <a:xfrm>
            <a:off x="8774381" y="2484253"/>
            <a:ext cx="204739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Output Scaler</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AC4FEA2-4582-16E7-4385-08C849FAC194}"/>
                  </a:ext>
                </a:extLst>
              </p:cNvPr>
              <p:cNvSpPr txBox="1"/>
              <p:nvPr/>
            </p:nvSpPr>
            <p:spPr>
              <a:xfrm>
                <a:off x="8369651" y="1231303"/>
                <a:ext cx="277131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𝑂𝑇𝐶</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𝑐</m:t>
                          </m:r>
                        </m:e>
                      </m:d>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𝑡</m:t>
                          </m:r>
                        </m:e>
                      </m:d>
                      <m:r>
                        <a:rPr lang="en-US" sz="2000" b="0" i="1" smtClean="0">
                          <a:latin typeface="Cambria Math" panose="02040503050406030204" pitchFamily="18" charset="0"/>
                        </a:rPr>
                        <m:t>≥</m:t>
                      </m:r>
                      <m:r>
                        <a:rPr lang="en-US" sz="2000" b="0" i="1" smtClean="0">
                          <a:latin typeface="Cambria Math" panose="02040503050406030204" pitchFamily="18" charset="0"/>
                        </a:rPr>
                        <m:t>𝑐</m:t>
                      </m:r>
                      <m:r>
                        <a:rPr lang="en-US" sz="2000" b="0" i="1" smtClean="0">
                          <a:latin typeface="Cambria Math" panose="02040503050406030204" pitchFamily="18" charset="0"/>
                        </a:rPr>
                        <m:t>)</m:t>
                      </m:r>
                    </m:oMath>
                  </m:oMathPara>
                </a14:m>
                <a:endParaRPr lang="en-US" sz="2000" dirty="0"/>
              </a:p>
            </p:txBody>
          </p:sp>
        </mc:Choice>
        <mc:Fallback xmlns="">
          <p:sp>
            <p:nvSpPr>
              <p:cNvPr id="19" name="TextBox 18">
                <a:extLst>
                  <a:ext uri="{FF2B5EF4-FFF2-40B4-BE49-F238E27FC236}">
                    <a16:creationId xmlns:a16="http://schemas.microsoft.com/office/drawing/2014/main" id="{0AC4FEA2-4582-16E7-4385-08C849FAC194}"/>
                  </a:ext>
                </a:extLst>
              </p:cNvPr>
              <p:cNvSpPr txBox="1">
                <a:spLocks noRot="1" noChangeAspect="1" noMove="1" noResize="1" noEditPoints="1" noAdjustHandles="1" noChangeArrowheads="1" noChangeShapeType="1" noTextEdit="1"/>
              </p:cNvSpPr>
              <p:nvPr/>
            </p:nvSpPr>
            <p:spPr>
              <a:xfrm>
                <a:off x="8369651" y="1231303"/>
                <a:ext cx="2771315" cy="400110"/>
              </a:xfrm>
              <a:prstGeom prst="rect">
                <a:avLst/>
              </a:prstGeom>
              <a:blipFill>
                <a:blip r:embed="rId3"/>
                <a:stretch>
                  <a:fillRect b="-12121"/>
                </a:stretch>
              </a:blipFill>
            </p:spPr>
            <p:txBody>
              <a:bodyPr/>
              <a:lstStyle/>
              <a:p>
                <a:r>
                  <a:rPr lang="en-US">
                    <a:noFill/>
                  </a:rPr>
                  <a:t> </a:t>
                </a:r>
              </a:p>
            </p:txBody>
          </p:sp>
        </mc:Fallback>
      </mc:AlternateContent>
    </p:spTree>
    <p:extLst>
      <p:ext uri="{BB962C8B-B14F-4D97-AF65-F5344CB8AC3E}">
        <p14:creationId xmlns:p14="http://schemas.microsoft.com/office/powerpoint/2010/main" val="462367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0D08532-89CA-2511-163A-2C68CD44CE9E}"/>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Occupation Time Curve Conversion</a:t>
            </a:r>
          </a:p>
        </p:txBody>
      </p:sp>
      <p:sp>
        <p:nvSpPr>
          <p:cNvPr id="5" name="직사각형 3">
            <a:extLst>
              <a:ext uri="{FF2B5EF4-FFF2-40B4-BE49-F238E27FC236}">
                <a16:creationId xmlns:a16="http://schemas.microsoft.com/office/drawing/2014/main" id="{79E7484B-955C-9A9F-105F-31D1171FBCE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B0FB74DA-8CDC-8282-92E1-AC9AD3BFB531}"/>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a:extLst>
              <a:ext uri="{FF2B5EF4-FFF2-40B4-BE49-F238E27FC236}">
                <a16:creationId xmlns:a16="http://schemas.microsoft.com/office/drawing/2014/main" id="{9E53CE54-FE3B-9479-93B0-3A7BA63661BA}"/>
              </a:ext>
            </a:extLst>
          </p:cNvPr>
          <p:cNvPicPr>
            <a:picLocks noChangeAspect="1"/>
          </p:cNvPicPr>
          <p:nvPr/>
        </p:nvPicPr>
        <p:blipFill rotWithShape="1">
          <a:blip r:embed="rId2"/>
          <a:srcRect r="15920"/>
          <a:stretch/>
        </p:blipFill>
        <p:spPr bwMode="auto">
          <a:xfrm>
            <a:off x="1672329" y="545053"/>
            <a:ext cx="8847342" cy="631294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33029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different colored lines&#10;&#10;AI-generated content may be incorrect.">
            <a:extLst>
              <a:ext uri="{FF2B5EF4-FFF2-40B4-BE49-F238E27FC236}">
                <a16:creationId xmlns:a16="http://schemas.microsoft.com/office/drawing/2014/main" id="{2DE718FD-76C8-815C-BDB3-BC149CDE3A25}"/>
              </a:ext>
            </a:extLst>
          </p:cNvPr>
          <p:cNvPicPr>
            <a:picLocks noChangeAspect="1"/>
          </p:cNvPicPr>
          <p:nvPr/>
        </p:nvPicPr>
        <p:blipFill>
          <a:blip r:embed="rId2"/>
          <a:stretch>
            <a:fillRect/>
          </a:stretch>
        </p:blipFill>
        <p:spPr>
          <a:xfrm>
            <a:off x="378759" y="0"/>
            <a:ext cx="11434482" cy="6860689"/>
          </a:xfrm>
          <a:prstGeom prst="rect">
            <a:avLst/>
          </a:prstGeom>
        </p:spPr>
      </p:pic>
    </p:spTree>
    <p:extLst>
      <p:ext uri="{BB962C8B-B14F-4D97-AF65-F5344CB8AC3E}">
        <p14:creationId xmlns:p14="http://schemas.microsoft.com/office/powerpoint/2010/main" val="2562859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D5CCDD3-F4D6-9EBD-2DD2-34F2B7571786}"/>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Functional Regression with OTCs</a:t>
            </a:r>
          </a:p>
        </p:txBody>
      </p:sp>
      <p:sp>
        <p:nvSpPr>
          <p:cNvPr id="11" name="직사각형 3">
            <a:extLst>
              <a:ext uri="{FF2B5EF4-FFF2-40B4-BE49-F238E27FC236}">
                <a16:creationId xmlns:a16="http://schemas.microsoft.com/office/drawing/2014/main" id="{D5686A5E-D7AB-8A67-407C-0B976504717E}"/>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05742E52-ABCB-1643-043C-9A185676B9DF}"/>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18" name="Picture 17">
            <a:extLst>
              <a:ext uri="{FF2B5EF4-FFF2-40B4-BE49-F238E27FC236}">
                <a16:creationId xmlns:a16="http://schemas.microsoft.com/office/drawing/2014/main" id="{CCBD7B96-EA80-A2A2-832E-9F2FFE1498C5}"/>
              </a:ext>
            </a:extLst>
          </p:cNvPr>
          <p:cNvPicPr>
            <a:picLocks noChangeAspect="1"/>
          </p:cNvPicPr>
          <p:nvPr/>
        </p:nvPicPr>
        <p:blipFill>
          <a:blip r:embed="rId2"/>
          <a:stretch>
            <a:fillRect/>
          </a:stretch>
        </p:blipFill>
        <p:spPr>
          <a:xfrm>
            <a:off x="1821722" y="1618763"/>
            <a:ext cx="4274278" cy="4424546"/>
          </a:xfrm>
          <a:prstGeom prst="rect">
            <a:avLst/>
          </a:prstGeom>
        </p:spPr>
      </p:pic>
      <p:sp>
        <p:nvSpPr>
          <p:cNvPr id="19" name="Oval 18">
            <a:extLst>
              <a:ext uri="{FF2B5EF4-FFF2-40B4-BE49-F238E27FC236}">
                <a16:creationId xmlns:a16="http://schemas.microsoft.com/office/drawing/2014/main" id="{D5EB7FA0-6B32-92FC-A45D-AB6184DD8258}"/>
              </a:ext>
            </a:extLst>
          </p:cNvPr>
          <p:cNvSpPr/>
          <p:nvPr/>
        </p:nvSpPr>
        <p:spPr>
          <a:xfrm>
            <a:off x="3132085" y="4436098"/>
            <a:ext cx="315308" cy="38814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c 19">
            <a:extLst>
              <a:ext uri="{FF2B5EF4-FFF2-40B4-BE49-F238E27FC236}">
                <a16:creationId xmlns:a16="http://schemas.microsoft.com/office/drawing/2014/main" id="{C19DEE74-4C6F-F5C5-317E-4B483DB4CF32}"/>
              </a:ext>
            </a:extLst>
          </p:cNvPr>
          <p:cNvSpPr/>
          <p:nvPr/>
        </p:nvSpPr>
        <p:spPr>
          <a:xfrm>
            <a:off x="3289739" y="4136056"/>
            <a:ext cx="4115904" cy="602830"/>
          </a:xfrm>
          <a:prstGeom prst="arc">
            <a:avLst>
              <a:gd name="adj1" fmla="val 10882072"/>
              <a:gd name="adj2" fmla="val 21475047"/>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A5F812E-2F38-96BB-D03A-FBCC7C02034F}"/>
                  </a:ext>
                </a:extLst>
              </p:cNvPr>
              <p:cNvSpPr txBox="1"/>
              <p:nvPr/>
            </p:nvSpPr>
            <p:spPr>
              <a:xfrm>
                <a:off x="6942599" y="4436591"/>
                <a:ext cx="4187496" cy="736933"/>
              </a:xfrm>
              <a:prstGeom prst="rect">
                <a:avLst/>
              </a:prstGeom>
              <a:noFill/>
            </p:spPr>
            <p:txBody>
              <a:bodyPr wrap="square" rtlCol="0">
                <a:spAutoFit/>
              </a:bodyPr>
              <a:lstStyle/>
              <a:p>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𝜃</m:t>
                        </m:r>
                      </m:e>
                      <m:sub>
                        <m:r>
                          <a:rPr lang="en-US" sz="2000" b="0" i="1" smtClean="0">
                            <a:latin typeface="Cambria Math" panose="02040503050406030204" pitchFamily="18" charset="0"/>
                            <a:cs typeface="Times New Roman" panose="02020603050405020304" pitchFamily="18" charset="0"/>
                          </a:rPr>
                          <m:t>𝑗</m:t>
                        </m:r>
                      </m:sub>
                    </m:sSub>
                  </m:oMath>
                </a14:m>
                <a:r>
                  <a:rPr lang="en-US" sz="2000" dirty="0">
                    <a:latin typeface="+mj-lt"/>
                    <a:cs typeface="Times New Roman" panose="02020603050405020304" pitchFamily="18" charset="0"/>
                  </a:rPr>
                  <a:t> estimated via adapted fused Lasso, and then formed to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𝛽</m:t>
                        </m:r>
                      </m:e>
                      <m:sub>
                        <m:r>
                          <a:rPr lang="en-US" sz="2000" b="0" i="1" smtClean="0">
                            <a:latin typeface="Cambria Math" panose="02040503050406030204" pitchFamily="18" charset="0"/>
                            <a:cs typeface="Times New Roman" panose="02020603050405020304" pitchFamily="18" charset="0"/>
                          </a:rPr>
                          <m:t>𝑘</m:t>
                        </m:r>
                      </m:sub>
                    </m:sSub>
                  </m:oMath>
                </a14:m>
                <a:endParaRPr lang="en-US" sz="2000" b="0" dirty="0">
                  <a:latin typeface="+mj-lt"/>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EA5F812E-2F38-96BB-D03A-FBCC7C02034F}"/>
                  </a:ext>
                </a:extLst>
              </p:cNvPr>
              <p:cNvSpPr txBox="1">
                <a:spLocks noRot="1" noChangeAspect="1" noMove="1" noResize="1" noEditPoints="1" noAdjustHandles="1" noChangeArrowheads="1" noChangeShapeType="1" noTextEdit="1"/>
              </p:cNvSpPr>
              <p:nvPr/>
            </p:nvSpPr>
            <p:spPr>
              <a:xfrm>
                <a:off x="6942599" y="4436591"/>
                <a:ext cx="4187496" cy="736933"/>
              </a:xfrm>
              <a:prstGeom prst="rect">
                <a:avLst/>
              </a:prstGeom>
              <a:blipFill>
                <a:blip r:embed="rId3"/>
                <a:stretch>
                  <a:fillRect l="-1511" t="-3390" b="-15254"/>
                </a:stretch>
              </a:blipFill>
            </p:spPr>
            <p:txBody>
              <a:bodyPr/>
              <a:lstStyle/>
              <a:p>
                <a:r>
                  <a:rPr lang="en-US">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2" name="Ink 1">
                <a:extLst>
                  <a:ext uri="{FF2B5EF4-FFF2-40B4-BE49-F238E27FC236}">
                    <a16:creationId xmlns:a16="http://schemas.microsoft.com/office/drawing/2014/main" id="{91E3B95F-FEBC-F4EF-A0D0-76ECBBFFEA6B}"/>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6610519F-3C57-219F-2CD2-9D92A84233E9}"/>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4" name="Ink 3">
                <a:extLst>
                  <a:ext uri="{FF2B5EF4-FFF2-40B4-BE49-F238E27FC236}">
                    <a16:creationId xmlns:a16="http://schemas.microsoft.com/office/drawing/2014/main" id="{2E451228-D9D0-53F4-6EE2-54A763D7280E}"/>
                  </a:ext>
                </a:extLst>
              </p14:cNvPr>
              <p14:cNvContentPartPr/>
              <p14:nvPr/>
            </p14:nvContentPartPr>
            <p14:xfrm>
              <a:off x="9233052" y="6021972"/>
              <a:ext cx="360" cy="360"/>
            </p14:xfrm>
          </p:contentPart>
        </mc:Choice>
        <mc:Fallback xmlns="">
          <p:pic>
            <p:nvPicPr>
              <p:cNvPr id="4" name="Ink 3">
                <a:extLst>
                  <a:ext uri="{FF2B5EF4-FFF2-40B4-BE49-F238E27FC236}">
                    <a16:creationId xmlns:a16="http://schemas.microsoft.com/office/drawing/2014/main" id="{2E451228-D9D0-53F4-6EE2-54A763D7280E}"/>
                  </a:ext>
                </a:extLst>
              </p:cNvPr>
              <p:cNvPicPr/>
              <p:nvPr/>
            </p:nvPicPr>
            <p:blipFill>
              <a:blip r:embed="rId11"/>
              <a:stretch>
                <a:fillRect/>
              </a:stretch>
            </p:blipFill>
            <p:spPr>
              <a:xfrm>
                <a:off x="9215052" y="5914332"/>
                <a:ext cx="36000" cy="216000"/>
              </a:xfrm>
              <a:prstGeom prst="rect">
                <a:avLst/>
              </a:prstGeom>
            </p:spPr>
          </p:pic>
        </mc:Fallback>
      </mc:AlternateContent>
    </p:spTree>
    <p:extLst>
      <p:ext uri="{BB962C8B-B14F-4D97-AF65-F5344CB8AC3E}">
        <p14:creationId xmlns:p14="http://schemas.microsoft.com/office/powerpoint/2010/main" val="134862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E3A6A3-DEC7-96BC-0A0A-89C9F06975F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76FBB5DF-B17C-7206-AAB8-879015698549}"/>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Results</a:t>
            </a:r>
          </a:p>
        </p:txBody>
      </p:sp>
      <p:sp>
        <p:nvSpPr>
          <p:cNvPr id="11" name="직사각형 3">
            <a:extLst>
              <a:ext uri="{FF2B5EF4-FFF2-40B4-BE49-F238E27FC236}">
                <a16:creationId xmlns:a16="http://schemas.microsoft.com/office/drawing/2014/main" id="{31924060-A7E7-48D8-65AD-3330C5C88C00}"/>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45C4F134-AE3C-BD82-764B-DF666C8A58D3}"/>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C9C083D4-6FC7-7ACF-FCAA-32B3C43B0FCC}"/>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360995F0-74B4-46C7-E335-50F1D987C9DA}"/>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p:sp>
        <p:nvSpPr>
          <p:cNvPr id="8" name="TextBox 7">
            <a:extLst>
              <a:ext uri="{FF2B5EF4-FFF2-40B4-BE49-F238E27FC236}">
                <a16:creationId xmlns:a16="http://schemas.microsoft.com/office/drawing/2014/main" id="{73BA844E-2DC9-3E9E-9512-6F1E1F9E8A35}"/>
              </a:ext>
            </a:extLst>
          </p:cNvPr>
          <p:cNvSpPr txBox="1"/>
          <p:nvPr/>
        </p:nvSpPr>
        <p:spPr>
          <a:xfrm>
            <a:off x="9859854" y="1230892"/>
            <a:ext cx="2007619" cy="584775"/>
          </a:xfrm>
          <a:prstGeom prst="rect">
            <a:avLst/>
          </a:prstGeom>
          <a:noFill/>
        </p:spPr>
        <p:txBody>
          <a:bodyPr wrap="square" rtlCol="0">
            <a:spAutoFit/>
          </a:bodyPr>
          <a:lstStyle/>
          <a:p>
            <a:r>
              <a:rPr lang="en-US" sz="1600" b="1" dirty="0">
                <a:solidFill>
                  <a:srgbClr val="0E0E0E"/>
                </a:solidFill>
                <a:effectLst/>
                <a:latin typeface=".AppleSystemUIFont"/>
              </a:rPr>
              <a:t>Red dots: </a:t>
            </a:r>
          </a:p>
          <a:p>
            <a:r>
              <a:rPr lang="en-US" sz="1600" dirty="0">
                <a:solidFill>
                  <a:srgbClr val="0E0E0E"/>
                </a:solidFill>
                <a:effectLst/>
                <a:latin typeface=".AppleSystemUIFont"/>
              </a:rPr>
              <a:t>the best tuning result</a:t>
            </a:r>
          </a:p>
        </p:txBody>
      </p:sp>
      <p:pic>
        <p:nvPicPr>
          <p:cNvPr id="6" name="Picture 5">
            <a:extLst>
              <a:ext uri="{FF2B5EF4-FFF2-40B4-BE49-F238E27FC236}">
                <a16:creationId xmlns:a16="http://schemas.microsoft.com/office/drawing/2014/main" id="{58AAD2BF-28BC-0663-C560-CC05A6157EF9}"/>
              </a:ext>
            </a:extLst>
          </p:cNvPr>
          <p:cNvPicPr>
            <a:picLocks noChangeAspect="1"/>
          </p:cNvPicPr>
          <p:nvPr/>
        </p:nvPicPr>
        <p:blipFill>
          <a:blip r:embed="rId8"/>
          <a:stretch>
            <a:fillRect/>
          </a:stretch>
        </p:blipFill>
        <p:spPr>
          <a:xfrm>
            <a:off x="1688650" y="640080"/>
            <a:ext cx="7772400" cy="6217920"/>
          </a:xfrm>
          <a:prstGeom prst="rect">
            <a:avLst/>
          </a:prstGeom>
        </p:spPr>
      </p:pic>
    </p:spTree>
    <p:extLst>
      <p:ext uri="{BB962C8B-B14F-4D97-AF65-F5344CB8AC3E}">
        <p14:creationId xmlns:p14="http://schemas.microsoft.com/office/powerpoint/2010/main" val="1226754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of a graph&#10;&#10;AI-generated content may be incorrect.">
            <a:extLst>
              <a:ext uri="{FF2B5EF4-FFF2-40B4-BE49-F238E27FC236}">
                <a16:creationId xmlns:a16="http://schemas.microsoft.com/office/drawing/2014/main" id="{FB254AD6-859B-FCB4-5947-A42AB073AAF8}"/>
              </a:ext>
            </a:extLst>
          </p:cNvPr>
          <p:cNvPicPr>
            <a:picLocks noChangeAspect="1"/>
          </p:cNvPicPr>
          <p:nvPr/>
        </p:nvPicPr>
        <p:blipFill>
          <a:blip r:embed="rId2"/>
          <a:stretch>
            <a:fillRect/>
          </a:stretch>
        </p:blipFill>
        <p:spPr>
          <a:xfrm>
            <a:off x="383689" y="3227"/>
            <a:ext cx="11424621" cy="6854773"/>
          </a:xfrm>
          <a:prstGeom prst="rect">
            <a:avLst/>
          </a:prstGeom>
        </p:spPr>
      </p:pic>
    </p:spTree>
    <p:extLst>
      <p:ext uri="{BB962C8B-B14F-4D97-AF65-F5344CB8AC3E}">
        <p14:creationId xmlns:p14="http://schemas.microsoft.com/office/powerpoint/2010/main" val="1125548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C59B0A-6DA4-692C-8D3A-A84E91A5A9C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A404BE0-D3F1-266D-DC88-89D871A970E8}"/>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Results</a:t>
            </a:r>
          </a:p>
        </p:txBody>
      </p:sp>
      <p:sp>
        <p:nvSpPr>
          <p:cNvPr id="11" name="직사각형 3">
            <a:extLst>
              <a:ext uri="{FF2B5EF4-FFF2-40B4-BE49-F238E27FC236}">
                <a16:creationId xmlns:a16="http://schemas.microsoft.com/office/drawing/2014/main" id="{C9EEA3FE-918A-F921-7D90-17E9A1147088}"/>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8">
            <a:extLst>
              <a:ext uri="{FF2B5EF4-FFF2-40B4-BE49-F238E27FC236}">
                <a16:creationId xmlns:a16="http://schemas.microsoft.com/office/drawing/2014/main" id="{7548B2F2-817B-BD15-52BA-27976A68219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2" name="Ink 1">
                <a:extLst>
                  <a:ext uri="{FF2B5EF4-FFF2-40B4-BE49-F238E27FC236}">
                    <a16:creationId xmlns:a16="http://schemas.microsoft.com/office/drawing/2014/main" id="{38BE8246-F201-3F94-1B94-4C5C05DE5A99}"/>
                  </a:ext>
                </a:extLst>
              </p14:cNvPr>
              <p14:cNvContentPartPr/>
              <p14:nvPr/>
            </p14:nvContentPartPr>
            <p14:xfrm>
              <a:off x="5129530" y="2422673"/>
              <a:ext cx="360" cy="360"/>
            </p14:xfrm>
          </p:contentPart>
        </mc:Choice>
        <mc:Fallback xmlns="">
          <p:pic>
            <p:nvPicPr>
              <p:cNvPr id="2" name="Ink 1">
                <a:extLst>
                  <a:ext uri="{FF2B5EF4-FFF2-40B4-BE49-F238E27FC236}">
                    <a16:creationId xmlns:a16="http://schemas.microsoft.com/office/drawing/2014/main" id="{91E3B95F-FEBC-F4EF-A0D0-76ECBBFFEA6B}"/>
                  </a:ext>
                </a:extLst>
              </p:cNvPr>
              <p:cNvPicPr/>
              <p:nvPr/>
            </p:nvPicPr>
            <p:blipFill>
              <a:blip r:embed="rId5"/>
              <a:stretch>
                <a:fillRect/>
              </a:stretch>
            </p:blipFill>
            <p:spPr>
              <a:xfrm>
                <a:off x="5111530" y="2314673"/>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 name="Ink 2">
                <a:extLst>
                  <a:ext uri="{FF2B5EF4-FFF2-40B4-BE49-F238E27FC236}">
                    <a16:creationId xmlns:a16="http://schemas.microsoft.com/office/drawing/2014/main" id="{8AD9D4CE-A8D2-0015-9BA3-127CE012DA40}"/>
                  </a:ext>
                </a:extLst>
              </p14:cNvPr>
              <p14:cNvContentPartPr/>
              <p14:nvPr/>
            </p14:nvContentPartPr>
            <p14:xfrm>
              <a:off x="5574850" y="2831273"/>
              <a:ext cx="360" cy="360"/>
            </p14:xfrm>
          </p:contentPart>
        </mc:Choice>
        <mc:Fallback xmlns="">
          <p:pic>
            <p:nvPicPr>
              <p:cNvPr id="3" name="Ink 2">
                <a:extLst>
                  <a:ext uri="{FF2B5EF4-FFF2-40B4-BE49-F238E27FC236}">
                    <a16:creationId xmlns:a16="http://schemas.microsoft.com/office/drawing/2014/main" id="{6610519F-3C57-219F-2CD2-9D92A84233E9}"/>
                  </a:ext>
                </a:extLst>
              </p:cNvPr>
              <p:cNvPicPr/>
              <p:nvPr/>
            </p:nvPicPr>
            <p:blipFill>
              <a:blip r:embed="rId7"/>
              <a:stretch>
                <a:fillRect/>
              </a:stretch>
            </p:blipFill>
            <p:spPr>
              <a:xfrm>
                <a:off x="5556850" y="2723273"/>
                <a:ext cx="36000" cy="216000"/>
              </a:xfrm>
              <a:prstGeom prst="rect">
                <a:avLst/>
              </a:prstGeom>
            </p:spPr>
          </p:pic>
        </mc:Fallback>
      </mc:AlternateContent>
      <p:pic>
        <p:nvPicPr>
          <p:cNvPr id="9" name="Picture 8">
            <a:extLst>
              <a:ext uri="{FF2B5EF4-FFF2-40B4-BE49-F238E27FC236}">
                <a16:creationId xmlns:a16="http://schemas.microsoft.com/office/drawing/2014/main" id="{372F9E4B-0459-557E-8F56-FFD873217F8B}"/>
              </a:ext>
            </a:extLst>
          </p:cNvPr>
          <p:cNvPicPr>
            <a:picLocks noChangeAspect="1"/>
          </p:cNvPicPr>
          <p:nvPr/>
        </p:nvPicPr>
        <p:blipFill>
          <a:blip r:embed="rId8"/>
          <a:stretch>
            <a:fillRect/>
          </a:stretch>
        </p:blipFill>
        <p:spPr>
          <a:xfrm>
            <a:off x="1525314" y="850752"/>
            <a:ext cx="9141372" cy="5734517"/>
          </a:xfrm>
          <a:prstGeom prst="rect">
            <a:avLst/>
          </a:prstGeom>
        </p:spPr>
      </p:pic>
    </p:spTree>
    <p:extLst>
      <p:ext uri="{BB962C8B-B14F-4D97-AF65-F5344CB8AC3E}">
        <p14:creationId xmlns:p14="http://schemas.microsoft.com/office/powerpoint/2010/main" val="2553253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hart of different sizes of numbers&#10;&#10;AI-generated content may be incorrect.">
            <a:extLst>
              <a:ext uri="{FF2B5EF4-FFF2-40B4-BE49-F238E27FC236}">
                <a16:creationId xmlns:a16="http://schemas.microsoft.com/office/drawing/2014/main" id="{6D46AE41-F1D3-EEAC-0D65-F6D949CEABCF}"/>
              </a:ext>
            </a:extLst>
          </p:cNvPr>
          <p:cNvPicPr>
            <a:picLocks noChangeAspect="1"/>
          </p:cNvPicPr>
          <p:nvPr/>
        </p:nvPicPr>
        <p:blipFill>
          <a:blip r:embed="rId2"/>
          <a:stretch>
            <a:fillRect/>
          </a:stretch>
        </p:blipFill>
        <p:spPr>
          <a:xfrm>
            <a:off x="381000" y="0"/>
            <a:ext cx="11430000" cy="6858000"/>
          </a:xfrm>
          <a:prstGeom prst="rect">
            <a:avLst/>
          </a:prstGeom>
        </p:spPr>
      </p:pic>
    </p:spTree>
    <p:extLst>
      <p:ext uri="{BB962C8B-B14F-4D97-AF65-F5344CB8AC3E}">
        <p14:creationId xmlns:p14="http://schemas.microsoft.com/office/powerpoint/2010/main" val="7894302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E8185E-F0A7-DAAB-1C25-261100D6BC48}"/>
              </a:ext>
            </a:extLst>
          </p:cNvPr>
          <p:cNvSpPr txBox="1">
            <a:spLocks/>
          </p:cNvSpPr>
          <p:nvPr/>
        </p:nvSpPr>
        <p:spPr>
          <a:xfrm>
            <a:off x="342527" y="119232"/>
            <a:ext cx="8013197"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mn-lt"/>
                <a:cs typeface="Times New Roman" panose="02020603050405020304" pitchFamily="18" charset="0"/>
              </a:rPr>
              <a:t>Interpretations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0D5FA642-3663-6DB3-2997-D0B869DA7583}"/>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AEFFBCD4-633C-FECC-344E-96D75D07F06B}"/>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7" name="Picture 6" descr="A chart of different sizes of numbers&#10;&#10;AI-generated content may be incorrect.">
            <a:extLst>
              <a:ext uri="{FF2B5EF4-FFF2-40B4-BE49-F238E27FC236}">
                <a16:creationId xmlns:a16="http://schemas.microsoft.com/office/drawing/2014/main" id="{65EB466F-6D9A-8F65-D15D-9C8A419DA366}"/>
              </a:ext>
            </a:extLst>
          </p:cNvPr>
          <p:cNvPicPr>
            <a:picLocks noChangeAspect="1"/>
          </p:cNvPicPr>
          <p:nvPr/>
        </p:nvPicPr>
        <p:blipFill>
          <a:blip r:embed="rId2"/>
          <a:srcRect l="82032" t="24157" r="1309" b="57647"/>
          <a:stretch/>
        </p:blipFill>
        <p:spPr>
          <a:xfrm>
            <a:off x="0" y="894585"/>
            <a:ext cx="5022893" cy="3291840"/>
          </a:xfrm>
          <a:prstGeom prst="rect">
            <a:avLst/>
          </a:prstGeom>
        </p:spPr>
      </p:pic>
      <p:cxnSp>
        <p:nvCxnSpPr>
          <p:cNvPr id="8" name="Straight Connector 7">
            <a:extLst>
              <a:ext uri="{FF2B5EF4-FFF2-40B4-BE49-F238E27FC236}">
                <a16:creationId xmlns:a16="http://schemas.microsoft.com/office/drawing/2014/main" id="{37C92A37-FA2C-9849-C2F5-F3E8BD919DE8}"/>
              </a:ext>
            </a:extLst>
          </p:cNvPr>
          <p:cNvCxnSpPr>
            <a:cxnSpLocks/>
          </p:cNvCxnSpPr>
          <p:nvPr/>
        </p:nvCxnSpPr>
        <p:spPr>
          <a:xfrm>
            <a:off x="1357256" y="1280160"/>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6D677DD-6836-CA30-F852-1AE5370C7E19}"/>
              </a:ext>
            </a:extLst>
          </p:cNvPr>
          <p:cNvCxnSpPr>
            <a:cxnSpLocks/>
          </p:cNvCxnSpPr>
          <p:nvPr/>
        </p:nvCxnSpPr>
        <p:spPr>
          <a:xfrm>
            <a:off x="2230418" y="1280160"/>
            <a:ext cx="0" cy="1914862"/>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C526FCD-CBAC-6643-1D6B-FF3719198F13}"/>
              </a:ext>
            </a:extLst>
          </p:cNvPr>
          <p:cNvSpPr txBox="1"/>
          <p:nvPr/>
        </p:nvSpPr>
        <p:spPr>
          <a:xfrm>
            <a:off x="881695" y="2026030"/>
            <a:ext cx="604653" cy="369332"/>
          </a:xfrm>
          <a:prstGeom prst="rect">
            <a:avLst/>
          </a:prstGeom>
          <a:noFill/>
        </p:spPr>
        <p:txBody>
          <a:bodyPr wrap="none" rtlCol="0">
            <a:spAutoFit/>
          </a:bodyPr>
          <a:lstStyle/>
          <a:p>
            <a:r>
              <a:rPr lang="en-US" dirty="0">
                <a:solidFill>
                  <a:srgbClr val="FF0000"/>
                </a:solidFill>
              </a:rPr>
              <a:t>high</a:t>
            </a:r>
          </a:p>
        </p:txBody>
      </p:sp>
      <p:sp>
        <p:nvSpPr>
          <p:cNvPr id="13" name="TextBox 12">
            <a:extLst>
              <a:ext uri="{FF2B5EF4-FFF2-40B4-BE49-F238E27FC236}">
                <a16:creationId xmlns:a16="http://schemas.microsoft.com/office/drawing/2014/main" id="{FA81B394-FA27-CE3E-7E64-10DEF04A154F}"/>
              </a:ext>
            </a:extLst>
          </p:cNvPr>
          <p:cNvSpPr txBox="1"/>
          <p:nvPr/>
        </p:nvSpPr>
        <p:spPr>
          <a:xfrm>
            <a:off x="1520197" y="2026030"/>
            <a:ext cx="535083" cy="369332"/>
          </a:xfrm>
          <a:prstGeom prst="rect">
            <a:avLst/>
          </a:prstGeom>
          <a:noFill/>
        </p:spPr>
        <p:txBody>
          <a:bodyPr wrap="none" rtlCol="0">
            <a:spAutoFit/>
          </a:bodyPr>
          <a:lstStyle/>
          <a:p>
            <a:r>
              <a:rPr lang="en-US" dirty="0">
                <a:solidFill>
                  <a:srgbClr val="FF0000"/>
                </a:solidFill>
              </a:rPr>
              <a:t>low</a:t>
            </a:r>
          </a:p>
        </p:txBody>
      </p:sp>
      <p:sp>
        <p:nvSpPr>
          <p:cNvPr id="14" name="TextBox 13">
            <a:extLst>
              <a:ext uri="{FF2B5EF4-FFF2-40B4-BE49-F238E27FC236}">
                <a16:creationId xmlns:a16="http://schemas.microsoft.com/office/drawing/2014/main" id="{0EDC7AF8-0323-CE58-003A-B0AFB8E659D0}"/>
              </a:ext>
            </a:extLst>
          </p:cNvPr>
          <p:cNvSpPr txBox="1"/>
          <p:nvPr/>
        </p:nvSpPr>
        <p:spPr>
          <a:xfrm>
            <a:off x="2896023" y="2026030"/>
            <a:ext cx="938077" cy="369332"/>
          </a:xfrm>
          <a:prstGeom prst="rect">
            <a:avLst/>
          </a:prstGeom>
          <a:noFill/>
        </p:spPr>
        <p:txBody>
          <a:bodyPr wrap="none" rtlCol="0">
            <a:spAutoFit/>
          </a:bodyPr>
          <a:lstStyle/>
          <a:p>
            <a:r>
              <a:rPr lang="en-US" dirty="0">
                <a:solidFill>
                  <a:srgbClr val="FF0000"/>
                </a:solidFill>
              </a:rPr>
              <a:t>median</a:t>
            </a:r>
          </a:p>
        </p:txBody>
      </p:sp>
      <p:sp>
        <p:nvSpPr>
          <p:cNvPr id="16" name="TextBox 15">
            <a:extLst>
              <a:ext uri="{FF2B5EF4-FFF2-40B4-BE49-F238E27FC236}">
                <a16:creationId xmlns:a16="http://schemas.microsoft.com/office/drawing/2014/main" id="{16138910-9F0B-8AF0-C919-C78A49FFD99F}"/>
              </a:ext>
            </a:extLst>
          </p:cNvPr>
          <p:cNvSpPr txBox="1"/>
          <p:nvPr/>
        </p:nvSpPr>
        <p:spPr>
          <a:xfrm>
            <a:off x="3623325" y="850752"/>
            <a:ext cx="2555508" cy="369332"/>
          </a:xfrm>
          <a:prstGeom prst="rect">
            <a:avLst/>
          </a:prstGeom>
          <a:noFill/>
        </p:spPr>
        <p:txBody>
          <a:bodyPr wrap="none" rtlCol="0">
            <a:spAutoFit/>
          </a:bodyPr>
          <a:lstStyle/>
          <a:p>
            <a:r>
              <a:rPr lang="en-US" dirty="0">
                <a:solidFill>
                  <a:srgbClr val="FF0000"/>
                </a:solidFill>
              </a:rPr>
              <a:t>Optimal #Input days: 32</a:t>
            </a:r>
          </a:p>
        </p:txBody>
      </p:sp>
      <p:pic>
        <p:nvPicPr>
          <p:cNvPr id="22" name="Picture 21" descr="A diagram of a graph&#10;&#10;AI-generated content may be incorrect.">
            <a:extLst>
              <a:ext uri="{FF2B5EF4-FFF2-40B4-BE49-F238E27FC236}">
                <a16:creationId xmlns:a16="http://schemas.microsoft.com/office/drawing/2014/main" id="{E6239742-3EE1-9498-C3B7-59C28840F88C}"/>
              </a:ext>
            </a:extLst>
          </p:cNvPr>
          <p:cNvPicPr>
            <a:picLocks noChangeAspect="1"/>
          </p:cNvPicPr>
          <p:nvPr/>
        </p:nvPicPr>
        <p:blipFill>
          <a:blip r:embed="rId3"/>
          <a:stretch>
            <a:fillRect/>
          </a:stretch>
        </p:blipFill>
        <p:spPr>
          <a:xfrm>
            <a:off x="6400800" y="0"/>
            <a:ext cx="4075642" cy="6792737"/>
          </a:xfrm>
          <a:prstGeom prst="rect">
            <a:avLst/>
          </a:prstGeom>
        </p:spPr>
      </p:pic>
      <p:sp>
        <p:nvSpPr>
          <p:cNvPr id="23" name="TextBox 22">
            <a:extLst>
              <a:ext uri="{FF2B5EF4-FFF2-40B4-BE49-F238E27FC236}">
                <a16:creationId xmlns:a16="http://schemas.microsoft.com/office/drawing/2014/main" id="{4845F32E-F389-18D7-C9A7-F280085B985C}"/>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0.79 </a:t>
            </a:r>
          </a:p>
          <a:p>
            <a:r>
              <a:rPr lang="en-US" sz="1400" dirty="0">
                <a:solidFill>
                  <a:schemeClr val="tx2">
                    <a:lumMod val="75000"/>
                    <a:lumOff val="25000"/>
                  </a:schemeClr>
                </a:solidFill>
              </a:rPr>
              <a:t>Predicted: 0.91</a:t>
            </a:r>
          </a:p>
        </p:txBody>
      </p:sp>
      <p:sp>
        <p:nvSpPr>
          <p:cNvPr id="24" name="TextBox 23">
            <a:extLst>
              <a:ext uri="{FF2B5EF4-FFF2-40B4-BE49-F238E27FC236}">
                <a16:creationId xmlns:a16="http://schemas.microsoft.com/office/drawing/2014/main" id="{CBCCF3D7-66BB-A57D-205D-0FC1F39E5719}"/>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0.99 </a:t>
            </a:r>
          </a:p>
          <a:p>
            <a:r>
              <a:rPr lang="en-US" sz="1400" dirty="0">
                <a:solidFill>
                  <a:schemeClr val="tx2">
                    <a:lumMod val="75000"/>
                    <a:lumOff val="25000"/>
                  </a:schemeClr>
                </a:solidFill>
              </a:rPr>
              <a:t>Predicted: 1</a:t>
            </a:r>
          </a:p>
        </p:txBody>
      </p:sp>
      <p:sp>
        <p:nvSpPr>
          <p:cNvPr id="25" name="TextBox 24">
            <a:extLst>
              <a:ext uri="{FF2B5EF4-FFF2-40B4-BE49-F238E27FC236}">
                <a16:creationId xmlns:a16="http://schemas.microsoft.com/office/drawing/2014/main" id="{C6C6F9E3-6DC3-5576-8F8B-D71301ADAB90}"/>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0.05 </a:t>
            </a:r>
          </a:p>
          <a:p>
            <a:r>
              <a:rPr lang="en-US" sz="1400" dirty="0">
                <a:solidFill>
                  <a:schemeClr val="tx2">
                    <a:lumMod val="75000"/>
                    <a:lumOff val="25000"/>
                  </a:schemeClr>
                </a:solidFill>
              </a:rPr>
              <a:t>Predicted: 0.13</a:t>
            </a:r>
          </a:p>
        </p:txBody>
      </p:sp>
      <p:sp>
        <p:nvSpPr>
          <p:cNvPr id="26" name="TextBox 25">
            <a:extLst>
              <a:ext uri="{FF2B5EF4-FFF2-40B4-BE49-F238E27FC236}">
                <a16:creationId xmlns:a16="http://schemas.microsoft.com/office/drawing/2014/main" id="{234A81D7-4E77-C4EE-F7EA-066BFD532D97}"/>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7" name="TextBox 26">
            <a:extLst>
              <a:ext uri="{FF2B5EF4-FFF2-40B4-BE49-F238E27FC236}">
                <a16:creationId xmlns:a16="http://schemas.microsoft.com/office/drawing/2014/main" id="{C218BF7A-6D4F-DB07-709E-2B279C539EC8}"/>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8" name="TextBox 27">
            <a:extLst>
              <a:ext uri="{FF2B5EF4-FFF2-40B4-BE49-F238E27FC236}">
                <a16:creationId xmlns:a16="http://schemas.microsoft.com/office/drawing/2014/main" id="{7283B110-2F87-CC57-0405-49D9026563C9}"/>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9" name="TextBox 28">
            <a:extLst>
              <a:ext uri="{FF2B5EF4-FFF2-40B4-BE49-F238E27FC236}">
                <a16:creationId xmlns:a16="http://schemas.microsoft.com/office/drawing/2014/main" id="{CFD6A5F1-86F4-5A03-FF58-816BA27DDD6B}"/>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30" name="TextBox 29">
            <a:extLst>
              <a:ext uri="{FF2B5EF4-FFF2-40B4-BE49-F238E27FC236}">
                <a16:creationId xmlns:a16="http://schemas.microsoft.com/office/drawing/2014/main" id="{698E1220-287F-D3C5-6F67-CA515C076BEA}"/>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31" name="TextBox 30">
            <a:extLst>
              <a:ext uri="{FF2B5EF4-FFF2-40B4-BE49-F238E27FC236}">
                <a16:creationId xmlns:a16="http://schemas.microsoft.com/office/drawing/2014/main" id="{5A0BACF7-4B49-6DEA-34C8-B3AEB4F1F379}"/>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32" name="TextBox 31">
            <a:extLst>
              <a:ext uri="{FF2B5EF4-FFF2-40B4-BE49-F238E27FC236}">
                <a16:creationId xmlns:a16="http://schemas.microsoft.com/office/drawing/2014/main" id="{E98E1F0C-2F99-62B4-AF89-D013BBFACAFE}"/>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3" name="TextBox 32">
            <a:extLst>
              <a:ext uri="{FF2B5EF4-FFF2-40B4-BE49-F238E27FC236}">
                <a16:creationId xmlns:a16="http://schemas.microsoft.com/office/drawing/2014/main" id="{546B937B-280D-4A70-F02B-3B64C4D272A4}"/>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4" name="TextBox 33">
            <a:extLst>
              <a:ext uri="{FF2B5EF4-FFF2-40B4-BE49-F238E27FC236}">
                <a16:creationId xmlns:a16="http://schemas.microsoft.com/office/drawing/2014/main" id="{DDEB54A6-7F84-CF1A-2AAF-BF181A204434}"/>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11" name="Picture 10" descr="A graph of different colors&#10;&#10;AI-generated content may be incorrect.">
            <a:extLst>
              <a:ext uri="{FF2B5EF4-FFF2-40B4-BE49-F238E27FC236}">
                <a16:creationId xmlns:a16="http://schemas.microsoft.com/office/drawing/2014/main" id="{9EE267EC-9353-384E-17B4-0522D0C54C0D}"/>
              </a:ext>
            </a:extLst>
          </p:cNvPr>
          <p:cNvPicPr>
            <a:picLocks noChangeAspect="1"/>
          </p:cNvPicPr>
          <p:nvPr/>
        </p:nvPicPr>
        <p:blipFill>
          <a:blip r:embed="rId4"/>
          <a:stretch>
            <a:fillRect/>
          </a:stretch>
        </p:blipFill>
        <p:spPr>
          <a:xfrm>
            <a:off x="127233" y="4160520"/>
            <a:ext cx="5176010" cy="2697480"/>
          </a:xfrm>
          <a:prstGeom prst="rect">
            <a:avLst/>
          </a:prstGeom>
        </p:spPr>
      </p:pic>
    </p:spTree>
    <p:extLst>
      <p:ext uri="{BB962C8B-B14F-4D97-AF65-F5344CB8AC3E}">
        <p14:creationId xmlns:p14="http://schemas.microsoft.com/office/powerpoint/2010/main" val="1487543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DADB1F-3D06-7489-8B0F-54E9FD56D243}"/>
              </a:ext>
            </a:extLst>
          </p:cNvPr>
          <p:cNvSpPr>
            <a:spLocks noGrp="1"/>
          </p:cNvSpPr>
          <p:nvPr>
            <p:ph type="title"/>
          </p:nvPr>
        </p:nvSpPr>
        <p:spPr>
          <a:xfrm>
            <a:off x="342527" y="119232"/>
            <a:ext cx="8013197" cy="731520"/>
          </a:xfrm>
        </p:spPr>
        <p:txBody>
          <a:bodyPr>
            <a:normAutofit/>
          </a:bodyPr>
          <a:lstStyle/>
          <a:p>
            <a:r>
              <a:rPr lang="en-US" sz="3600" b="1" dirty="0">
                <a:latin typeface="+mn-lt"/>
                <a:cs typeface="Times New Roman" panose="02020603050405020304" pitchFamily="18" charset="0"/>
              </a:rPr>
              <a:t>Interpretations</a:t>
            </a:r>
          </a:p>
        </p:txBody>
      </p:sp>
      <p:sp>
        <p:nvSpPr>
          <p:cNvPr id="5" name="직사각형 3">
            <a:extLst>
              <a:ext uri="{FF2B5EF4-FFF2-40B4-BE49-F238E27FC236}">
                <a16:creationId xmlns:a16="http://schemas.microsoft.com/office/drawing/2014/main" id="{5282A1F0-6EDC-4660-4D8A-E5C65BE4DBFD}"/>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03D59242-F463-2A62-BA1E-87C2CC7E74FC}"/>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chart of different sizes of numbers&#10;&#10;AI-generated content may be incorrect.">
            <a:extLst>
              <a:ext uri="{FF2B5EF4-FFF2-40B4-BE49-F238E27FC236}">
                <a16:creationId xmlns:a16="http://schemas.microsoft.com/office/drawing/2014/main" id="{E382084B-ECE2-46AB-B7B4-5E792F381845}"/>
              </a:ext>
            </a:extLst>
          </p:cNvPr>
          <p:cNvPicPr>
            <a:picLocks noChangeAspect="1"/>
          </p:cNvPicPr>
          <p:nvPr/>
        </p:nvPicPr>
        <p:blipFill>
          <a:blip r:embed="rId2"/>
          <a:srcRect l="1501" t="5885" r="82157" b="75843"/>
          <a:stretch/>
        </p:blipFill>
        <p:spPr>
          <a:xfrm>
            <a:off x="36000" y="894585"/>
            <a:ext cx="4907057" cy="3291840"/>
          </a:xfrm>
          <a:prstGeom prst="rect">
            <a:avLst/>
          </a:prstGeom>
        </p:spPr>
      </p:pic>
      <p:cxnSp>
        <p:nvCxnSpPr>
          <p:cNvPr id="9" name="Straight Connector 8">
            <a:extLst>
              <a:ext uri="{FF2B5EF4-FFF2-40B4-BE49-F238E27FC236}">
                <a16:creationId xmlns:a16="http://schemas.microsoft.com/office/drawing/2014/main" id="{CBD43AC1-EBCF-2DA0-923F-5893353D83B7}"/>
              </a:ext>
            </a:extLst>
          </p:cNvPr>
          <p:cNvCxnSpPr>
            <a:cxnSpLocks/>
          </p:cNvCxnSpPr>
          <p:nvPr/>
        </p:nvCxnSpPr>
        <p:spPr>
          <a:xfrm>
            <a:off x="1604682" y="1247887"/>
            <a:ext cx="0" cy="1947135"/>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56DB8FC6-6491-88B0-65A5-BA9779C2FD58}"/>
              </a:ext>
            </a:extLst>
          </p:cNvPr>
          <p:cNvCxnSpPr>
            <a:cxnSpLocks/>
          </p:cNvCxnSpPr>
          <p:nvPr/>
        </p:nvCxnSpPr>
        <p:spPr>
          <a:xfrm>
            <a:off x="2294964" y="1247887"/>
            <a:ext cx="0" cy="1947135"/>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9AE728A-BD3F-41F0-6F89-91693562FB92}"/>
              </a:ext>
            </a:extLst>
          </p:cNvPr>
          <p:cNvSpPr txBox="1"/>
          <p:nvPr/>
        </p:nvSpPr>
        <p:spPr>
          <a:xfrm>
            <a:off x="1000029" y="2036788"/>
            <a:ext cx="604653" cy="369332"/>
          </a:xfrm>
          <a:prstGeom prst="rect">
            <a:avLst/>
          </a:prstGeom>
          <a:noFill/>
        </p:spPr>
        <p:txBody>
          <a:bodyPr wrap="none" rtlCol="0">
            <a:spAutoFit/>
          </a:bodyPr>
          <a:lstStyle/>
          <a:p>
            <a:r>
              <a:rPr lang="en-US" dirty="0">
                <a:solidFill>
                  <a:srgbClr val="FF0000"/>
                </a:solidFill>
              </a:rPr>
              <a:t>high</a:t>
            </a:r>
          </a:p>
        </p:txBody>
      </p:sp>
      <p:sp>
        <p:nvSpPr>
          <p:cNvPr id="14" name="TextBox 13">
            <a:extLst>
              <a:ext uri="{FF2B5EF4-FFF2-40B4-BE49-F238E27FC236}">
                <a16:creationId xmlns:a16="http://schemas.microsoft.com/office/drawing/2014/main" id="{38C81D9B-A805-6D78-86CC-ECAA14971A90}"/>
              </a:ext>
            </a:extLst>
          </p:cNvPr>
          <p:cNvSpPr txBox="1"/>
          <p:nvPr/>
        </p:nvSpPr>
        <p:spPr>
          <a:xfrm>
            <a:off x="1638531" y="2036788"/>
            <a:ext cx="535083" cy="369332"/>
          </a:xfrm>
          <a:prstGeom prst="rect">
            <a:avLst/>
          </a:prstGeom>
          <a:noFill/>
        </p:spPr>
        <p:txBody>
          <a:bodyPr wrap="none" rtlCol="0">
            <a:spAutoFit/>
          </a:bodyPr>
          <a:lstStyle/>
          <a:p>
            <a:r>
              <a:rPr lang="en-US" dirty="0">
                <a:solidFill>
                  <a:srgbClr val="FF0000"/>
                </a:solidFill>
              </a:rPr>
              <a:t>low</a:t>
            </a:r>
          </a:p>
        </p:txBody>
      </p:sp>
      <p:sp>
        <p:nvSpPr>
          <p:cNvPr id="15" name="TextBox 14">
            <a:extLst>
              <a:ext uri="{FF2B5EF4-FFF2-40B4-BE49-F238E27FC236}">
                <a16:creationId xmlns:a16="http://schemas.microsoft.com/office/drawing/2014/main" id="{CD038C0B-F7B9-3BD1-9F07-2C0C777F41AA}"/>
              </a:ext>
            </a:extLst>
          </p:cNvPr>
          <p:cNvSpPr txBox="1"/>
          <p:nvPr/>
        </p:nvSpPr>
        <p:spPr>
          <a:xfrm>
            <a:off x="3014357" y="2036788"/>
            <a:ext cx="938077" cy="369332"/>
          </a:xfrm>
          <a:prstGeom prst="rect">
            <a:avLst/>
          </a:prstGeom>
          <a:noFill/>
        </p:spPr>
        <p:txBody>
          <a:bodyPr wrap="none" rtlCol="0">
            <a:spAutoFit/>
          </a:bodyPr>
          <a:lstStyle/>
          <a:p>
            <a:r>
              <a:rPr lang="en-US" dirty="0">
                <a:solidFill>
                  <a:srgbClr val="FF0000"/>
                </a:solidFill>
              </a:rPr>
              <a:t>median</a:t>
            </a:r>
          </a:p>
        </p:txBody>
      </p:sp>
      <p:sp>
        <p:nvSpPr>
          <p:cNvPr id="17" name="TextBox 16">
            <a:extLst>
              <a:ext uri="{FF2B5EF4-FFF2-40B4-BE49-F238E27FC236}">
                <a16:creationId xmlns:a16="http://schemas.microsoft.com/office/drawing/2014/main" id="{CC0CF292-B38C-F66B-DD66-CAE117EF2D7A}"/>
              </a:ext>
            </a:extLst>
          </p:cNvPr>
          <p:cNvSpPr txBox="1"/>
          <p:nvPr/>
        </p:nvSpPr>
        <p:spPr>
          <a:xfrm>
            <a:off x="3623325" y="850752"/>
            <a:ext cx="2555508" cy="369332"/>
          </a:xfrm>
          <a:prstGeom prst="rect">
            <a:avLst/>
          </a:prstGeom>
          <a:noFill/>
        </p:spPr>
        <p:txBody>
          <a:bodyPr wrap="none" rtlCol="0">
            <a:spAutoFit/>
          </a:bodyPr>
          <a:lstStyle/>
          <a:p>
            <a:r>
              <a:rPr lang="en-US" dirty="0">
                <a:solidFill>
                  <a:srgbClr val="FF0000"/>
                </a:solidFill>
              </a:rPr>
              <a:t>Optimal #Input days: 30</a:t>
            </a:r>
          </a:p>
        </p:txBody>
      </p:sp>
      <p:pic>
        <p:nvPicPr>
          <p:cNvPr id="19" name="Picture 18" descr="A diagram of a graph&#10;&#10;AI-generated content may be incorrect.">
            <a:extLst>
              <a:ext uri="{FF2B5EF4-FFF2-40B4-BE49-F238E27FC236}">
                <a16:creationId xmlns:a16="http://schemas.microsoft.com/office/drawing/2014/main" id="{014671BD-6351-1266-3742-8617CE7B8EC8}"/>
              </a:ext>
            </a:extLst>
          </p:cNvPr>
          <p:cNvPicPr>
            <a:picLocks noChangeAspect="1"/>
          </p:cNvPicPr>
          <p:nvPr/>
        </p:nvPicPr>
        <p:blipFill>
          <a:blip r:embed="rId3"/>
          <a:stretch>
            <a:fillRect/>
          </a:stretch>
        </p:blipFill>
        <p:spPr>
          <a:xfrm>
            <a:off x="6400800" y="-1"/>
            <a:ext cx="4114801" cy="6858001"/>
          </a:xfrm>
          <a:prstGeom prst="rect">
            <a:avLst/>
          </a:prstGeom>
        </p:spPr>
      </p:pic>
      <p:sp>
        <p:nvSpPr>
          <p:cNvPr id="20" name="TextBox 19">
            <a:extLst>
              <a:ext uri="{FF2B5EF4-FFF2-40B4-BE49-F238E27FC236}">
                <a16:creationId xmlns:a16="http://schemas.microsoft.com/office/drawing/2014/main" id="{38C1E753-559D-2E8F-0AD0-FC9DBBCC4318}"/>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0.60 </a:t>
            </a:r>
          </a:p>
          <a:p>
            <a:r>
              <a:rPr lang="en-US" sz="1400" dirty="0">
                <a:solidFill>
                  <a:schemeClr val="tx2">
                    <a:lumMod val="75000"/>
                    <a:lumOff val="25000"/>
                  </a:schemeClr>
                </a:solidFill>
              </a:rPr>
              <a:t>Predicted: 0.89</a:t>
            </a:r>
          </a:p>
        </p:txBody>
      </p:sp>
      <p:sp>
        <p:nvSpPr>
          <p:cNvPr id="21" name="TextBox 20">
            <a:extLst>
              <a:ext uri="{FF2B5EF4-FFF2-40B4-BE49-F238E27FC236}">
                <a16:creationId xmlns:a16="http://schemas.microsoft.com/office/drawing/2014/main" id="{1E5E3471-ABFE-8949-E4FF-C5E213482F60}"/>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0.92 </a:t>
            </a:r>
          </a:p>
          <a:p>
            <a:r>
              <a:rPr lang="en-US" sz="1400" dirty="0">
                <a:solidFill>
                  <a:schemeClr val="tx2">
                    <a:lumMod val="75000"/>
                    <a:lumOff val="25000"/>
                  </a:schemeClr>
                </a:solidFill>
              </a:rPr>
              <a:t>Predicted: 0.77</a:t>
            </a:r>
          </a:p>
        </p:txBody>
      </p:sp>
      <p:sp>
        <p:nvSpPr>
          <p:cNvPr id="22" name="TextBox 21">
            <a:extLst>
              <a:ext uri="{FF2B5EF4-FFF2-40B4-BE49-F238E27FC236}">
                <a16:creationId xmlns:a16="http://schemas.microsoft.com/office/drawing/2014/main" id="{3F582E6E-7883-1313-790E-AC6263820B11}"/>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0.08 </a:t>
            </a:r>
          </a:p>
          <a:p>
            <a:r>
              <a:rPr lang="en-US" sz="1400" dirty="0">
                <a:solidFill>
                  <a:schemeClr val="tx2">
                    <a:lumMod val="75000"/>
                    <a:lumOff val="25000"/>
                  </a:schemeClr>
                </a:solidFill>
              </a:rPr>
              <a:t>Predicted: 0.15</a:t>
            </a:r>
          </a:p>
        </p:txBody>
      </p:sp>
      <p:sp>
        <p:nvSpPr>
          <p:cNvPr id="23" name="TextBox 22">
            <a:extLst>
              <a:ext uri="{FF2B5EF4-FFF2-40B4-BE49-F238E27FC236}">
                <a16:creationId xmlns:a16="http://schemas.microsoft.com/office/drawing/2014/main" id="{1F95716D-CF4F-B047-763C-67E94E13DFA0}"/>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4" name="TextBox 23">
            <a:extLst>
              <a:ext uri="{FF2B5EF4-FFF2-40B4-BE49-F238E27FC236}">
                <a16:creationId xmlns:a16="http://schemas.microsoft.com/office/drawing/2014/main" id="{9B79D7A4-B188-16DA-6025-F7D535ED6226}"/>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5" name="TextBox 24">
            <a:extLst>
              <a:ext uri="{FF2B5EF4-FFF2-40B4-BE49-F238E27FC236}">
                <a16:creationId xmlns:a16="http://schemas.microsoft.com/office/drawing/2014/main" id="{35A1B528-6126-B02F-81A6-3443170D23F0}"/>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6" name="TextBox 25">
            <a:extLst>
              <a:ext uri="{FF2B5EF4-FFF2-40B4-BE49-F238E27FC236}">
                <a16:creationId xmlns:a16="http://schemas.microsoft.com/office/drawing/2014/main" id="{A3EF60E3-462F-6CAB-4580-7BBAB9E58ECA}"/>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27" name="TextBox 26">
            <a:extLst>
              <a:ext uri="{FF2B5EF4-FFF2-40B4-BE49-F238E27FC236}">
                <a16:creationId xmlns:a16="http://schemas.microsoft.com/office/drawing/2014/main" id="{8572594C-2592-9377-1328-664F7E4B0F1A}"/>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28" name="TextBox 27">
            <a:extLst>
              <a:ext uri="{FF2B5EF4-FFF2-40B4-BE49-F238E27FC236}">
                <a16:creationId xmlns:a16="http://schemas.microsoft.com/office/drawing/2014/main" id="{E2C7A499-309A-3ECD-A557-D3FFC4C31C7D}"/>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29" name="TextBox 28">
            <a:extLst>
              <a:ext uri="{FF2B5EF4-FFF2-40B4-BE49-F238E27FC236}">
                <a16:creationId xmlns:a16="http://schemas.microsoft.com/office/drawing/2014/main" id="{4F547A3C-16E3-104A-61D8-BFAA88B1B9A4}"/>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0" name="TextBox 29">
            <a:extLst>
              <a:ext uri="{FF2B5EF4-FFF2-40B4-BE49-F238E27FC236}">
                <a16:creationId xmlns:a16="http://schemas.microsoft.com/office/drawing/2014/main" id="{282F5489-1BEF-B067-733D-7B5A90DC6F2A}"/>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1" name="TextBox 30">
            <a:extLst>
              <a:ext uri="{FF2B5EF4-FFF2-40B4-BE49-F238E27FC236}">
                <a16:creationId xmlns:a16="http://schemas.microsoft.com/office/drawing/2014/main" id="{99C19574-DC42-42D7-63FF-778A2263353A}"/>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3" name="Picture 2" descr="A graph of different colors&#10;&#10;AI-generated content may be incorrect.">
            <a:extLst>
              <a:ext uri="{FF2B5EF4-FFF2-40B4-BE49-F238E27FC236}">
                <a16:creationId xmlns:a16="http://schemas.microsoft.com/office/drawing/2014/main" id="{65129980-F446-7CC5-1ECD-F69955439611}"/>
              </a:ext>
            </a:extLst>
          </p:cNvPr>
          <p:cNvPicPr>
            <a:picLocks noChangeAspect="1"/>
          </p:cNvPicPr>
          <p:nvPr/>
        </p:nvPicPr>
        <p:blipFill>
          <a:blip r:embed="rId4"/>
          <a:stretch>
            <a:fillRect/>
          </a:stretch>
        </p:blipFill>
        <p:spPr>
          <a:xfrm>
            <a:off x="306170" y="4160520"/>
            <a:ext cx="5176010" cy="2697480"/>
          </a:xfrm>
          <a:prstGeom prst="rect">
            <a:avLst/>
          </a:prstGeom>
        </p:spPr>
      </p:pic>
    </p:spTree>
    <p:extLst>
      <p:ext uri="{BB962C8B-B14F-4D97-AF65-F5344CB8AC3E}">
        <p14:creationId xmlns:p14="http://schemas.microsoft.com/office/powerpoint/2010/main" val="2604125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AF21093-EA20-C9B2-74A8-8273732F6928}"/>
              </a:ext>
            </a:extLst>
          </p:cNvPr>
          <p:cNvSpPr txBox="1">
            <a:spLocks/>
          </p:cNvSpPr>
          <p:nvPr/>
        </p:nvSpPr>
        <p:spPr>
          <a:xfrm>
            <a:off x="342527" y="119232"/>
            <a:ext cx="8013197"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a:latin typeface="+mn-lt"/>
                <a:cs typeface="Times New Roman" panose="02020603050405020304" pitchFamily="18" charset="0"/>
              </a:rPr>
              <a:t>Interpretations</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7C0EA1C4-51B1-C57E-6DB9-6CABC56ABF3C}"/>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B64AD971-3A09-3418-1C3F-481281646379}"/>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pic>
        <p:nvPicPr>
          <p:cNvPr id="8" name="Picture 7" descr="A chart of different sizes of numbers&#10;&#10;AI-generated content may be incorrect.">
            <a:extLst>
              <a:ext uri="{FF2B5EF4-FFF2-40B4-BE49-F238E27FC236}">
                <a16:creationId xmlns:a16="http://schemas.microsoft.com/office/drawing/2014/main" id="{9A77D59C-9DC6-FCBB-FBF4-F0AE4D2BED75}"/>
              </a:ext>
            </a:extLst>
          </p:cNvPr>
          <p:cNvPicPr>
            <a:picLocks noChangeAspect="1"/>
          </p:cNvPicPr>
          <p:nvPr/>
        </p:nvPicPr>
        <p:blipFill>
          <a:blip r:embed="rId2"/>
          <a:srcRect l="17531" t="5961" r="66485" b="75947"/>
          <a:stretch/>
        </p:blipFill>
        <p:spPr>
          <a:xfrm>
            <a:off x="62423" y="894585"/>
            <a:ext cx="4846964" cy="3291840"/>
          </a:xfrm>
          <a:prstGeom prst="rect">
            <a:avLst/>
          </a:prstGeom>
        </p:spPr>
      </p:pic>
      <p:cxnSp>
        <p:nvCxnSpPr>
          <p:cNvPr id="10" name="Straight Connector 9">
            <a:extLst>
              <a:ext uri="{FF2B5EF4-FFF2-40B4-BE49-F238E27FC236}">
                <a16:creationId xmlns:a16="http://schemas.microsoft.com/office/drawing/2014/main" id="{2EBA84A0-EC4C-2F41-5B48-AEF6B0061EA6}"/>
              </a:ext>
            </a:extLst>
          </p:cNvPr>
          <p:cNvCxnSpPr>
            <a:cxnSpLocks/>
          </p:cNvCxnSpPr>
          <p:nvPr/>
        </p:nvCxnSpPr>
        <p:spPr>
          <a:xfrm>
            <a:off x="1559859" y="1226372"/>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83FEB99F-769A-DB65-D7A7-A652BB4B217D}"/>
              </a:ext>
            </a:extLst>
          </p:cNvPr>
          <p:cNvCxnSpPr>
            <a:cxnSpLocks/>
          </p:cNvCxnSpPr>
          <p:nvPr/>
        </p:nvCxnSpPr>
        <p:spPr>
          <a:xfrm>
            <a:off x="3024692" y="1226372"/>
            <a:ext cx="0" cy="1918347"/>
          </a:xfrm>
          <a:prstGeom prst="line">
            <a:avLst/>
          </a:prstGeom>
          <a:ln w="25400">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40F0721-86C9-6C11-0B46-03E9A5DA8EB6}"/>
              </a:ext>
            </a:extLst>
          </p:cNvPr>
          <p:cNvSpPr txBox="1"/>
          <p:nvPr/>
        </p:nvSpPr>
        <p:spPr>
          <a:xfrm>
            <a:off x="1053818" y="1997345"/>
            <a:ext cx="604653" cy="369332"/>
          </a:xfrm>
          <a:prstGeom prst="rect">
            <a:avLst/>
          </a:prstGeom>
          <a:noFill/>
        </p:spPr>
        <p:txBody>
          <a:bodyPr wrap="none" rtlCol="0">
            <a:spAutoFit/>
          </a:bodyPr>
          <a:lstStyle/>
          <a:p>
            <a:r>
              <a:rPr lang="en-US" dirty="0">
                <a:solidFill>
                  <a:srgbClr val="FF0000"/>
                </a:solidFill>
              </a:rPr>
              <a:t>high</a:t>
            </a:r>
          </a:p>
        </p:txBody>
      </p:sp>
      <p:sp>
        <p:nvSpPr>
          <p:cNvPr id="14" name="TextBox 13">
            <a:extLst>
              <a:ext uri="{FF2B5EF4-FFF2-40B4-BE49-F238E27FC236}">
                <a16:creationId xmlns:a16="http://schemas.microsoft.com/office/drawing/2014/main" id="{5364E79E-0BD6-4873-6151-35FA8A65A6A3}"/>
              </a:ext>
            </a:extLst>
          </p:cNvPr>
          <p:cNvSpPr txBox="1"/>
          <p:nvPr/>
        </p:nvSpPr>
        <p:spPr>
          <a:xfrm>
            <a:off x="2042191" y="2022453"/>
            <a:ext cx="535083" cy="369332"/>
          </a:xfrm>
          <a:prstGeom prst="rect">
            <a:avLst/>
          </a:prstGeom>
          <a:noFill/>
        </p:spPr>
        <p:txBody>
          <a:bodyPr wrap="none" rtlCol="0">
            <a:spAutoFit/>
          </a:bodyPr>
          <a:lstStyle/>
          <a:p>
            <a:r>
              <a:rPr lang="en-US" dirty="0">
                <a:solidFill>
                  <a:srgbClr val="FF0000"/>
                </a:solidFill>
              </a:rPr>
              <a:t>low</a:t>
            </a:r>
          </a:p>
        </p:txBody>
      </p:sp>
      <p:sp>
        <p:nvSpPr>
          <p:cNvPr id="15" name="TextBox 14">
            <a:extLst>
              <a:ext uri="{FF2B5EF4-FFF2-40B4-BE49-F238E27FC236}">
                <a16:creationId xmlns:a16="http://schemas.microsoft.com/office/drawing/2014/main" id="{5C2FEDCA-FD4D-10F6-0418-C2032153BDC2}"/>
              </a:ext>
            </a:extLst>
          </p:cNvPr>
          <p:cNvSpPr txBox="1"/>
          <p:nvPr/>
        </p:nvSpPr>
        <p:spPr>
          <a:xfrm>
            <a:off x="3625063" y="2015288"/>
            <a:ext cx="938077" cy="369332"/>
          </a:xfrm>
          <a:prstGeom prst="rect">
            <a:avLst/>
          </a:prstGeom>
          <a:noFill/>
        </p:spPr>
        <p:txBody>
          <a:bodyPr wrap="none" rtlCol="0">
            <a:spAutoFit/>
          </a:bodyPr>
          <a:lstStyle/>
          <a:p>
            <a:r>
              <a:rPr lang="en-US" dirty="0">
                <a:solidFill>
                  <a:srgbClr val="FF0000"/>
                </a:solidFill>
              </a:rPr>
              <a:t>median</a:t>
            </a:r>
          </a:p>
        </p:txBody>
      </p:sp>
      <p:sp>
        <p:nvSpPr>
          <p:cNvPr id="16" name="TextBox 15">
            <a:extLst>
              <a:ext uri="{FF2B5EF4-FFF2-40B4-BE49-F238E27FC236}">
                <a16:creationId xmlns:a16="http://schemas.microsoft.com/office/drawing/2014/main" id="{505DB7E9-BA74-3CB3-5E67-65694088197F}"/>
              </a:ext>
            </a:extLst>
          </p:cNvPr>
          <p:cNvSpPr txBox="1"/>
          <p:nvPr/>
        </p:nvSpPr>
        <p:spPr>
          <a:xfrm>
            <a:off x="3931818" y="850752"/>
            <a:ext cx="2555508" cy="369332"/>
          </a:xfrm>
          <a:prstGeom prst="rect">
            <a:avLst/>
          </a:prstGeom>
          <a:noFill/>
        </p:spPr>
        <p:txBody>
          <a:bodyPr wrap="none" rtlCol="0">
            <a:spAutoFit/>
          </a:bodyPr>
          <a:lstStyle/>
          <a:p>
            <a:r>
              <a:rPr lang="en-US" dirty="0">
                <a:solidFill>
                  <a:srgbClr val="FF0000"/>
                </a:solidFill>
              </a:rPr>
              <a:t>Optimal #Input days: 40</a:t>
            </a:r>
          </a:p>
        </p:txBody>
      </p:sp>
      <p:pic>
        <p:nvPicPr>
          <p:cNvPr id="20" name="Picture 19" descr="A screenshot of a graph&#10;&#10;AI-generated content may be incorrect.">
            <a:extLst>
              <a:ext uri="{FF2B5EF4-FFF2-40B4-BE49-F238E27FC236}">
                <a16:creationId xmlns:a16="http://schemas.microsoft.com/office/drawing/2014/main" id="{9626EA7A-131E-A4E0-74DB-5BA02AC88FB9}"/>
              </a:ext>
            </a:extLst>
          </p:cNvPr>
          <p:cNvPicPr>
            <a:picLocks noChangeAspect="1"/>
          </p:cNvPicPr>
          <p:nvPr/>
        </p:nvPicPr>
        <p:blipFill>
          <a:blip r:embed="rId3"/>
          <a:stretch>
            <a:fillRect/>
          </a:stretch>
        </p:blipFill>
        <p:spPr>
          <a:xfrm>
            <a:off x="6400800" y="-1"/>
            <a:ext cx="4114800" cy="6858001"/>
          </a:xfrm>
          <a:prstGeom prst="rect">
            <a:avLst/>
          </a:prstGeom>
        </p:spPr>
      </p:pic>
      <p:sp>
        <p:nvSpPr>
          <p:cNvPr id="21" name="TextBox 20">
            <a:extLst>
              <a:ext uri="{FF2B5EF4-FFF2-40B4-BE49-F238E27FC236}">
                <a16:creationId xmlns:a16="http://schemas.microsoft.com/office/drawing/2014/main" id="{6AA2545F-D5B2-86C4-E1E1-0C9D9D2F12AE}"/>
              </a:ext>
            </a:extLst>
          </p:cNvPr>
          <p:cNvSpPr txBox="1"/>
          <p:nvPr/>
        </p:nvSpPr>
        <p:spPr>
          <a:xfrm>
            <a:off x="10040216" y="927696"/>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0.13 </a:t>
            </a:r>
          </a:p>
          <a:p>
            <a:r>
              <a:rPr lang="en-US" sz="1400" dirty="0">
                <a:solidFill>
                  <a:schemeClr val="tx2">
                    <a:lumMod val="75000"/>
                    <a:lumOff val="25000"/>
                  </a:schemeClr>
                </a:solidFill>
              </a:rPr>
              <a:t>Predicted: 0.17</a:t>
            </a:r>
          </a:p>
        </p:txBody>
      </p:sp>
      <p:sp>
        <p:nvSpPr>
          <p:cNvPr id="22" name="TextBox 21">
            <a:extLst>
              <a:ext uri="{FF2B5EF4-FFF2-40B4-BE49-F238E27FC236}">
                <a16:creationId xmlns:a16="http://schemas.microsoft.com/office/drawing/2014/main" id="{76BC33CE-DB95-C406-E2DB-202E14F99462}"/>
              </a:ext>
            </a:extLst>
          </p:cNvPr>
          <p:cNvSpPr txBox="1"/>
          <p:nvPr/>
        </p:nvSpPr>
        <p:spPr>
          <a:xfrm>
            <a:off x="10057929" y="2933412"/>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0.96 </a:t>
            </a:r>
          </a:p>
          <a:p>
            <a:r>
              <a:rPr lang="en-US" sz="1400" dirty="0">
                <a:solidFill>
                  <a:schemeClr val="tx2">
                    <a:lumMod val="75000"/>
                    <a:lumOff val="25000"/>
                  </a:schemeClr>
                </a:solidFill>
              </a:rPr>
              <a:t>Predicted: 0.98</a:t>
            </a:r>
          </a:p>
        </p:txBody>
      </p:sp>
      <p:sp>
        <p:nvSpPr>
          <p:cNvPr id="23" name="TextBox 22">
            <a:extLst>
              <a:ext uri="{FF2B5EF4-FFF2-40B4-BE49-F238E27FC236}">
                <a16:creationId xmlns:a16="http://schemas.microsoft.com/office/drawing/2014/main" id="{C06680E7-BF23-221F-2C63-ABAA8E244321}"/>
              </a:ext>
            </a:extLst>
          </p:cNvPr>
          <p:cNvSpPr txBox="1"/>
          <p:nvPr/>
        </p:nvSpPr>
        <p:spPr>
          <a:xfrm>
            <a:off x="10040216" y="4939128"/>
            <a:ext cx="1553630" cy="523220"/>
          </a:xfrm>
          <a:prstGeom prst="rect">
            <a:avLst/>
          </a:prstGeom>
          <a:noFill/>
        </p:spPr>
        <p:txBody>
          <a:bodyPr wrap="none" rtlCol="0">
            <a:spAutoFit/>
          </a:bodyPr>
          <a:lstStyle/>
          <a:p>
            <a:r>
              <a:rPr lang="en-US" sz="1400" dirty="0">
                <a:solidFill>
                  <a:schemeClr val="tx2">
                    <a:lumMod val="75000"/>
                    <a:lumOff val="25000"/>
                  </a:schemeClr>
                </a:solidFill>
              </a:rPr>
              <a:t>Dominance: 0.10 </a:t>
            </a:r>
          </a:p>
          <a:p>
            <a:r>
              <a:rPr lang="en-US" sz="1400" dirty="0">
                <a:solidFill>
                  <a:schemeClr val="tx2">
                    <a:lumMod val="75000"/>
                    <a:lumOff val="25000"/>
                  </a:schemeClr>
                </a:solidFill>
              </a:rPr>
              <a:t>Predicted: 0.12</a:t>
            </a:r>
          </a:p>
        </p:txBody>
      </p:sp>
      <p:sp>
        <p:nvSpPr>
          <p:cNvPr id="24" name="TextBox 23">
            <a:extLst>
              <a:ext uri="{FF2B5EF4-FFF2-40B4-BE49-F238E27FC236}">
                <a16:creationId xmlns:a16="http://schemas.microsoft.com/office/drawing/2014/main" id="{A5D5BF21-9926-E317-8D41-05BBCCD9A603}"/>
              </a:ext>
            </a:extLst>
          </p:cNvPr>
          <p:cNvSpPr txBox="1"/>
          <p:nvPr/>
        </p:nvSpPr>
        <p:spPr>
          <a:xfrm>
            <a:off x="8269698" y="666086"/>
            <a:ext cx="644728" cy="261610"/>
          </a:xfrm>
          <a:prstGeom prst="rect">
            <a:avLst/>
          </a:prstGeom>
          <a:noFill/>
        </p:spPr>
        <p:txBody>
          <a:bodyPr wrap="none" rtlCol="0">
            <a:spAutoFit/>
          </a:bodyPr>
          <a:lstStyle/>
          <a:p>
            <a:r>
              <a:rPr lang="en-US" sz="1100" dirty="0">
                <a:solidFill>
                  <a:srgbClr val="FF0000"/>
                </a:solidFill>
              </a:rPr>
              <a:t>median</a:t>
            </a:r>
          </a:p>
        </p:txBody>
      </p:sp>
      <p:sp>
        <p:nvSpPr>
          <p:cNvPr id="25" name="TextBox 24">
            <a:extLst>
              <a:ext uri="{FF2B5EF4-FFF2-40B4-BE49-F238E27FC236}">
                <a16:creationId xmlns:a16="http://schemas.microsoft.com/office/drawing/2014/main" id="{016D0C33-8CDF-63BE-41D6-2E769A9C01C0}"/>
              </a:ext>
            </a:extLst>
          </p:cNvPr>
          <p:cNvSpPr txBox="1"/>
          <p:nvPr/>
        </p:nvSpPr>
        <p:spPr>
          <a:xfrm>
            <a:off x="8391526" y="1089279"/>
            <a:ext cx="401072" cy="261610"/>
          </a:xfrm>
          <a:prstGeom prst="rect">
            <a:avLst/>
          </a:prstGeom>
          <a:noFill/>
        </p:spPr>
        <p:txBody>
          <a:bodyPr wrap="none" rtlCol="0">
            <a:spAutoFit/>
          </a:bodyPr>
          <a:lstStyle/>
          <a:p>
            <a:r>
              <a:rPr lang="en-US" sz="1100" dirty="0">
                <a:solidFill>
                  <a:srgbClr val="FF0000"/>
                </a:solidFill>
              </a:rPr>
              <a:t>low</a:t>
            </a:r>
          </a:p>
        </p:txBody>
      </p:sp>
      <p:sp>
        <p:nvSpPr>
          <p:cNvPr id="26" name="TextBox 25">
            <a:extLst>
              <a:ext uri="{FF2B5EF4-FFF2-40B4-BE49-F238E27FC236}">
                <a16:creationId xmlns:a16="http://schemas.microsoft.com/office/drawing/2014/main" id="{DAB79AAD-CAD2-A13C-176A-FDDE9095AC0C}"/>
              </a:ext>
            </a:extLst>
          </p:cNvPr>
          <p:cNvSpPr txBox="1"/>
          <p:nvPr/>
        </p:nvSpPr>
        <p:spPr>
          <a:xfrm>
            <a:off x="8387445" y="1462977"/>
            <a:ext cx="444352" cy="261610"/>
          </a:xfrm>
          <a:prstGeom prst="rect">
            <a:avLst/>
          </a:prstGeom>
          <a:noFill/>
        </p:spPr>
        <p:txBody>
          <a:bodyPr wrap="none" rtlCol="0">
            <a:spAutoFit/>
          </a:bodyPr>
          <a:lstStyle/>
          <a:p>
            <a:r>
              <a:rPr lang="en-US" sz="1100" dirty="0">
                <a:solidFill>
                  <a:srgbClr val="FF0000"/>
                </a:solidFill>
              </a:rPr>
              <a:t>high</a:t>
            </a:r>
          </a:p>
        </p:txBody>
      </p:sp>
      <p:sp>
        <p:nvSpPr>
          <p:cNvPr id="27" name="TextBox 26">
            <a:extLst>
              <a:ext uri="{FF2B5EF4-FFF2-40B4-BE49-F238E27FC236}">
                <a16:creationId xmlns:a16="http://schemas.microsoft.com/office/drawing/2014/main" id="{5A15BE9C-1EE0-0C54-1C48-FEE9D6FF51D3}"/>
              </a:ext>
            </a:extLst>
          </p:cNvPr>
          <p:cNvSpPr txBox="1"/>
          <p:nvPr/>
        </p:nvSpPr>
        <p:spPr>
          <a:xfrm>
            <a:off x="8336347" y="2670910"/>
            <a:ext cx="644728" cy="261610"/>
          </a:xfrm>
          <a:prstGeom prst="rect">
            <a:avLst/>
          </a:prstGeom>
          <a:noFill/>
        </p:spPr>
        <p:txBody>
          <a:bodyPr wrap="none" rtlCol="0">
            <a:spAutoFit/>
          </a:bodyPr>
          <a:lstStyle/>
          <a:p>
            <a:r>
              <a:rPr lang="en-US" sz="1100" dirty="0">
                <a:solidFill>
                  <a:srgbClr val="FF0000"/>
                </a:solidFill>
              </a:rPr>
              <a:t>median</a:t>
            </a:r>
          </a:p>
        </p:txBody>
      </p:sp>
      <p:sp>
        <p:nvSpPr>
          <p:cNvPr id="28" name="TextBox 27">
            <a:extLst>
              <a:ext uri="{FF2B5EF4-FFF2-40B4-BE49-F238E27FC236}">
                <a16:creationId xmlns:a16="http://schemas.microsoft.com/office/drawing/2014/main" id="{41D777BC-FEC7-AE95-7F6B-8EEF7EC85D3B}"/>
              </a:ext>
            </a:extLst>
          </p:cNvPr>
          <p:cNvSpPr txBox="1"/>
          <p:nvPr/>
        </p:nvSpPr>
        <p:spPr>
          <a:xfrm>
            <a:off x="8458175" y="3094103"/>
            <a:ext cx="401072" cy="261610"/>
          </a:xfrm>
          <a:prstGeom prst="rect">
            <a:avLst/>
          </a:prstGeom>
          <a:noFill/>
        </p:spPr>
        <p:txBody>
          <a:bodyPr wrap="none" rtlCol="0">
            <a:spAutoFit/>
          </a:bodyPr>
          <a:lstStyle/>
          <a:p>
            <a:r>
              <a:rPr lang="en-US" sz="1100" dirty="0">
                <a:solidFill>
                  <a:srgbClr val="FF0000"/>
                </a:solidFill>
              </a:rPr>
              <a:t>low</a:t>
            </a:r>
          </a:p>
        </p:txBody>
      </p:sp>
      <p:sp>
        <p:nvSpPr>
          <p:cNvPr id="29" name="TextBox 28">
            <a:extLst>
              <a:ext uri="{FF2B5EF4-FFF2-40B4-BE49-F238E27FC236}">
                <a16:creationId xmlns:a16="http://schemas.microsoft.com/office/drawing/2014/main" id="{CA519F2F-AF46-242E-E068-153CDC060388}"/>
              </a:ext>
            </a:extLst>
          </p:cNvPr>
          <p:cNvSpPr txBox="1"/>
          <p:nvPr/>
        </p:nvSpPr>
        <p:spPr>
          <a:xfrm>
            <a:off x="8454094" y="3467801"/>
            <a:ext cx="444352" cy="261610"/>
          </a:xfrm>
          <a:prstGeom prst="rect">
            <a:avLst/>
          </a:prstGeom>
          <a:noFill/>
        </p:spPr>
        <p:txBody>
          <a:bodyPr wrap="none" rtlCol="0">
            <a:spAutoFit/>
          </a:bodyPr>
          <a:lstStyle/>
          <a:p>
            <a:r>
              <a:rPr lang="en-US" sz="1100" dirty="0">
                <a:solidFill>
                  <a:srgbClr val="FF0000"/>
                </a:solidFill>
              </a:rPr>
              <a:t>high</a:t>
            </a:r>
          </a:p>
        </p:txBody>
      </p:sp>
      <p:sp>
        <p:nvSpPr>
          <p:cNvPr id="30" name="TextBox 29">
            <a:extLst>
              <a:ext uri="{FF2B5EF4-FFF2-40B4-BE49-F238E27FC236}">
                <a16:creationId xmlns:a16="http://schemas.microsoft.com/office/drawing/2014/main" id="{2203311C-D91B-7696-9F56-76AFADCF631C}"/>
              </a:ext>
            </a:extLst>
          </p:cNvPr>
          <p:cNvSpPr txBox="1"/>
          <p:nvPr/>
        </p:nvSpPr>
        <p:spPr>
          <a:xfrm>
            <a:off x="8297148" y="4737913"/>
            <a:ext cx="644728" cy="261610"/>
          </a:xfrm>
          <a:prstGeom prst="rect">
            <a:avLst/>
          </a:prstGeom>
          <a:noFill/>
        </p:spPr>
        <p:txBody>
          <a:bodyPr wrap="none" rtlCol="0">
            <a:spAutoFit/>
          </a:bodyPr>
          <a:lstStyle/>
          <a:p>
            <a:r>
              <a:rPr lang="en-US" sz="1100" dirty="0">
                <a:solidFill>
                  <a:srgbClr val="FF0000"/>
                </a:solidFill>
              </a:rPr>
              <a:t>median</a:t>
            </a:r>
          </a:p>
        </p:txBody>
      </p:sp>
      <p:sp>
        <p:nvSpPr>
          <p:cNvPr id="31" name="TextBox 30">
            <a:extLst>
              <a:ext uri="{FF2B5EF4-FFF2-40B4-BE49-F238E27FC236}">
                <a16:creationId xmlns:a16="http://schemas.microsoft.com/office/drawing/2014/main" id="{69F11FB1-725D-7E94-31B5-AF37235209B3}"/>
              </a:ext>
            </a:extLst>
          </p:cNvPr>
          <p:cNvSpPr txBox="1"/>
          <p:nvPr/>
        </p:nvSpPr>
        <p:spPr>
          <a:xfrm>
            <a:off x="8418976" y="5161106"/>
            <a:ext cx="401072" cy="261610"/>
          </a:xfrm>
          <a:prstGeom prst="rect">
            <a:avLst/>
          </a:prstGeom>
          <a:noFill/>
        </p:spPr>
        <p:txBody>
          <a:bodyPr wrap="none" rtlCol="0">
            <a:spAutoFit/>
          </a:bodyPr>
          <a:lstStyle/>
          <a:p>
            <a:r>
              <a:rPr lang="en-US" sz="1100" dirty="0">
                <a:solidFill>
                  <a:srgbClr val="FF0000"/>
                </a:solidFill>
              </a:rPr>
              <a:t>low</a:t>
            </a:r>
          </a:p>
        </p:txBody>
      </p:sp>
      <p:sp>
        <p:nvSpPr>
          <p:cNvPr id="32" name="TextBox 31">
            <a:extLst>
              <a:ext uri="{FF2B5EF4-FFF2-40B4-BE49-F238E27FC236}">
                <a16:creationId xmlns:a16="http://schemas.microsoft.com/office/drawing/2014/main" id="{870568E9-E632-898C-08F3-3A1646496B29}"/>
              </a:ext>
            </a:extLst>
          </p:cNvPr>
          <p:cNvSpPr txBox="1"/>
          <p:nvPr/>
        </p:nvSpPr>
        <p:spPr>
          <a:xfrm>
            <a:off x="8414895" y="5534804"/>
            <a:ext cx="444352" cy="261610"/>
          </a:xfrm>
          <a:prstGeom prst="rect">
            <a:avLst/>
          </a:prstGeom>
          <a:noFill/>
        </p:spPr>
        <p:txBody>
          <a:bodyPr wrap="none" rtlCol="0">
            <a:spAutoFit/>
          </a:bodyPr>
          <a:lstStyle/>
          <a:p>
            <a:r>
              <a:rPr lang="en-US" sz="1100" dirty="0">
                <a:solidFill>
                  <a:srgbClr val="FF0000"/>
                </a:solidFill>
              </a:rPr>
              <a:t>high</a:t>
            </a:r>
          </a:p>
        </p:txBody>
      </p:sp>
      <p:pic>
        <p:nvPicPr>
          <p:cNvPr id="17" name="Picture 16" descr="A graph of different colored bars&#10;&#10;AI-generated content may be incorrect.">
            <a:extLst>
              <a:ext uri="{FF2B5EF4-FFF2-40B4-BE49-F238E27FC236}">
                <a16:creationId xmlns:a16="http://schemas.microsoft.com/office/drawing/2014/main" id="{4B76FC08-0901-F45E-F415-F40809E57D31}"/>
              </a:ext>
            </a:extLst>
          </p:cNvPr>
          <p:cNvPicPr>
            <a:picLocks noChangeAspect="1"/>
          </p:cNvPicPr>
          <p:nvPr/>
        </p:nvPicPr>
        <p:blipFill>
          <a:blip r:embed="rId4"/>
          <a:stretch>
            <a:fillRect/>
          </a:stretch>
        </p:blipFill>
        <p:spPr>
          <a:xfrm>
            <a:off x="598155" y="4130650"/>
            <a:ext cx="4532292" cy="2697480"/>
          </a:xfrm>
          <a:prstGeom prst="rect">
            <a:avLst/>
          </a:prstGeom>
        </p:spPr>
      </p:pic>
    </p:spTree>
    <p:extLst>
      <p:ext uri="{BB962C8B-B14F-4D97-AF65-F5344CB8AC3E}">
        <p14:creationId xmlns:p14="http://schemas.microsoft.com/office/powerpoint/2010/main" val="19948245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6279A2-4D7B-4C85-DED4-CC4544982F71}"/>
              </a:ext>
            </a:extLst>
          </p:cNvPr>
          <p:cNvSpPr txBox="1"/>
          <p:nvPr/>
        </p:nvSpPr>
        <p:spPr>
          <a:xfrm>
            <a:off x="357841" y="646934"/>
            <a:ext cx="11476318" cy="4093428"/>
          </a:xfrm>
          <a:prstGeom prst="rect">
            <a:avLst/>
          </a:prstGeom>
          <a:noFill/>
        </p:spPr>
        <p:txBody>
          <a:bodyPr wrap="square" rtlCol="0">
            <a:spAutoFit/>
          </a:bodyPr>
          <a:lstStyle/>
          <a:p>
            <a:r>
              <a:rPr lang="en-US" b="1" dirty="0">
                <a:cs typeface="Times New Roman" panose="02020603050405020304" pitchFamily="18" charset="0"/>
              </a:rPr>
              <a:t>Implications</a:t>
            </a:r>
          </a:p>
          <a:p>
            <a:endParaRPr lang="en-US" b="1" dirty="0">
              <a:cs typeface="Times New Roman" panose="02020603050405020304" pitchFamily="18" charset="0"/>
            </a:endParaRPr>
          </a:p>
          <a:p>
            <a:r>
              <a:rPr lang="en-US" b="1" dirty="0">
                <a:cs typeface="Times New Roman" panose="02020603050405020304" pitchFamily="18" charset="0"/>
              </a:rPr>
              <a:t>How can this model predict future dominance based on the growth rate pattern of a new variant during the first 30-60 days of observation?</a:t>
            </a:r>
          </a:p>
          <a:p>
            <a:pPr marL="285750" indent="-285750">
              <a:buFont typeface="Arial" panose="020B0604020202020204" pitchFamily="34" charset="0"/>
              <a:buChar char="•"/>
            </a:pPr>
            <a:r>
              <a:rPr lang="en-US" sz="1600" dirty="0">
                <a:cs typeface="Times New Roman" panose="02020603050405020304" pitchFamily="18" charset="0"/>
              </a:rPr>
              <a:t>When a new variant emerges in a country, such as the United States, we monitor its share until it meets the criteria for the initial stage—having at least one infection per day for consecutive weeks. Once this threshold is met, we observe the variant over the optimal period (30 days for the United States) and calculate the growth rate of the S-G smoothed data and plug into the pre-trained model. The model then calculates the predicted dominance, providing an early signal of the variant's potential future dominance. We think our model approach can be used to</a:t>
            </a:r>
            <a:r>
              <a:rPr lang="en-US" sz="1600" b="1" dirty="0">
                <a:cs typeface="Times New Roman" panose="02020603050405020304" pitchFamily="18" charset="0"/>
              </a:rPr>
              <a:t> </a:t>
            </a:r>
            <a:r>
              <a:rPr lang="en-US" sz="1600" dirty="0">
                <a:cs typeface="Times New Roman" panose="02020603050405020304" pitchFamily="18" charset="0"/>
              </a:rPr>
              <a:t>predict the dominance among competing respiratory infection viruses (e.g., COVID-19, influenza, RSV, </a:t>
            </a:r>
            <a:r>
              <a:rPr lang="en-US" sz="1600" dirty="0"/>
              <a:t>Rhinovirus, Coronavirus, Adenovirus</a:t>
            </a:r>
            <a:r>
              <a:rPr lang="en-US" sz="1600" dirty="0">
                <a:cs typeface="Times New Roman" panose="02020603050405020304" pitchFamily="18" charset="0"/>
              </a:rPr>
              <a:t>) in the winter season based on the first 30 days of observation.  </a:t>
            </a:r>
          </a:p>
          <a:p>
            <a:pPr marL="285750" indent="-285750">
              <a:buFont typeface="Arial" panose="020B0604020202020204" pitchFamily="34" charset="0"/>
              <a:buChar char="•"/>
            </a:pPr>
            <a:endParaRPr lang="en-US" b="1" dirty="0">
              <a:cs typeface="Times New Roman" panose="02020603050405020304" pitchFamily="18" charset="0"/>
            </a:endParaRPr>
          </a:p>
          <a:p>
            <a:r>
              <a:rPr lang="en-US" b="1" dirty="0">
                <a:cs typeface="Times New Roman" panose="02020603050405020304" pitchFamily="18" charset="0"/>
              </a:rPr>
              <a:t>Our model accounts each variant independently. Whether and how does this model account for the varying number of competing variants?</a:t>
            </a:r>
          </a:p>
          <a:p>
            <a:pPr marL="285750" indent="-285750">
              <a:buFont typeface="Arial" panose="020B0604020202020204" pitchFamily="34" charset="0"/>
              <a:buChar char="•"/>
            </a:pPr>
            <a:r>
              <a:rPr lang="en-US" sz="1600" dirty="0">
                <a:solidFill>
                  <a:srgbClr val="0E0E0E"/>
                </a:solidFill>
                <a:highlight>
                  <a:srgbClr val="FFFF00"/>
                </a:highlight>
                <a:latin typeface=".AppleSystemUIFont"/>
              </a:rPr>
              <a:t>To be discussed</a:t>
            </a:r>
          </a:p>
        </p:txBody>
      </p:sp>
    </p:spTree>
    <p:extLst>
      <p:ext uri="{BB962C8B-B14F-4D97-AF65-F5344CB8AC3E}">
        <p14:creationId xmlns:p14="http://schemas.microsoft.com/office/powerpoint/2010/main" val="761758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22135-CCDA-0BCA-D6AE-3010718BD1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A3F749-EA16-A406-CA8A-2922B7BD3E5F}"/>
              </a:ext>
            </a:extLst>
          </p:cNvPr>
          <p:cNvSpPr txBox="1">
            <a:spLocks/>
          </p:cNvSpPr>
          <p:nvPr/>
        </p:nvSpPr>
        <p:spPr>
          <a:xfrm>
            <a:off x="605658" y="2103437"/>
            <a:ext cx="10980683" cy="132556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ko-KR" sz="3200" b="1" dirty="0">
                <a:latin typeface="Times New Roman" panose="02020603050405020304" pitchFamily="18" charset="0"/>
                <a:cs typeface="Times New Roman" panose="02020603050405020304" pitchFamily="18" charset="0"/>
              </a:rPr>
              <a:t>Global Hospitalization/Infection Rate Prediction Using Variant Share Sequences</a:t>
            </a:r>
          </a:p>
        </p:txBody>
      </p:sp>
    </p:spTree>
    <p:extLst>
      <p:ext uri="{BB962C8B-B14F-4D97-AF65-F5344CB8AC3E}">
        <p14:creationId xmlns:p14="http://schemas.microsoft.com/office/powerpoint/2010/main" val="2221889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F8400-38CA-A288-6A8B-8CA1E226A95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52E043-B1E7-15CA-3ED9-FA51BAAF547B}"/>
              </a:ext>
            </a:extLst>
          </p:cNvPr>
          <p:cNvSpPr>
            <a:spLocks noGrp="1"/>
          </p:cNvSpPr>
          <p:nvPr>
            <p:ph idx="1"/>
          </p:nvPr>
        </p:nvSpPr>
        <p:spPr>
          <a:xfrm>
            <a:off x="324527" y="959223"/>
            <a:ext cx="10170839" cy="4958101"/>
          </a:xfrm>
        </p:spPr>
        <p:txBody>
          <a:bodyPr>
            <a:normAutofit fontScale="92500" lnSpcReduction="10000"/>
          </a:bodyPr>
          <a:lstStyle/>
          <a:p>
            <a:pPr algn="just">
              <a:buFont typeface="Wingdings" pitchFamily="2" charset="2"/>
              <a:buChar char="§"/>
            </a:pPr>
            <a:r>
              <a:rPr lang="en-US" sz="2600" b="1" dirty="0"/>
              <a:t>2</a:t>
            </a:r>
            <a:r>
              <a:rPr lang="en-US" sz="2600" b="1" baseline="30000" dirty="0"/>
              <a:t>nd</a:t>
            </a:r>
            <a:r>
              <a:rPr lang="en-US" sz="2600" b="1" dirty="0"/>
              <a:t> Analysis</a:t>
            </a:r>
            <a:r>
              <a:rPr lang="en-US" sz="2600" dirty="0"/>
              <a:t>: </a:t>
            </a:r>
            <a:r>
              <a:rPr lang="en-US" sz="2600" dirty="0">
                <a:solidFill>
                  <a:srgbClr val="0E0E0E"/>
                </a:solidFill>
                <a:effectLst/>
                <a:latin typeface="+mj-lt"/>
              </a:rPr>
              <a:t>Which variants contributed the most to the hospitalization-to-infection rate during the Omicron wave across countries?</a:t>
            </a:r>
            <a:endParaRPr lang="en-US" sz="2600" dirty="0">
              <a:latin typeface="+mj-lt"/>
            </a:endParaRPr>
          </a:p>
          <a:p>
            <a:pPr algn="just"/>
            <a:endParaRPr lang="en-US" sz="2400" dirty="0"/>
          </a:p>
          <a:p>
            <a:pPr lvl="1" algn="just"/>
            <a:r>
              <a:rPr lang="en-US" sz="2200" b="1" dirty="0"/>
              <a:t>a) </a:t>
            </a:r>
            <a:r>
              <a:rPr lang="en-US" sz="2200" dirty="0">
                <a:solidFill>
                  <a:srgbClr val="0E0E0E"/>
                </a:solidFill>
                <a:effectLst/>
                <a:latin typeface=".AppleSystemUIFont"/>
              </a:rPr>
              <a:t>To determine whether, and to what extent, dominant variants were closely associated with the hospitalization-to-infection rate.</a:t>
            </a:r>
          </a:p>
          <a:p>
            <a:pPr lvl="1" algn="just"/>
            <a:endParaRPr lang="en-US" sz="2200" dirty="0"/>
          </a:p>
          <a:p>
            <a:pPr lvl="1" algn="just"/>
            <a:endParaRPr lang="en-US" sz="2200" dirty="0"/>
          </a:p>
          <a:p>
            <a:pPr lvl="1" algn="just"/>
            <a:r>
              <a:rPr lang="en-US" sz="2200" b="1" dirty="0"/>
              <a:t>b) </a:t>
            </a:r>
            <a:r>
              <a:rPr lang="en-US" sz="2200" dirty="0">
                <a:solidFill>
                  <a:srgbClr val="0E0E0E"/>
                </a:solidFill>
                <a:effectLst/>
                <a:latin typeface=".AppleSystemUIFont"/>
              </a:rPr>
              <a:t>To compare groups of dominant variants and their association with the hospitalization-to-infection rate across countries.</a:t>
            </a:r>
          </a:p>
          <a:p>
            <a:pPr marL="457200" lvl="1" indent="0" algn="just">
              <a:buNone/>
            </a:pPr>
            <a:endParaRPr lang="en-US" sz="2000" dirty="0"/>
          </a:p>
          <a:p>
            <a:pPr lvl="1" algn="just"/>
            <a:endParaRPr lang="en-US" sz="2000" dirty="0"/>
          </a:p>
          <a:p>
            <a:pPr lvl="1" algn="just"/>
            <a:r>
              <a:rPr lang="en-US" sz="2200" b="1" dirty="0">
                <a:solidFill>
                  <a:srgbClr val="0E0E0E"/>
                </a:solidFill>
                <a:effectLst/>
                <a:latin typeface=".AppleSystemUIFont"/>
              </a:rPr>
              <a:t>Model Utility: </a:t>
            </a:r>
          </a:p>
          <a:p>
            <a:pPr lvl="2" algn="just"/>
            <a:r>
              <a:rPr lang="en-US" sz="2200" dirty="0">
                <a:solidFill>
                  <a:srgbClr val="0E0E0E"/>
                </a:solidFill>
                <a:effectLst/>
                <a:latin typeface=".AppleSystemUIFont"/>
              </a:rPr>
              <a:t>To estimate population-level epidemic consequences based on nationwide sampled genotype data.</a:t>
            </a:r>
          </a:p>
          <a:p>
            <a:pPr lvl="2" algn="just"/>
            <a:r>
              <a:rPr lang="en-US" sz="2200" dirty="0">
                <a:solidFill>
                  <a:srgbClr val="0E0E0E"/>
                </a:solidFill>
                <a:effectLst/>
                <a:latin typeface=".AppleSystemUIFont"/>
              </a:rPr>
              <a:t>To quantify the discrepancy between high share dominance and high hospitalization-to-infection contribution.</a:t>
            </a:r>
          </a:p>
          <a:p>
            <a:pPr lvl="2" algn="just"/>
            <a:endParaRPr lang="en-US" sz="1600" dirty="0">
              <a:solidFill>
                <a:srgbClr val="0E0E0E"/>
              </a:solidFill>
              <a:effectLst/>
              <a:latin typeface=".AppleSystemUIFont"/>
            </a:endParaRPr>
          </a:p>
          <a:p>
            <a:pPr lvl="1" algn="just"/>
            <a:endParaRPr lang="en-US" sz="2000" dirty="0"/>
          </a:p>
          <a:p>
            <a:pPr lvl="1" algn="just"/>
            <a:endParaRPr lang="en-US" dirty="0"/>
          </a:p>
        </p:txBody>
      </p:sp>
      <p:sp>
        <p:nvSpPr>
          <p:cNvPr id="4" name="Title 1">
            <a:extLst>
              <a:ext uri="{FF2B5EF4-FFF2-40B4-BE49-F238E27FC236}">
                <a16:creationId xmlns:a16="http://schemas.microsoft.com/office/drawing/2014/main" id="{39D13FB5-8C79-5BE1-A43A-8724B84AEE58}"/>
              </a:ext>
            </a:extLst>
          </p:cNvPr>
          <p:cNvSpPr txBox="1">
            <a:spLocks/>
          </p:cNvSpPr>
          <p:nvPr/>
        </p:nvSpPr>
        <p:spPr>
          <a:xfrm>
            <a:off x="342527" y="119232"/>
            <a:ext cx="6678383" cy="7315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mn-lt"/>
                <a:cs typeface="Times New Roman" panose="02020603050405020304" pitchFamily="18" charset="0"/>
              </a:rPr>
              <a:t>Introduction</a:t>
            </a:r>
            <a:endParaRPr lang="en-US" sz="3600" b="1" dirty="0">
              <a:latin typeface="+mn-lt"/>
              <a:cs typeface="Times New Roman" panose="02020603050405020304" pitchFamily="18" charset="0"/>
            </a:endParaRPr>
          </a:p>
        </p:txBody>
      </p:sp>
      <p:sp>
        <p:nvSpPr>
          <p:cNvPr id="5" name="직사각형 3">
            <a:extLst>
              <a:ext uri="{FF2B5EF4-FFF2-40B4-BE49-F238E27FC236}">
                <a16:creationId xmlns:a16="http://schemas.microsoft.com/office/drawing/2014/main" id="{89EECA49-6B38-8F35-62BE-07D1CC53D84F}"/>
              </a:ext>
            </a:extLst>
          </p:cNvPr>
          <p:cNvSpPr/>
          <p:nvPr/>
        </p:nvSpPr>
        <p:spPr>
          <a:xfrm flipH="1" flipV="1">
            <a:off x="127233" y="97318"/>
            <a:ext cx="116541" cy="7753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8">
            <a:extLst>
              <a:ext uri="{FF2B5EF4-FFF2-40B4-BE49-F238E27FC236}">
                <a16:creationId xmlns:a16="http://schemas.microsoft.com/office/drawing/2014/main" id="{1E09C00F-250A-9577-B6C2-8448A1C376B6}"/>
              </a:ext>
            </a:extLst>
          </p:cNvPr>
          <p:cNvSpPr/>
          <p:nvPr/>
        </p:nvSpPr>
        <p:spPr>
          <a:xfrm flipH="1" flipV="1">
            <a:off x="306527" y="97316"/>
            <a:ext cx="36000" cy="77535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a:p>
        </p:txBody>
      </p:sp>
    </p:spTree>
    <p:extLst>
      <p:ext uri="{BB962C8B-B14F-4D97-AF65-F5344CB8AC3E}">
        <p14:creationId xmlns:p14="http://schemas.microsoft.com/office/powerpoint/2010/main" val="181451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1B1C068-9196-B559-F275-8CF92BAE6893}"/>
              </a:ext>
            </a:extLst>
          </p:cNvPr>
          <p:cNvSpPr txBox="1">
            <a:spLocks/>
          </p:cNvSpPr>
          <p:nvPr/>
        </p:nvSpPr>
        <p:spPr>
          <a:xfrm>
            <a:off x="256606" y="331076"/>
            <a:ext cx="11678785" cy="22664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Data Description</a:t>
            </a:r>
          </a:p>
          <a:p>
            <a:pPr lvl="1">
              <a:lnSpc>
                <a:spcPct val="120000"/>
              </a:lnSpc>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 Linking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22 shared classified lineages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data to the </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Hospitalization and Infection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from</a:t>
            </a:r>
            <a:r>
              <a:rPr lang="en-US" sz="2000" b="1" dirty="0">
                <a:effectLst/>
                <a:latin typeface="Times New Roman" panose="02020603050405020304" pitchFamily="18" charset="0"/>
                <a:ea typeface="DengXian" panose="02010600030101010101" pitchFamily="2" charset="-122"/>
                <a:cs typeface="Times New Roman" panose="02020603050405020304" pitchFamily="18" charset="0"/>
              </a:rPr>
              <a:t> Our World in Data </a:t>
            </a: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website. </a:t>
            </a:r>
            <a:endParaRPr lang="en-US" sz="2000" dirty="0">
              <a:effectLst/>
              <a:latin typeface="Times New Roman" panose="02020603050405020304" pitchFamily="18" charset="0"/>
              <a:ea typeface="DengXian" panose="02010600030101010101" pitchFamily="2" charset="-122"/>
            </a:endParaRP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hospitalization-infection (Hosp-Infec) rate was calculated as a sequence, and the problem was modeled as a multiple time series prediction problem.</a:t>
            </a:r>
            <a:endParaRPr lang="en-US" sz="1900" dirty="0">
              <a:latin typeface="Arial" panose="020B0604020202020204" pitchFamily="34"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BEFFD43-C486-DF54-EE6E-FE03DC33D650}"/>
              </a:ext>
            </a:extLst>
          </p:cNvPr>
          <p:cNvSpPr txBox="1">
            <a:spLocks/>
          </p:cNvSpPr>
          <p:nvPr/>
        </p:nvSpPr>
        <p:spPr>
          <a:xfrm>
            <a:off x="256606" y="3168870"/>
            <a:ext cx="11678785" cy="18866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Char char="v"/>
            </a:pPr>
            <a:r>
              <a:rPr lang="en-US" sz="2000" b="1" dirty="0">
                <a:latin typeface="Arial" panose="020B0604020202020204" pitchFamily="34" charset="0"/>
                <a:cs typeface="Times New Roman" panose="02020603050405020304" pitchFamily="18" charset="0"/>
              </a:rPr>
              <a:t>Definition and Methodology</a:t>
            </a:r>
          </a:p>
          <a:p>
            <a:pPr lvl="1">
              <a:lnSpc>
                <a:spcPct val="120000"/>
              </a:lnSpc>
            </a:pPr>
            <a:r>
              <a:rPr lang="en-US" sz="2000" dirty="0">
                <a:latin typeface="Times New Roman" panose="02020603050405020304" pitchFamily="18" charset="0"/>
                <a:ea typeface="DengXian" panose="02010600030101010101" pitchFamily="2" charset="-122"/>
              </a:rPr>
              <a:t>The Hosp-Infec rate was calculated using the absolute number of infections and hospitalizations recorded.</a:t>
            </a:r>
          </a:p>
          <a:p>
            <a:pPr lvl="1">
              <a:lnSpc>
                <a:spcPct val="120000"/>
              </a:lnSpc>
            </a:pPr>
            <a:r>
              <a:rPr lang="en-US" sz="2000" dirty="0">
                <a:latin typeface="Times New Roman" panose="02020603050405020304" pitchFamily="18" charset="0"/>
                <a:ea typeface="DengXian" panose="02010600030101010101" pitchFamily="2" charset="-122"/>
                <a:cs typeface="Times New Roman" panose="02020603050405020304" pitchFamily="18" charset="0"/>
              </a:rPr>
              <a:t>The </a:t>
            </a:r>
            <a:r>
              <a:rPr lang="en-US" sz="2000" b="1" dirty="0">
                <a:latin typeface="Times New Roman" panose="02020603050405020304" pitchFamily="18" charset="0"/>
                <a:ea typeface="DengXian" panose="02010600030101010101" pitchFamily="2" charset="-122"/>
                <a:cs typeface="Times New Roman" panose="02020603050405020304" pitchFamily="18" charset="0"/>
              </a:rPr>
              <a:t>ARIMAX</a:t>
            </a:r>
            <a:r>
              <a:rPr lang="en-US" sz="2000" dirty="0">
                <a:latin typeface="Times New Roman" panose="02020603050405020304" pitchFamily="18" charset="0"/>
                <a:ea typeface="DengXian" panose="02010600030101010101" pitchFamily="2" charset="-122"/>
                <a:cs typeface="Times New Roman" panose="02020603050405020304" pitchFamily="18" charset="0"/>
              </a:rPr>
              <a:t> model was applied for multiple time series predictions to better provide the the contribution of exogenous variables (multiple series of variants)</a:t>
            </a:r>
          </a:p>
        </p:txBody>
      </p:sp>
      <p:pic>
        <p:nvPicPr>
          <p:cNvPr id="2" name="Picture 1">
            <a:extLst>
              <a:ext uri="{FF2B5EF4-FFF2-40B4-BE49-F238E27FC236}">
                <a16:creationId xmlns:a16="http://schemas.microsoft.com/office/drawing/2014/main" id="{0DF7B418-3DA7-733D-D2EA-CF04EC4649F5}"/>
              </a:ext>
            </a:extLst>
          </p:cNvPr>
          <p:cNvPicPr>
            <a:picLocks noChangeAspect="1"/>
          </p:cNvPicPr>
          <p:nvPr/>
        </p:nvPicPr>
        <p:blipFill>
          <a:blip r:embed="rId2"/>
          <a:stretch>
            <a:fillRect/>
          </a:stretch>
        </p:blipFill>
        <p:spPr>
          <a:xfrm>
            <a:off x="2724148" y="5197135"/>
            <a:ext cx="6743700" cy="1130300"/>
          </a:xfrm>
          <a:prstGeom prst="rect">
            <a:avLst/>
          </a:prstGeom>
        </p:spPr>
      </p:pic>
    </p:spTree>
    <p:extLst>
      <p:ext uri="{BB962C8B-B14F-4D97-AF65-F5344CB8AC3E}">
        <p14:creationId xmlns:p14="http://schemas.microsoft.com/office/powerpoint/2010/main" val="1429092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39780-1A6A-A6AF-1F53-DD8A57346983}"/>
              </a:ext>
            </a:extLst>
          </p:cNvPr>
          <p:cNvPicPr>
            <a:picLocks noChangeAspect="1"/>
          </p:cNvPicPr>
          <p:nvPr/>
        </p:nvPicPr>
        <p:blipFill>
          <a:blip r:embed="rId2"/>
          <a:stretch>
            <a:fillRect/>
          </a:stretch>
        </p:blipFill>
        <p:spPr>
          <a:xfrm>
            <a:off x="1918138" y="295604"/>
            <a:ext cx="8355723" cy="6266792"/>
          </a:xfrm>
          <a:prstGeom prst="rect">
            <a:avLst/>
          </a:prstGeom>
        </p:spPr>
      </p:pic>
    </p:spTree>
    <p:extLst>
      <p:ext uri="{BB962C8B-B14F-4D97-AF65-F5344CB8AC3E}">
        <p14:creationId xmlns:p14="http://schemas.microsoft.com/office/powerpoint/2010/main" val="1899376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blue dots&#10;&#10;Description automatically generated">
            <a:extLst>
              <a:ext uri="{FF2B5EF4-FFF2-40B4-BE49-F238E27FC236}">
                <a16:creationId xmlns:a16="http://schemas.microsoft.com/office/drawing/2014/main" id="{ED7FD13E-1E61-B3BD-433F-1104F197ABB7}"/>
              </a:ext>
            </a:extLst>
          </p:cNvPr>
          <p:cNvPicPr>
            <a:picLocks noChangeAspect="1"/>
          </p:cNvPicPr>
          <p:nvPr/>
        </p:nvPicPr>
        <p:blipFill>
          <a:blip r:embed="rId2"/>
          <a:stretch>
            <a:fillRect/>
          </a:stretch>
        </p:blipFill>
        <p:spPr>
          <a:xfrm>
            <a:off x="208692" y="725738"/>
            <a:ext cx="5887308" cy="5203960"/>
          </a:xfrm>
          <a:prstGeom prst="rect">
            <a:avLst/>
          </a:prstGeom>
        </p:spPr>
      </p:pic>
      <p:pic>
        <p:nvPicPr>
          <p:cNvPr id="9" name="Picture 8" descr="A graph with blue dots&#10;&#10;Description automatically generated">
            <a:extLst>
              <a:ext uri="{FF2B5EF4-FFF2-40B4-BE49-F238E27FC236}">
                <a16:creationId xmlns:a16="http://schemas.microsoft.com/office/drawing/2014/main" id="{E7B8F350-61DB-E454-CAE3-6F85BF7EBC2A}"/>
              </a:ext>
            </a:extLst>
          </p:cNvPr>
          <p:cNvPicPr>
            <a:picLocks noChangeAspect="1"/>
          </p:cNvPicPr>
          <p:nvPr/>
        </p:nvPicPr>
        <p:blipFill>
          <a:blip r:embed="rId3"/>
          <a:stretch>
            <a:fillRect/>
          </a:stretch>
        </p:blipFill>
        <p:spPr>
          <a:xfrm>
            <a:off x="6304692" y="725738"/>
            <a:ext cx="5887308" cy="5203960"/>
          </a:xfrm>
          <a:prstGeom prst="rect">
            <a:avLst/>
          </a:prstGeom>
        </p:spPr>
      </p:pic>
    </p:spTree>
    <p:extLst>
      <p:ext uri="{BB962C8B-B14F-4D97-AF65-F5344CB8AC3E}">
        <p14:creationId xmlns:p14="http://schemas.microsoft.com/office/powerpoint/2010/main" val="3631312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with blue dots&#10;&#10;Description automatically generated">
            <a:extLst>
              <a:ext uri="{FF2B5EF4-FFF2-40B4-BE49-F238E27FC236}">
                <a16:creationId xmlns:a16="http://schemas.microsoft.com/office/drawing/2014/main" id="{CA655D13-F601-E23C-0E1C-F8F404BF03D0}"/>
              </a:ext>
            </a:extLst>
          </p:cNvPr>
          <p:cNvPicPr>
            <a:picLocks noChangeAspect="1"/>
          </p:cNvPicPr>
          <p:nvPr/>
        </p:nvPicPr>
        <p:blipFill>
          <a:blip r:embed="rId2"/>
          <a:stretch>
            <a:fillRect/>
          </a:stretch>
        </p:blipFill>
        <p:spPr>
          <a:xfrm>
            <a:off x="2806357" y="707203"/>
            <a:ext cx="6579286" cy="5815619"/>
          </a:xfrm>
          <a:prstGeom prst="rect">
            <a:avLst/>
          </a:prstGeom>
        </p:spPr>
      </p:pic>
    </p:spTree>
    <p:extLst>
      <p:ext uri="{BB962C8B-B14F-4D97-AF65-F5344CB8AC3E}">
        <p14:creationId xmlns:p14="http://schemas.microsoft.com/office/powerpoint/2010/main" val="2034234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7901</TotalTime>
  <Words>1940</Words>
  <Application>Microsoft Macintosh PowerPoint</Application>
  <PresentationFormat>Widescreen</PresentationFormat>
  <Paragraphs>179</Paragraphs>
  <Slides>29</Slides>
  <Notes>3</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.AppleSystemUIFont</vt:lpstr>
      <vt:lpstr>DengXian</vt:lpstr>
      <vt:lpstr>Aptos</vt:lpstr>
      <vt:lpstr>Aptos Display</vt:lpstr>
      <vt:lpstr>Arial</vt:lpstr>
      <vt:lpstr>Cambria Math</vt:lpstr>
      <vt:lpstr>Times New Roman</vt:lpstr>
      <vt:lpstr>Wingdings</vt:lpstr>
      <vt:lpstr>Office Theme</vt:lpstr>
      <vt:lpstr>PowerPoint Presentation</vt:lpstr>
      <vt:lpstr>Introduction</vt:lpstr>
      <vt:lpstr>PowerPoint Presentation</vt:lpstr>
      <vt:lpstr>PowerPoint Presentation</vt:lpstr>
      <vt:lpstr>Explanation of Model Input and Output</vt:lpstr>
      <vt:lpstr>Explanation of Model Input and Output</vt:lpstr>
      <vt:lpstr>Explanation of Model Input and Output</vt:lpstr>
      <vt:lpstr>PowerPoint Presentation</vt:lpstr>
      <vt:lpstr>PowerPoint Presentation</vt:lpstr>
      <vt:lpstr>Methodologies</vt:lpstr>
      <vt:lpstr>Re-define the initial stage</vt:lpstr>
      <vt:lpstr>Occupation Time Curve Conversion</vt:lpstr>
      <vt:lpstr>Occupation Time Curve Conversion</vt:lpstr>
      <vt:lpstr>PowerPoint Presentation</vt:lpstr>
      <vt:lpstr>Functional Regression with OTCs</vt:lpstr>
      <vt:lpstr>Results</vt:lpstr>
      <vt:lpstr>PowerPoint Presentation</vt:lpstr>
      <vt:lpstr>Results</vt:lpstr>
      <vt:lpstr>PowerPoint Presentation</vt:lpstr>
      <vt:lpstr>PowerPoint Presentation</vt:lpstr>
      <vt:lpstr>Interpretations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Franky</dc:creator>
  <cp:lastModifiedBy>Zhang, Franky</cp:lastModifiedBy>
  <cp:revision>34</cp:revision>
  <dcterms:created xsi:type="dcterms:W3CDTF">2024-10-16T12:27:48Z</dcterms:created>
  <dcterms:modified xsi:type="dcterms:W3CDTF">2025-02-26T15:00:26Z</dcterms:modified>
</cp:coreProperties>
</file>