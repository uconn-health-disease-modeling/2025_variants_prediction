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"/>
  </p:notesMasterIdLst>
  <p:sldIdLst>
    <p:sldId id="323" r:id="rId2"/>
  </p:sldIdLst>
  <p:sldSz cx="9144000" cy="5143500" type="screen16x9"/>
  <p:notesSz cx="6858000" cy="9144000"/>
  <p:embeddedFontLst>
    <p:embeddedFont>
      <p:font typeface="Montserrat SemiBold" panose="00000700000000000000" pitchFamily="2" charset="77"/>
      <p:regular r:id="rId4"/>
      <p:bold r:id="rId5"/>
      <p:italic r:id="rId6"/>
      <p:boldItalic r:id="rId7"/>
    </p:embeddedFont>
    <p:embeddedFont>
      <p:font typeface="Questrial" pitchFamily="2" charset="77"/>
      <p:regular r:id="rId8"/>
    </p:embeddedFont>
    <p:embeddedFont>
      <p:font typeface="Raleway" pitchFamily="2" charset="77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228AF3-7F21-A572-A607-BE4F1D72476F}" name="Jo,Youngji" initials="YJ" userId="S::jo@uchc.edu::e92a225a-1793-4826-8320-2f52e73f74f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291F75-353A-714B-BC30-94026E099711}" v="24" dt="2026-08-31T13:19:38.626"/>
  </p1510:revLst>
</p1510:revInfo>
</file>

<file path=ppt/tableStyles.xml><?xml version="1.0" encoding="utf-8"?>
<a:tblStyleLst xmlns:a="http://schemas.openxmlformats.org/drawingml/2006/main" def="{9F530665-4193-418C-8ED8-6E003C5CC9B8}">
  <a:tblStyle styleId="{9F530665-4193-418C-8ED8-6E003C5CC9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59" autoAdjust="0"/>
    <p:restoredTop sz="96253"/>
  </p:normalViewPr>
  <p:slideViewPr>
    <p:cSldViewPr snapToGrid="0">
      <p:cViewPr varScale="1">
        <p:scale>
          <a:sx n="193" d="100"/>
          <a:sy n="193" d="100"/>
        </p:scale>
        <p:origin x="70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microsoft.com/office/2018/10/relationships/authors" Target="author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Franky" userId="6ce4719b-7f4a-4549-8832-a74568dd27a3" providerId="ADAL" clId="{9429DBDF-1B75-516B-90D6-7ADF1384E786}"/>
    <pc:docChg chg="undo custSel delSld modSld">
      <pc:chgData name="Zhang, Franky" userId="6ce4719b-7f4a-4549-8832-a74568dd27a3" providerId="ADAL" clId="{9429DBDF-1B75-516B-90D6-7ADF1384E786}" dt="2026-08-31T13:19:46.165" v="760" actId="20577"/>
      <pc:docMkLst>
        <pc:docMk/>
      </pc:docMkLst>
      <pc:sldChg chg="del">
        <pc:chgData name="Zhang, Franky" userId="6ce4719b-7f4a-4549-8832-a74568dd27a3" providerId="ADAL" clId="{9429DBDF-1B75-516B-90D6-7ADF1384E786}" dt="2026-08-31T12:40:32.762" v="19" actId="2696"/>
        <pc:sldMkLst>
          <pc:docMk/>
          <pc:sldMk cId="0" sldId="256"/>
        </pc:sldMkLst>
      </pc:sldChg>
      <pc:sldChg chg="del">
        <pc:chgData name="Zhang, Franky" userId="6ce4719b-7f4a-4549-8832-a74568dd27a3" providerId="ADAL" clId="{9429DBDF-1B75-516B-90D6-7ADF1384E786}" dt="2026-08-31T12:40:33.659" v="24" actId="2696"/>
        <pc:sldMkLst>
          <pc:docMk/>
          <pc:sldMk cId="0" sldId="257"/>
        </pc:sldMkLst>
      </pc:sldChg>
      <pc:sldChg chg="del">
        <pc:chgData name="Zhang, Franky" userId="6ce4719b-7f4a-4549-8832-a74568dd27a3" providerId="ADAL" clId="{9429DBDF-1B75-516B-90D6-7ADF1384E786}" dt="2026-08-31T12:40:33.021" v="20" actId="2696"/>
        <pc:sldMkLst>
          <pc:docMk/>
          <pc:sldMk cId="0" sldId="258"/>
        </pc:sldMkLst>
      </pc:sldChg>
      <pc:sldChg chg="del">
        <pc:chgData name="Zhang, Franky" userId="6ce4719b-7f4a-4549-8832-a74568dd27a3" providerId="ADAL" clId="{9429DBDF-1B75-516B-90D6-7ADF1384E786}" dt="2026-08-31T12:40:33.364" v="22" actId="2696"/>
        <pc:sldMkLst>
          <pc:docMk/>
          <pc:sldMk cId="0" sldId="261"/>
        </pc:sldMkLst>
      </pc:sldChg>
      <pc:sldChg chg="del">
        <pc:chgData name="Zhang, Franky" userId="6ce4719b-7f4a-4549-8832-a74568dd27a3" providerId="ADAL" clId="{9429DBDF-1B75-516B-90D6-7ADF1384E786}" dt="2026-08-31T12:40:18.256" v="12" actId="2696"/>
        <pc:sldMkLst>
          <pc:docMk/>
          <pc:sldMk cId="0" sldId="275"/>
        </pc:sldMkLst>
      </pc:sldChg>
      <pc:sldChg chg="del">
        <pc:chgData name="Zhang, Franky" userId="6ce4719b-7f4a-4549-8832-a74568dd27a3" providerId="ADAL" clId="{9429DBDF-1B75-516B-90D6-7ADF1384E786}" dt="2026-08-31T12:40:33.199" v="21" actId="2696"/>
        <pc:sldMkLst>
          <pc:docMk/>
          <pc:sldMk cId="2552966964" sldId="296"/>
        </pc:sldMkLst>
      </pc:sldChg>
      <pc:sldChg chg="del">
        <pc:chgData name="Zhang, Franky" userId="6ce4719b-7f4a-4549-8832-a74568dd27a3" providerId="ADAL" clId="{9429DBDF-1B75-516B-90D6-7ADF1384E786}" dt="2026-08-31T12:40:33.510" v="23" actId="2696"/>
        <pc:sldMkLst>
          <pc:docMk/>
          <pc:sldMk cId="2757998885" sldId="297"/>
        </pc:sldMkLst>
      </pc:sldChg>
      <pc:sldChg chg="del">
        <pc:chgData name="Zhang, Franky" userId="6ce4719b-7f4a-4549-8832-a74568dd27a3" providerId="ADAL" clId="{9429DBDF-1B75-516B-90D6-7ADF1384E786}" dt="2026-08-31T12:40:33.810" v="25" actId="2696"/>
        <pc:sldMkLst>
          <pc:docMk/>
          <pc:sldMk cId="2084223156" sldId="298"/>
        </pc:sldMkLst>
      </pc:sldChg>
      <pc:sldChg chg="del">
        <pc:chgData name="Zhang, Franky" userId="6ce4719b-7f4a-4549-8832-a74568dd27a3" providerId="ADAL" clId="{9429DBDF-1B75-516B-90D6-7ADF1384E786}" dt="2026-08-31T12:40:34.176" v="27" actId="2696"/>
        <pc:sldMkLst>
          <pc:docMk/>
          <pc:sldMk cId="1928325599" sldId="299"/>
        </pc:sldMkLst>
      </pc:sldChg>
      <pc:sldChg chg="del">
        <pc:chgData name="Zhang, Franky" userId="6ce4719b-7f4a-4549-8832-a74568dd27a3" providerId="ADAL" clId="{9429DBDF-1B75-516B-90D6-7ADF1384E786}" dt="2026-08-31T12:40:34.349" v="28" actId="2696"/>
        <pc:sldMkLst>
          <pc:docMk/>
          <pc:sldMk cId="397424818" sldId="300"/>
        </pc:sldMkLst>
      </pc:sldChg>
      <pc:sldChg chg="del">
        <pc:chgData name="Zhang, Franky" userId="6ce4719b-7f4a-4549-8832-a74568dd27a3" providerId="ADAL" clId="{9429DBDF-1B75-516B-90D6-7ADF1384E786}" dt="2026-08-31T12:40:34.545" v="29" actId="2696"/>
        <pc:sldMkLst>
          <pc:docMk/>
          <pc:sldMk cId="1611937415" sldId="301"/>
        </pc:sldMkLst>
      </pc:sldChg>
      <pc:sldChg chg="del">
        <pc:chgData name="Zhang, Franky" userId="6ce4719b-7f4a-4549-8832-a74568dd27a3" providerId="ADAL" clId="{9429DBDF-1B75-516B-90D6-7ADF1384E786}" dt="2026-08-31T12:40:34.772" v="30" actId="2696"/>
        <pc:sldMkLst>
          <pc:docMk/>
          <pc:sldMk cId="3418309965" sldId="302"/>
        </pc:sldMkLst>
      </pc:sldChg>
      <pc:sldChg chg="del">
        <pc:chgData name="Zhang, Franky" userId="6ce4719b-7f4a-4549-8832-a74568dd27a3" providerId="ADAL" clId="{9429DBDF-1B75-516B-90D6-7ADF1384E786}" dt="2026-08-31T12:40:35.402" v="31" actId="2696"/>
        <pc:sldMkLst>
          <pc:docMk/>
          <pc:sldMk cId="1162580158" sldId="303"/>
        </pc:sldMkLst>
      </pc:sldChg>
      <pc:sldChg chg="del">
        <pc:chgData name="Zhang, Franky" userId="6ce4719b-7f4a-4549-8832-a74568dd27a3" providerId="ADAL" clId="{9429DBDF-1B75-516B-90D6-7ADF1384E786}" dt="2026-08-31T12:40:35.805" v="32" actId="2696"/>
        <pc:sldMkLst>
          <pc:docMk/>
          <pc:sldMk cId="2160408942" sldId="304"/>
        </pc:sldMkLst>
      </pc:sldChg>
      <pc:sldChg chg="del">
        <pc:chgData name="Zhang, Franky" userId="6ce4719b-7f4a-4549-8832-a74568dd27a3" providerId="ADAL" clId="{9429DBDF-1B75-516B-90D6-7ADF1384E786}" dt="2026-08-31T12:40:26.373" v="17" actId="2696"/>
        <pc:sldMkLst>
          <pc:docMk/>
          <pc:sldMk cId="1735973608" sldId="305"/>
        </pc:sldMkLst>
      </pc:sldChg>
      <pc:sldChg chg="del">
        <pc:chgData name="Zhang, Franky" userId="6ce4719b-7f4a-4549-8832-a74568dd27a3" providerId="ADAL" clId="{9429DBDF-1B75-516B-90D6-7ADF1384E786}" dt="2026-08-31T12:40:23.839" v="16" actId="2696"/>
        <pc:sldMkLst>
          <pc:docMk/>
          <pc:sldMk cId="771559830" sldId="306"/>
        </pc:sldMkLst>
      </pc:sldChg>
      <pc:sldChg chg="del">
        <pc:chgData name="Zhang, Franky" userId="6ce4719b-7f4a-4549-8832-a74568dd27a3" providerId="ADAL" clId="{9429DBDF-1B75-516B-90D6-7ADF1384E786}" dt="2026-08-31T12:40:22.832" v="14" actId="2696"/>
        <pc:sldMkLst>
          <pc:docMk/>
          <pc:sldMk cId="3847352112" sldId="307"/>
        </pc:sldMkLst>
      </pc:sldChg>
      <pc:sldChg chg="del">
        <pc:chgData name="Zhang, Franky" userId="6ce4719b-7f4a-4549-8832-a74568dd27a3" providerId="ADAL" clId="{9429DBDF-1B75-516B-90D6-7ADF1384E786}" dt="2026-08-31T12:40:18.182" v="0" actId="2696"/>
        <pc:sldMkLst>
          <pc:docMk/>
          <pc:sldMk cId="3723005577" sldId="308"/>
        </pc:sldMkLst>
      </pc:sldChg>
      <pc:sldChg chg="del">
        <pc:chgData name="Zhang, Franky" userId="6ce4719b-7f4a-4549-8832-a74568dd27a3" providerId="ADAL" clId="{9429DBDF-1B75-516B-90D6-7ADF1384E786}" dt="2026-08-31T12:40:22.380" v="13" actId="2696"/>
        <pc:sldMkLst>
          <pc:docMk/>
          <pc:sldMk cId="3119728869" sldId="309"/>
        </pc:sldMkLst>
      </pc:sldChg>
      <pc:sldChg chg="del">
        <pc:chgData name="Zhang, Franky" userId="6ce4719b-7f4a-4549-8832-a74568dd27a3" providerId="ADAL" clId="{9429DBDF-1B75-516B-90D6-7ADF1384E786}" dt="2026-08-31T12:40:18.197" v="1" actId="2696"/>
        <pc:sldMkLst>
          <pc:docMk/>
          <pc:sldMk cId="399156000" sldId="310"/>
        </pc:sldMkLst>
      </pc:sldChg>
      <pc:sldChg chg="del">
        <pc:chgData name="Zhang, Franky" userId="6ce4719b-7f4a-4549-8832-a74568dd27a3" providerId="ADAL" clId="{9429DBDF-1B75-516B-90D6-7ADF1384E786}" dt="2026-08-31T12:40:18.199" v="2" actId="2696"/>
        <pc:sldMkLst>
          <pc:docMk/>
          <pc:sldMk cId="226236599" sldId="311"/>
        </pc:sldMkLst>
      </pc:sldChg>
      <pc:sldChg chg="del">
        <pc:chgData name="Zhang, Franky" userId="6ce4719b-7f4a-4549-8832-a74568dd27a3" providerId="ADAL" clId="{9429DBDF-1B75-516B-90D6-7ADF1384E786}" dt="2026-08-31T12:40:18.218" v="4" actId="2696"/>
        <pc:sldMkLst>
          <pc:docMk/>
          <pc:sldMk cId="981100261" sldId="312"/>
        </pc:sldMkLst>
      </pc:sldChg>
      <pc:sldChg chg="del">
        <pc:chgData name="Zhang, Franky" userId="6ce4719b-7f4a-4549-8832-a74568dd27a3" providerId="ADAL" clId="{9429DBDF-1B75-516B-90D6-7ADF1384E786}" dt="2026-08-31T12:40:18.233" v="5" actId="2696"/>
        <pc:sldMkLst>
          <pc:docMk/>
          <pc:sldMk cId="3637332845" sldId="313"/>
        </pc:sldMkLst>
      </pc:sldChg>
      <pc:sldChg chg="del">
        <pc:chgData name="Zhang, Franky" userId="6ce4719b-7f4a-4549-8832-a74568dd27a3" providerId="ADAL" clId="{9429DBDF-1B75-516B-90D6-7ADF1384E786}" dt="2026-08-31T12:40:18.238" v="6" actId="2696"/>
        <pc:sldMkLst>
          <pc:docMk/>
          <pc:sldMk cId="133087936" sldId="314"/>
        </pc:sldMkLst>
      </pc:sldChg>
      <pc:sldChg chg="del">
        <pc:chgData name="Zhang, Franky" userId="6ce4719b-7f4a-4549-8832-a74568dd27a3" providerId="ADAL" clId="{9429DBDF-1B75-516B-90D6-7ADF1384E786}" dt="2026-08-31T12:40:18.240" v="7" actId="2696"/>
        <pc:sldMkLst>
          <pc:docMk/>
          <pc:sldMk cId="1345782142" sldId="315"/>
        </pc:sldMkLst>
      </pc:sldChg>
      <pc:sldChg chg="del">
        <pc:chgData name="Zhang, Franky" userId="6ce4719b-7f4a-4549-8832-a74568dd27a3" providerId="ADAL" clId="{9429DBDF-1B75-516B-90D6-7ADF1384E786}" dt="2026-08-31T12:40:18.246" v="8" actId="2696"/>
        <pc:sldMkLst>
          <pc:docMk/>
          <pc:sldMk cId="3668339981" sldId="316"/>
        </pc:sldMkLst>
      </pc:sldChg>
      <pc:sldChg chg="del">
        <pc:chgData name="Zhang, Franky" userId="6ce4719b-7f4a-4549-8832-a74568dd27a3" providerId="ADAL" clId="{9429DBDF-1B75-516B-90D6-7ADF1384E786}" dt="2026-08-31T12:40:18.250" v="9" actId="2696"/>
        <pc:sldMkLst>
          <pc:docMk/>
          <pc:sldMk cId="3440552413" sldId="317"/>
        </pc:sldMkLst>
      </pc:sldChg>
      <pc:sldChg chg="del">
        <pc:chgData name="Zhang, Franky" userId="6ce4719b-7f4a-4549-8832-a74568dd27a3" providerId="ADAL" clId="{9429DBDF-1B75-516B-90D6-7ADF1384E786}" dt="2026-08-31T12:40:18.252" v="10" actId="2696"/>
        <pc:sldMkLst>
          <pc:docMk/>
          <pc:sldMk cId="1006168384" sldId="318"/>
        </pc:sldMkLst>
      </pc:sldChg>
      <pc:sldChg chg="del">
        <pc:chgData name="Zhang, Franky" userId="6ce4719b-7f4a-4549-8832-a74568dd27a3" providerId="ADAL" clId="{9429DBDF-1B75-516B-90D6-7ADF1384E786}" dt="2026-08-31T12:40:18.254" v="11" actId="2696"/>
        <pc:sldMkLst>
          <pc:docMk/>
          <pc:sldMk cId="3840420055" sldId="319"/>
        </pc:sldMkLst>
      </pc:sldChg>
      <pc:sldChg chg="del">
        <pc:chgData name="Zhang, Franky" userId="6ce4719b-7f4a-4549-8832-a74568dd27a3" providerId="ADAL" clId="{9429DBDF-1B75-516B-90D6-7ADF1384E786}" dt="2026-08-31T12:40:18.202" v="3" actId="2696"/>
        <pc:sldMkLst>
          <pc:docMk/>
          <pc:sldMk cId="147189517" sldId="320"/>
        </pc:sldMkLst>
      </pc:sldChg>
      <pc:sldChg chg="del">
        <pc:chgData name="Zhang, Franky" userId="6ce4719b-7f4a-4549-8832-a74568dd27a3" providerId="ADAL" clId="{9429DBDF-1B75-516B-90D6-7ADF1384E786}" dt="2026-08-31T12:40:23.281" v="15" actId="2696"/>
        <pc:sldMkLst>
          <pc:docMk/>
          <pc:sldMk cId="4007133550" sldId="321"/>
        </pc:sldMkLst>
      </pc:sldChg>
      <pc:sldChg chg="del">
        <pc:chgData name="Zhang, Franky" userId="6ce4719b-7f4a-4549-8832-a74568dd27a3" providerId="ADAL" clId="{9429DBDF-1B75-516B-90D6-7ADF1384E786}" dt="2026-08-31T12:40:34.036" v="26" actId="2696"/>
        <pc:sldMkLst>
          <pc:docMk/>
          <pc:sldMk cId="1529145597" sldId="322"/>
        </pc:sldMkLst>
      </pc:sldChg>
      <pc:sldChg chg="addSp delSp modSp mod">
        <pc:chgData name="Zhang, Franky" userId="6ce4719b-7f4a-4549-8832-a74568dd27a3" providerId="ADAL" clId="{9429DBDF-1B75-516B-90D6-7ADF1384E786}" dt="2026-08-31T13:19:46.165" v="760" actId="20577"/>
        <pc:sldMkLst>
          <pc:docMk/>
          <pc:sldMk cId="189197774" sldId="323"/>
        </pc:sldMkLst>
        <pc:spChg chg="mod">
          <ac:chgData name="Zhang, Franky" userId="6ce4719b-7f4a-4549-8832-a74568dd27a3" providerId="ADAL" clId="{9429DBDF-1B75-516B-90D6-7ADF1384E786}" dt="2026-08-31T13:11:45.403" v="599" actId="1076"/>
          <ac:spMkLst>
            <pc:docMk/>
            <pc:sldMk cId="189197774" sldId="323"/>
            <ac:spMk id="16" creationId="{30096205-A531-2A6E-13AB-4B26FBD4C5D1}"/>
          </ac:spMkLst>
        </pc:spChg>
        <pc:spChg chg="mod">
          <ac:chgData name="Zhang, Franky" userId="6ce4719b-7f4a-4549-8832-a74568dd27a3" providerId="ADAL" clId="{9429DBDF-1B75-516B-90D6-7ADF1384E786}" dt="2026-08-31T13:06:49.009" v="396" actId="20577"/>
          <ac:spMkLst>
            <pc:docMk/>
            <pc:sldMk cId="189197774" sldId="323"/>
            <ac:spMk id="17" creationId="{7DA71F8A-F74D-2447-F2AE-F5C3B08A31D4}"/>
          </ac:spMkLst>
        </pc:spChg>
        <pc:spChg chg="del mod">
          <ac:chgData name="Zhang, Franky" userId="6ce4719b-7f4a-4549-8832-a74568dd27a3" providerId="ADAL" clId="{9429DBDF-1B75-516B-90D6-7ADF1384E786}" dt="2026-08-31T13:03:43.297" v="350" actId="478"/>
          <ac:spMkLst>
            <pc:docMk/>
            <pc:sldMk cId="189197774" sldId="323"/>
            <ac:spMk id="18" creationId="{CCDCECCF-1DB3-5932-3606-901AA95C987B}"/>
          </ac:spMkLst>
        </pc:spChg>
        <pc:spChg chg="mod">
          <ac:chgData name="Zhang, Franky" userId="6ce4719b-7f4a-4549-8832-a74568dd27a3" providerId="ADAL" clId="{9429DBDF-1B75-516B-90D6-7ADF1384E786}" dt="2026-08-31T13:14:24.376" v="625" actId="404"/>
          <ac:spMkLst>
            <pc:docMk/>
            <pc:sldMk cId="189197774" sldId="323"/>
            <ac:spMk id="19" creationId="{76F2FFC5-E459-2460-340C-3D71066DDB80}"/>
          </ac:spMkLst>
        </pc:spChg>
        <pc:spChg chg="del mod">
          <ac:chgData name="Zhang, Franky" userId="6ce4719b-7f4a-4549-8832-a74568dd27a3" providerId="ADAL" clId="{9429DBDF-1B75-516B-90D6-7ADF1384E786}" dt="2026-08-31T12:44:27.446" v="36" actId="478"/>
          <ac:spMkLst>
            <pc:docMk/>
            <pc:sldMk cId="189197774" sldId="323"/>
            <ac:spMk id="24" creationId="{0B35F4B6-37DF-1C1E-AFC8-2BC7B443E0BD}"/>
          </ac:spMkLst>
        </pc:spChg>
        <pc:spChg chg="mod">
          <ac:chgData name="Zhang, Franky" userId="6ce4719b-7f4a-4549-8832-a74568dd27a3" providerId="ADAL" clId="{9429DBDF-1B75-516B-90D6-7ADF1384E786}" dt="2026-08-31T13:02:35.910" v="342" actId="403"/>
          <ac:spMkLst>
            <pc:docMk/>
            <pc:sldMk cId="189197774" sldId="323"/>
            <ac:spMk id="25" creationId="{776E7DE7-4077-4444-446A-0DF21AEF2F2B}"/>
          </ac:spMkLst>
        </pc:spChg>
        <pc:spChg chg="del mod">
          <ac:chgData name="Zhang, Franky" userId="6ce4719b-7f4a-4549-8832-a74568dd27a3" providerId="ADAL" clId="{9429DBDF-1B75-516B-90D6-7ADF1384E786}" dt="2026-08-31T13:03:25.117" v="348" actId="478"/>
          <ac:spMkLst>
            <pc:docMk/>
            <pc:sldMk cId="189197774" sldId="323"/>
            <ac:spMk id="26" creationId="{89EAB4A0-6AE7-FEC2-DA7E-6D2695DE1086}"/>
          </ac:spMkLst>
        </pc:spChg>
        <pc:spChg chg="add mod">
          <ac:chgData name="Zhang, Franky" userId="6ce4719b-7f4a-4549-8832-a74568dd27a3" providerId="ADAL" clId="{9429DBDF-1B75-516B-90D6-7ADF1384E786}" dt="2026-08-31T13:12:04.536" v="601" actId="1076"/>
          <ac:spMkLst>
            <pc:docMk/>
            <pc:sldMk cId="189197774" sldId="323"/>
            <ac:spMk id="50" creationId="{D58D4189-C1D2-9F92-5CF9-D12DC11EDAC7}"/>
          </ac:spMkLst>
        </pc:spChg>
        <pc:spChg chg="add mod">
          <ac:chgData name="Zhang, Franky" userId="6ce4719b-7f4a-4549-8832-a74568dd27a3" providerId="ADAL" clId="{9429DBDF-1B75-516B-90D6-7ADF1384E786}" dt="2026-08-31T13:12:04.536" v="601" actId="1076"/>
          <ac:spMkLst>
            <pc:docMk/>
            <pc:sldMk cId="189197774" sldId="323"/>
            <ac:spMk id="51" creationId="{1151E096-F113-2EAA-44FC-893B5784D811}"/>
          </ac:spMkLst>
        </pc:spChg>
        <pc:spChg chg="add mod">
          <ac:chgData name="Zhang, Franky" userId="6ce4719b-7f4a-4549-8832-a74568dd27a3" providerId="ADAL" clId="{9429DBDF-1B75-516B-90D6-7ADF1384E786}" dt="2026-08-31T13:14:39.171" v="627" actId="113"/>
          <ac:spMkLst>
            <pc:docMk/>
            <pc:sldMk cId="189197774" sldId="323"/>
            <ac:spMk id="55" creationId="{60679AE1-F26E-82E3-FBAC-F5FB7E6B5963}"/>
          </ac:spMkLst>
        </pc:spChg>
        <pc:spChg chg="add mod">
          <ac:chgData name="Zhang, Franky" userId="6ce4719b-7f4a-4549-8832-a74568dd27a3" providerId="ADAL" clId="{9429DBDF-1B75-516B-90D6-7ADF1384E786}" dt="2026-08-31T13:14:35.147" v="626" actId="113"/>
          <ac:spMkLst>
            <pc:docMk/>
            <pc:sldMk cId="189197774" sldId="323"/>
            <ac:spMk id="64" creationId="{F4C2E85F-2DD1-B566-6648-9F212AF25046}"/>
          </ac:spMkLst>
        </pc:spChg>
        <pc:spChg chg="add mod">
          <ac:chgData name="Zhang, Franky" userId="6ce4719b-7f4a-4549-8832-a74568dd27a3" providerId="ADAL" clId="{9429DBDF-1B75-516B-90D6-7ADF1384E786}" dt="2026-08-31T13:15:07.612" v="657" actId="14100"/>
          <ac:spMkLst>
            <pc:docMk/>
            <pc:sldMk cId="189197774" sldId="323"/>
            <ac:spMk id="80" creationId="{C22877D5-B7C9-85E3-0D3A-E030A3C3D987}"/>
          </ac:spMkLst>
        </pc:spChg>
        <pc:spChg chg="add mod">
          <ac:chgData name="Zhang, Franky" userId="6ce4719b-7f4a-4549-8832-a74568dd27a3" providerId="ADAL" clId="{9429DBDF-1B75-516B-90D6-7ADF1384E786}" dt="2026-08-31T13:16:36.819" v="711" actId="20577"/>
          <ac:spMkLst>
            <pc:docMk/>
            <pc:sldMk cId="189197774" sldId="323"/>
            <ac:spMk id="99" creationId="{A58809B1-12BE-BC74-C1DA-0D1CFC592C47}"/>
          </ac:spMkLst>
        </pc:spChg>
        <pc:spChg chg="add mod">
          <ac:chgData name="Zhang, Franky" userId="6ce4719b-7f4a-4549-8832-a74568dd27a3" providerId="ADAL" clId="{9429DBDF-1B75-516B-90D6-7ADF1384E786}" dt="2026-08-31T13:17:09.689" v="743" actId="20577"/>
          <ac:spMkLst>
            <pc:docMk/>
            <pc:sldMk cId="189197774" sldId="323"/>
            <ac:spMk id="102" creationId="{0160F2C7-2653-6DBD-D345-8A2E7C60B060}"/>
          </ac:spMkLst>
        </pc:spChg>
        <pc:spChg chg="add mod">
          <ac:chgData name="Zhang, Franky" userId="6ce4719b-7f4a-4549-8832-a74568dd27a3" providerId="ADAL" clId="{9429DBDF-1B75-516B-90D6-7ADF1384E786}" dt="2026-08-31T13:18:50.882" v="748" actId="1076"/>
          <ac:spMkLst>
            <pc:docMk/>
            <pc:sldMk cId="189197774" sldId="323"/>
            <ac:spMk id="103" creationId="{8A881B64-D942-6D7C-D5AD-82D6D7E9C44B}"/>
          </ac:spMkLst>
        </pc:spChg>
        <pc:spChg chg="add mod">
          <ac:chgData name="Zhang, Franky" userId="6ce4719b-7f4a-4549-8832-a74568dd27a3" providerId="ADAL" clId="{9429DBDF-1B75-516B-90D6-7ADF1384E786}" dt="2026-08-31T13:19:00.864" v="752" actId="20577"/>
          <ac:spMkLst>
            <pc:docMk/>
            <pc:sldMk cId="189197774" sldId="323"/>
            <ac:spMk id="104" creationId="{88A91936-716E-0050-8F1C-EC5378D1B4F5}"/>
          </ac:spMkLst>
        </pc:spChg>
        <pc:spChg chg="add mod">
          <ac:chgData name="Zhang, Franky" userId="6ce4719b-7f4a-4549-8832-a74568dd27a3" providerId="ADAL" clId="{9429DBDF-1B75-516B-90D6-7ADF1384E786}" dt="2026-08-31T13:19:19.090" v="756" actId="20577"/>
          <ac:spMkLst>
            <pc:docMk/>
            <pc:sldMk cId="189197774" sldId="323"/>
            <ac:spMk id="105" creationId="{9C9D519A-8241-22A9-5763-7584012E71E2}"/>
          </ac:spMkLst>
        </pc:spChg>
        <pc:spChg chg="add mod">
          <ac:chgData name="Zhang, Franky" userId="6ce4719b-7f4a-4549-8832-a74568dd27a3" providerId="ADAL" clId="{9429DBDF-1B75-516B-90D6-7ADF1384E786}" dt="2026-08-31T13:19:46.165" v="760" actId="20577"/>
          <ac:spMkLst>
            <pc:docMk/>
            <pc:sldMk cId="189197774" sldId="323"/>
            <ac:spMk id="106" creationId="{8083575B-97A4-EBDE-AB6B-4FA781D571EE}"/>
          </ac:spMkLst>
        </pc:spChg>
        <pc:grpChg chg="mod">
          <ac:chgData name="Zhang, Franky" userId="6ce4719b-7f4a-4549-8832-a74568dd27a3" providerId="ADAL" clId="{9429DBDF-1B75-516B-90D6-7ADF1384E786}" dt="2026-08-31T12:41:02.920" v="33" actId="1076"/>
          <ac:grpSpMkLst>
            <pc:docMk/>
            <pc:sldMk cId="189197774" sldId="323"/>
            <ac:grpSpMk id="2" creationId="{49BAFACF-C57D-E6B7-640C-CED2F93BC1E8}"/>
          </ac:grpSpMkLst>
        </pc:grpChg>
        <pc:grpChg chg="add mod">
          <ac:chgData name="Zhang, Franky" userId="6ce4719b-7f4a-4549-8832-a74568dd27a3" providerId="ADAL" clId="{9429DBDF-1B75-516B-90D6-7ADF1384E786}" dt="2026-08-31T13:12:04.536" v="601" actId="1076"/>
          <ac:grpSpMkLst>
            <pc:docMk/>
            <pc:sldMk cId="189197774" sldId="323"/>
            <ac:grpSpMk id="15" creationId="{A2F1E22E-90DD-F0AE-00B5-91C1C5926BE6}"/>
          </ac:grpSpMkLst>
        </pc:grpChg>
        <pc:cxnChg chg="mod">
          <ac:chgData name="Zhang, Franky" userId="6ce4719b-7f4a-4549-8832-a74568dd27a3" providerId="ADAL" clId="{9429DBDF-1B75-516B-90D6-7ADF1384E786}" dt="2026-08-31T13:11:45.403" v="599" actId="1076"/>
          <ac:cxnSpMkLst>
            <pc:docMk/>
            <pc:sldMk cId="189197774" sldId="323"/>
            <ac:cxnSpMk id="20" creationId="{67D0729D-DBE4-601A-D2BB-9447A1815677}"/>
          </ac:cxnSpMkLst>
        </pc:cxnChg>
        <pc:cxnChg chg="mod">
          <ac:chgData name="Zhang, Franky" userId="6ce4719b-7f4a-4549-8832-a74568dd27a3" providerId="ADAL" clId="{9429DBDF-1B75-516B-90D6-7ADF1384E786}" dt="2026-08-31T13:12:04.536" v="601" actId="1076"/>
          <ac:cxnSpMkLst>
            <pc:docMk/>
            <pc:sldMk cId="189197774" sldId="323"/>
            <ac:cxnSpMk id="21" creationId="{19AECA06-5F57-0476-AEFD-79075DE55E4A}"/>
          </ac:cxnSpMkLst>
        </pc:cxnChg>
        <pc:cxnChg chg="mod">
          <ac:chgData name="Zhang, Franky" userId="6ce4719b-7f4a-4549-8832-a74568dd27a3" providerId="ADAL" clId="{9429DBDF-1B75-516B-90D6-7ADF1384E786}" dt="2026-08-31T13:12:04.536" v="601" actId="1076"/>
          <ac:cxnSpMkLst>
            <pc:docMk/>
            <pc:sldMk cId="189197774" sldId="323"/>
            <ac:cxnSpMk id="22" creationId="{8B762C33-C8BA-222D-C394-7984729277C1}"/>
          </ac:cxnSpMkLst>
        </pc:cxnChg>
        <pc:cxnChg chg="del mod">
          <ac:chgData name="Zhang, Franky" userId="6ce4719b-7f4a-4549-8832-a74568dd27a3" providerId="ADAL" clId="{9429DBDF-1B75-516B-90D6-7ADF1384E786}" dt="2026-08-31T12:44:30.378" v="37" actId="478"/>
          <ac:cxnSpMkLst>
            <pc:docMk/>
            <pc:sldMk cId="189197774" sldId="323"/>
            <ac:cxnSpMk id="23" creationId="{52D107EE-9E21-7F6A-70F4-81D8BB1FA6FA}"/>
          </ac:cxnSpMkLst>
        </pc:cxnChg>
        <pc:cxnChg chg="del">
          <ac:chgData name="Zhang, Franky" userId="6ce4719b-7f4a-4549-8832-a74568dd27a3" providerId="ADAL" clId="{9429DBDF-1B75-516B-90D6-7ADF1384E786}" dt="2026-08-31T13:03:28.400" v="349" actId="478"/>
          <ac:cxnSpMkLst>
            <pc:docMk/>
            <pc:sldMk cId="189197774" sldId="323"/>
            <ac:cxnSpMk id="27" creationId="{B1BFC6C2-A46D-E19B-CA34-A368ED790E41}"/>
          </ac:cxnSpMkLst>
        </pc:cxnChg>
        <pc:cxnChg chg="add mod">
          <ac:chgData name="Zhang, Franky" userId="6ce4719b-7f4a-4549-8832-a74568dd27a3" providerId="ADAL" clId="{9429DBDF-1B75-516B-90D6-7ADF1384E786}" dt="2026-08-31T13:12:04.536" v="601" actId="1076"/>
          <ac:cxnSpMkLst>
            <pc:docMk/>
            <pc:sldMk cId="189197774" sldId="323"/>
            <ac:cxnSpMk id="52" creationId="{C63AE805-B72E-E4A0-BDCC-22173831ACBF}"/>
          </ac:cxnSpMkLst>
        </pc:cxnChg>
        <pc:cxnChg chg="add del mod">
          <ac:chgData name="Zhang, Franky" userId="6ce4719b-7f4a-4549-8832-a74568dd27a3" providerId="ADAL" clId="{9429DBDF-1B75-516B-90D6-7ADF1384E786}" dt="2026-08-31T13:13:29.799" v="619" actId="478"/>
          <ac:cxnSpMkLst>
            <pc:docMk/>
            <pc:sldMk cId="189197774" sldId="323"/>
            <ac:cxnSpMk id="77" creationId="{95D85DA7-6CF0-1D73-4160-E772C3731F39}"/>
          </ac:cxnSpMkLst>
        </pc:cxnChg>
        <pc:cxnChg chg="add mod">
          <ac:chgData name="Zhang, Franky" userId="6ce4719b-7f4a-4549-8832-a74568dd27a3" providerId="ADAL" clId="{9429DBDF-1B75-516B-90D6-7ADF1384E786}" dt="2026-08-31T13:15:29.249" v="664" actId="1076"/>
          <ac:cxnSpMkLst>
            <pc:docMk/>
            <pc:sldMk cId="189197774" sldId="323"/>
            <ac:cxnSpMk id="82" creationId="{A44EB74E-64AC-4BC0-CA6E-3B11E7FE374D}"/>
          </ac:cxnSpMkLst>
        </pc:cxnChg>
        <pc:cxnChg chg="add mod">
          <ac:chgData name="Zhang, Franky" userId="6ce4719b-7f4a-4549-8832-a74568dd27a3" providerId="ADAL" clId="{9429DBDF-1B75-516B-90D6-7ADF1384E786}" dt="2026-08-31T13:15:15.427" v="660" actId="14100"/>
          <ac:cxnSpMkLst>
            <pc:docMk/>
            <pc:sldMk cId="189197774" sldId="323"/>
            <ac:cxnSpMk id="85" creationId="{8F9E597A-7C34-C274-B3EC-1A256F11DC78}"/>
          </ac:cxnSpMkLst>
        </pc:cxnChg>
        <pc:cxnChg chg="add mod">
          <ac:chgData name="Zhang, Franky" userId="6ce4719b-7f4a-4549-8832-a74568dd27a3" providerId="ADAL" clId="{9429DBDF-1B75-516B-90D6-7ADF1384E786}" dt="2026-08-31T13:15:07.612" v="657" actId="14100"/>
          <ac:cxnSpMkLst>
            <pc:docMk/>
            <pc:sldMk cId="189197774" sldId="323"/>
            <ac:cxnSpMk id="90" creationId="{F9E85838-A0D1-4B3C-A650-4A29C0E3D0E3}"/>
          </ac:cxnSpMkLst>
        </pc:cxnChg>
      </pc:sldChg>
      <pc:sldChg chg="del">
        <pc:chgData name="Zhang, Franky" userId="6ce4719b-7f4a-4549-8832-a74568dd27a3" providerId="ADAL" clId="{9429DBDF-1B75-516B-90D6-7ADF1384E786}" dt="2026-08-31T12:40:28.662" v="18" actId="2696"/>
        <pc:sldMkLst>
          <pc:docMk/>
          <pc:sldMk cId="957685457" sldId="3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subTitle" idx="1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2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3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4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5"/>
          <p:cNvGrpSpPr/>
          <p:nvPr/>
        </p:nvGrpSpPr>
        <p:grpSpPr>
          <a:xfrm flipH="1">
            <a:off x="-207850" y="-538900"/>
            <a:ext cx="9592150" cy="6070050"/>
            <a:chOff x="-207850" y="-538900"/>
            <a:chExt cx="9592150" cy="6070050"/>
          </a:xfrm>
        </p:grpSpPr>
        <p:grpSp>
          <p:nvGrpSpPr>
            <p:cNvPr id="62" name="Google Shape;62;p5"/>
            <p:cNvGrpSpPr/>
            <p:nvPr/>
          </p:nvGrpSpPr>
          <p:grpSpPr>
            <a:xfrm>
              <a:off x="5134800" y="-538900"/>
              <a:ext cx="4249500" cy="4014900"/>
              <a:chOff x="5134800" y="-538900"/>
              <a:chExt cx="4249500" cy="4014900"/>
            </a:xfrm>
          </p:grpSpPr>
          <p:cxnSp>
            <p:nvCxnSpPr>
              <p:cNvPr id="63" name="Google Shape;63;p5"/>
              <p:cNvCxnSpPr/>
              <p:nvPr/>
            </p:nvCxnSpPr>
            <p:spPr>
              <a:xfrm rot="10800000">
                <a:off x="5134800" y="485900"/>
                <a:ext cx="4249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0B39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5"/>
              <p:cNvCxnSpPr/>
              <p:nvPr/>
            </p:nvCxnSpPr>
            <p:spPr>
              <a:xfrm rot="10800000">
                <a:off x="8699100" y="-538900"/>
                <a:ext cx="0" cy="4014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0B39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5" name="Google Shape;65;p5"/>
            <p:cNvGrpSpPr/>
            <p:nvPr/>
          </p:nvGrpSpPr>
          <p:grpSpPr>
            <a:xfrm rot="10800000">
              <a:off x="-207850" y="1516250"/>
              <a:ext cx="4249500" cy="4014900"/>
              <a:chOff x="5134800" y="-538900"/>
              <a:chExt cx="4249500" cy="4014900"/>
            </a:xfrm>
          </p:grpSpPr>
          <p:cxnSp>
            <p:nvCxnSpPr>
              <p:cNvPr id="66" name="Google Shape;66;p5"/>
              <p:cNvCxnSpPr/>
              <p:nvPr/>
            </p:nvCxnSpPr>
            <p:spPr>
              <a:xfrm rot="10800000">
                <a:off x="5134800" y="485900"/>
                <a:ext cx="4249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0B39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5"/>
              <p:cNvCxnSpPr/>
              <p:nvPr/>
            </p:nvCxnSpPr>
            <p:spPr>
              <a:xfrm rot="10800000">
                <a:off x="8699100" y="-538900"/>
                <a:ext cx="0" cy="4014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0B39D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79" name="Google Shape;79;p7"/>
          <p:cNvGrpSpPr/>
          <p:nvPr/>
        </p:nvGrpSpPr>
        <p:grpSpPr>
          <a:xfrm>
            <a:off x="715100" y="218075"/>
            <a:ext cx="7713800" cy="4731800"/>
            <a:chOff x="715100" y="218075"/>
            <a:chExt cx="7713800" cy="4731800"/>
          </a:xfrm>
        </p:grpSpPr>
        <p:grpSp>
          <p:nvGrpSpPr>
            <p:cNvPr id="80" name="Google Shape;80;p7"/>
            <p:cNvGrpSpPr/>
            <p:nvPr/>
          </p:nvGrpSpPr>
          <p:grpSpPr>
            <a:xfrm>
              <a:off x="7136650" y="4795975"/>
              <a:ext cx="1292250" cy="153900"/>
              <a:chOff x="7136650" y="4795975"/>
              <a:chExt cx="1292250" cy="153900"/>
            </a:xfrm>
          </p:grpSpPr>
          <p:sp>
            <p:nvSpPr>
              <p:cNvPr id="81" name="Google Shape;81;p7"/>
              <p:cNvSpPr/>
              <p:nvPr/>
            </p:nvSpPr>
            <p:spPr>
              <a:xfrm flipH="1">
                <a:off x="8275000" y="4795975"/>
                <a:ext cx="153900" cy="1539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 flipH="1">
                <a:off x="7705825" y="4795975"/>
                <a:ext cx="153900" cy="153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83" name="Google Shape;83;p7"/>
              <p:cNvSpPr/>
              <p:nvPr/>
            </p:nvSpPr>
            <p:spPr>
              <a:xfrm flipH="1">
                <a:off x="7136650" y="4795975"/>
                <a:ext cx="153900" cy="153900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</p:grpSp>
        <p:grpSp>
          <p:nvGrpSpPr>
            <p:cNvPr id="84" name="Google Shape;84;p7"/>
            <p:cNvGrpSpPr/>
            <p:nvPr/>
          </p:nvGrpSpPr>
          <p:grpSpPr>
            <a:xfrm>
              <a:off x="715100" y="218075"/>
              <a:ext cx="1292250" cy="153900"/>
              <a:chOff x="715100" y="218075"/>
              <a:chExt cx="1292250" cy="153900"/>
            </a:xfrm>
          </p:grpSpPr>
          <p:sp>
            <p:nvSpPr>
              <p:cNvPr id="85" name="Google Shape;85;p7"/>
              <p:cNvSpPr/>
              <p:nvPr/>
            </p:nvSpPr>
            <p:spPr>
              <a:xfrm flipH="1">
                <a:off x="1853450" y="218075"/>
                <a:ext cx="153900" cy="1539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86" name="Google Shape;86;p7"/>
              <p:cNvSpPr/>
              <p:nvPr/>
            </p:nvSpPr>
            <p:spPr>
              <a:xfrm flipH="1">
                <a:off x="1284275" y="218075"/>
                <a:ext cx="153900" cy="153900"/>
              </a:xfrm>
              <a:prstGeom prst="ellipse">
                <a:avLst/>
              </a:pr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  <p:sp>
            <p:nvSpPr>
              <p:cNvPr id="87" name="Google Shape;87;p7"/>
              <p:cNvSpPr/>
              <p:nvPr/>
            </p:nvSpPr>
            <p:spPr>
              <a:xfrm flipH="1">
                <a:off x="715100" y="218075"/>
                <a:ext cx="153900" cy="153900"/>
              </a:xfrm>
              <a:prstGeom prst="ellipse">
                <a:avLst/>
              </a:pr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</p:grpSp>
      </p:grpSp>
      <p:grpSp>
        <p:nvGrpSpPr>
          <p:cNvPr id="88" name="Google Shape;88;p7"/>
          <p:cNvGrpSpPr/>
          <p:nvPr/>
        </p:nvGrpSpPr>
        <p:grpSpPr>
          <a:xfrm>
            <a:off x="-61050" y="301841"/>
            <a:ext cx="9297800" cy="4589325"/>
            <a:chOff x="-61050" y="301841"/>
            <a:chExt cx="9297800" cy="4589325"/>
          </a:xfrm>
        </p:grpSpPr>
        <p:cxnSp>
          <p:nvCxnSpPr>
            <p:cNvPr id="89" name="Google Shape;89;p7"/>
            <p:cNvCxnSpPr/>
            <p:nvPr/>
          </p:nvCxnSpPr>
          <p:spPr>
            <a:xfrm rot="10800000">
              <a:off x="2292650" y="301841"/>
              <a:ext cx="6944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7"/>
            <p:cNvCxnSpPr/>
            <p:nvPr/>
          </p:nvCxnSpPr>
          <p:spPr>
            <a:xfrm rot="10800000">
              <a:off x="-61050" y="4891166"/>
              <a:ext cx="69441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5" name="Google Shape;115;p10"/>
          <p:cNvGrpSpPr/>
          <p:nvPr/>
        </p:nvGrpSpPr>
        <p:grpSpPr>
          <a:xfrm>
            <a:off x="0" y="218753"/>
            <a:ext cx="8864675" cy="5017000"/>
            <a:chOff x="0" y="218753"/>
            <a:chExt cx="8864675" cy="5017000"/>
          </a:xfrm>
        </p:grpSpPr>
        <p:grpSp>
          <p:nvGrpSpPr>
            <p:cNvPr id="116" name="Google Shape;116;p10"/>
            <p:cNvGrpSpPr/>
            <p:nvPr/>
          </p:nvGrpSpPr>
          <p:grpSpPr>
            <a:xfrm>
              <a:off x="0" y="218753"/>
              <a:ext cx="2210700" cy="165325"/>
              <a:chOff x="330200" y="372653"/>
              <a:chExt cx="2210700" cy="165325"/>
            </a:xfrm>
          </p:grpSpPr>
          <p:cxnSp>
            <p:nvCxnSpPr>
              <p:cNvPr id="117" name="Google Shape;117;p10"/>
              <p:cNvCxnSpPr/>
              <p:nvPr/>
            </p:nvCxnSpPr>
            <p:spPr>
              <a:xfrm rot="10800000">
                <a:off x="330200" y="537978"/>
                <a:ext cx="22107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8" name="Google Shape;118;p10"/>
              <p:cNvCxnSpPr/>
              <p:nvPr/>
            </p:nvCxnSpPr>
            <p:spPr>
              <a:xfrm rot="10800000">
                <a:off x="330200" y="372653"/>
                <a:ext cx="22107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9" name="Google Shape;119;p10"/>
            <p:cNvGrpSpPr/>
            <p:nvPr/>
          </p:nvGrpSpPr>
          <p:grpSpPr>
            <a:xfrm rot="-5400000">
              <a:off x="7676663" y="4047740"/>
              <a:ext cx="2210700" cy="165325"/>
              <a:chOff x="330200" y="372653"/>
              <a:chExt cx="2210700" cy="165325"/>
            </a:xfrm>
          </p:grpSpPr>
          <p:cxnSp>
            <p:nvCxnSpPr>
              <p:cNvPr id="120" name="Google Shape;120;p10"/>
              <p:cNvCxnSpPr/>
              <p:nvPr/>
            </p:nvCxnSpPr>
            <p:spPr>
              <a:xfrm rot="10800000">
                <a:off x="330200" y="537978"/>
                <a:ext cx="22107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10"/>
              <p:cNvCxnSpPr/>
              <p:nvPr/>
            </p:nvCxnSpPr>
            <p:spPr>
              <a:xfrm rot="10800000">
                <a:off x="330200" y="372653"/>
                <a:ext cx="22107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2" name="Google Shape;122;p10"/>
          <p:cNvGrpSpPr/>
          <p:nvPr/>
        </p:nvGrpSpPr>
        <p:grpSpPr>
          <a:xfrm>
            <a:off x="274275" y="218750"/>
            <a:ext cx="8584700" cy="4750400"/>
            <a:chOff x="274275" y="218750"/>
            <a:chExt cx="8584700" cy="4750400"/>
          </a:xfrm>
        </p:grpSpPr>
        <p:sp>
          <p:nvSpPr>
            <p:cNvPr id="123" name="Google Shape;123;p10"/>
            <p:cNvSpPr/>
            <p:nvPr/>
          </p:nvSpPr>
          <p:spPr>
            <a:xfrm flipH="1">
              <a:off x="274275" y="4815250"/>
              <a:ext cx="153900" cy="1539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124" name="Google Shape;124;p10"/>
            <p:cNvSpPr/>
            <p:nvPr/>
          </p:nvSpPr>
          <p:spPr>
            <a:xfrm flipH="1">
              <a:off x="8705075" y="218750"/>
              <a:ext cx="153900" cy="1539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28" name="Google Shape;128;p11"/>
          <p:cNvGrpSpPr/>
          <p:nvPr/>
        </p:nvGrpSpPr>
        <p:grpSpPr>
          <a:xfrm>
            <a:off x="-241300" y="-871975"/>
            <a:ext cx="9877925" cy="7865989"/>
            <a:chOff x="-241300" y="-871975"/>
            <a:chExt cx="9877925" cy="7865989"/>
          </a:xfrm>
        </p:grpSpPr>
        <p:grpSp>
          <p:nvGrpSpPr>
            <p:cNvPr id="129" name="Google Shape;129;p11"/>
            <p:cNvGrpSpPr/>
            <p:nvPr/>
          </p:nvGrpSpPr>
          <p:grpSpPr>
            <a:xfrm>
              <a:off x="-241300" y="-871975"/>
              <a:ext cx="6980400" cy="4504239"/>
              <a:chOff x="-241300" y="-871975"/>
              <a:chExt cx="6980400" cy="4504239"/>
            </a:xfrm>
          </p:grpSpPr>
          <p:cxnSp>
            <p:nvCxnSpPr>
              <p:cNvPr id="130" name="Google Shape;130;p11"/>
              <p:cNvCxnSpPr/>
              <p:nvPr/>
            </p:nvCxnSpPr>
            <p:spPr>
              <a:xfrm rot="10800000">
                <a:off x="368850" y="-871975"/>
                <a:ext cx="0" cy="3666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11"/>
              <p:cNvCxnSpPr/>
              <p:nvPr/>
            </p:nvCxnSpPr>
            <p:spPr>
              <a:xfrm rot="10800000">
                <a:off x="602650" y="-34636"/>
                <a:ext cx="0" cy="3666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11"/>
              <p:cNvCxnSpPr/>
              <p:nvPr/>
            </p:nvCxnSpPr>
            <p:spPr>
              <a:xfrm rot="10800000">
                <a:off x="-241300" y="535000"/>
                <a:ext cx="6980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3" name="Google Shape;133;p11"/>
            <p:cNvGrpSpPr/>
            <p:nvPr/>
          </p:nvGrpSpPr>
          <p:grpSpPr>
            <a:xfrm>
              <a:off x="2656225" y="2489775"/>
              <a:ext cx="6980400" cy="4504239"/>
              <a:chOff x="2656225" y="2489775"/>
              <a:chExt cx="6980400" cy="4504239"/>
            </a:xfrm>
          </p:grpSpPr>
          <p:cxnSp>
            <p:nvCxnSpPr>
              <p:cNvPr id="134" name="Google Shape;134;p11"/>
              <p:cNvCxnSpPr/>
              <p:nvPr/>
            </p:nvCxnSpPr>
            <p:spPr>
              <a:xfrm rot="10800000">
                <a:off x="8557358" y="2489775"/>
                <a:ext cx="0" cy="3666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11"/>
              <p:cNvCxnSpPr/>
              <p:nvPr/>
            </p:nvCxnSpPr>
            <p:spPr>
              <a:xfrm rot="10800000">
                <a:off x="8791158" y="3327114"/>
                <a:ext cx="0" cy="3666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11"/>
              <p:cNvCxnSpPr/>
              <p:nvPr/>
            </p:nvCxnSpPr>
            <p:spPr>
              <a:xfrm rot="10800000">
                <a:off x="2656225" y="4608500"/>
                <a:ext cx="6980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23"/>
          <p:cNvCxnSpPr/>
          <p:nvPr/>
        </p:nvCxnSpPr>
        <p:spPr>
          <a:xfrm>
            <a:off x="-819799" y="253725"/>
            <a:ext cx="690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23"/>
          <p:cNvCxnSpPr/>
          <p:nvPr/>
        </p:nvCxnSpPr>
        <p:spPr>
          <a:xfrm>
            <a:off x="3398426" y="4864125"/>
            <a:ext cx="690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9" name="Google Shape;329;p23"/>
          <p:cNvSpPr/>
          <p:nvPr/>
        </p:nvSpPr>
        <p:spPr>
          <a:xfrm>
            <a:off x="272975" y="590391"/>
            <a:ext cx="153900" cy="1539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272975" y="1144991"/>
            <a:ext cx="153900" cy="153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272975" y="1699591"/>
            <a:ext cx="153900" cy="153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8701400" y="3287825"/>
            <a:ext cx="153900" cy="1539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8701400" y="3842425"/>
            <a:ext cx="153900" cy="153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8701400" y="4397025"/>
            <a:ext cx="153900" cy="153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4"/>
          <p:cNvGrpSpPr/>
          <p:nvPr/>
        </p:nvGrpSpPr>
        <p:grpSpPr>
          <a:xfrm>
            <a:off x="162500" y="189025"/>
            <a:ext cx="6203850" cy="153900"/>
            <a:chOff x="162500" y="189025"/>
            <a:chExt cx="6203850" cy="153900"/>
          </a:xfrm>
        </p:grpSpPr>
        <p:sp>
          <p:nvSpPr>
            <p:cNvPr id="337" name="Google Shape;337;p24"/>
            <p:cNvSpPr/>
            <p:nvPr/>
          </p:nvSpPr>
          <p:spPr>
            <a:xfrm>
              <a:off x="3187475" y="189025"/>
              <a:ext cx="153900" cy="1539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162500" y="189025"/>
              <a:ext cx="153900" cy="1539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6212450" y="189025"/>
              <a:ext cx="153900" cy="1539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grpSp>
        <p:nvGrpSpPr>
          <p:cNvPr id="340" name="Google Shape;340;p24"/>
          <p:cNvGrpSpPr/>
          <p:nvPr/>
        </p:nvGrpSpPr>
        <p:grpSpPr>
          <a:xfrm>
            <a:off x="2739450" y="4791150"/>
            <a:ext cx="6203850" cy="153900"/>
            <a:chOff x="2739450" y="4791150"/>
            <a:chExt cx="6203850" cy="153900"/>
          </a:xfrm>
        </p:grpSpPr>
        <p:sp>
          <p:nvSpPr>
            <p:cNvPr id="341" name="Google Shape;341;p24"/>
            <p:cNvSpPr/>
            <p:nvPr/>
          </p:nvSpPr>
          <p:spPr>
            <a:xfrm>
              <a:off x="5764425" y="4791150"/>
              <a:ext cx="153900" cy="1539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2739450" y="4791150"/>
              <a:ext cx="153900" cy="1539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8789400" y="4791150"/>
              <a:ext cx="153900" cy="1539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Questrial"/>
                <a:ea typeface="Questrial"/>
                <a:cs typeface="Questrial"/>
                <a:sym typeface="Questrial"/>
              </a:endParaRPr>
            </a:p>
          </p:txBody>
        </p:sp>
      </p:grpSp>
      <p:grpSp>
        <p:nvGrpSpPr>
          <p:cNvPr id="344" name="Google Shape;344;p24"/>
          <p:cNvGrpSpPr/>
          <p:nvPr/>
        </p:nvGrpSpPr>
        <p:grpSpPr>
          <a:xfrm>
            <a:off x="221926" y="-71800"/>
            <a:ext cx="8639850" cy="5287100"/>
            <a:chOff x="221926" y="-71800"/>
            <a:chExt cx="8639850" cy="5287100"/>
          </a:xfrm>
        </p:grpSpPr>
        <p:cxnSp>
          <p:nvCxnSpPr>
            <p:cNvPr id="345" name="Google Shape;345;p24"/>
            <p:cNvCxnSpPr/>
            <p:nvPr/>
          </p:nvCxnSpPr>
          <p:spPr>
            <a:xfrm>
              <a:off x="221926" y="535000"/>
              <a:ext cx="0" cy="4680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6" name="Google Shape;346;p24"/>
            <p:cNvCxnSpPr/>
            <p:nvPr/>
          </p:nvCxnSpPr>
          <p:spPr>
            <a:xfrm>
              <a:off x="8861776" y="-71800"/>
              <a:ext cx="0" cy="46803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SemiBold"/>
              <a:buNone/>
              <a:defRPr sz="3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6" r:id="rId3"/>
    <p:sldLayoutId id="2147483657" r:id="rId4"/>
    <p:sldLayoutId id="2147483658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BAFACF-C57D-E6B7-640C-CED2F93BC1E8}"/>
              </a:ext>
            </a:extLst>
          </p:cNvPr>
          <p:cNvGrpSpPr/>
          <p:nvPr/>
        </p:nvGrpSpPr>
        <p:grpSpPr>
          <a:xfrm>
            <a:off x="673313" y="482167"/>
            <a:ext cx="2957861" cy="3861112"/>
            <a:chOff x="5544941" y="245326"/>
            <a:chExt cx="2957861" cy="386111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5130E75-42E5-6E5B-0944-51CCEC84A232}"/>
                </a:ext>
              </a:extLst>
            </p:cNvPr>
            <p:cNvSpPr/>
            <p:nvPr/>
          </p:nvSpPr>
          <p:spPr>
            <a:xfrm>
              <a:off x="5570034" y="245326"/>
              <a:ext cx="1299117" cy="641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GISAID data </a:t>
              </a:r>
            </a:p>
            <a:p>
              <a:pPr algn="ctr"/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(15 countries from 2019-12-05 to 2024-09-09)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N= 26,152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D90B28D-ED5D-BA67-C39E-3F64B4A24EF0}"/>
                </a:ext>
              </a:extLst>
            </p:cNvPr>
            <p:cNvSpPr/>
            <p:nvPr/>
          </p:nvSpPr>
          <p:spPr>
            <a:xfrm>
              <a:off x="5570034" y="1300977"/>
              <a:ext cx="1299117" cy="390292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Analytical variants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N= 24,286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E46F3AC-2CE3-3B8C-3C09-D2A6D36073F7}"/>
                </a:ext>
              </a:extLst>
            </p:cNvPr>
            <p:cNvSpPr/>
            <p:nvPr/>
          </p:nvSpPr>
          <p:spPr>
            <a:xfrm>
              <a:off x="5579125" y="2696273"/>
              <a:ext cx="1299117" cy="390292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Grouped variants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N=874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247A777-88DD-F16F-4DC5-17524AA4E5D8}"/>
                </a:ext>
              </a:extLst>
            </p:cNvPr>
            <p:cNvSpPr/>
            <p:nvPr/>
          </p:nvSpPr>
          <p:spPr>
            <a:xfrm>
              <a:off x="5579125" y="3552128"/>
              <a:ext cx="1299117" cy="554310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Eligible variants for feature extraction</a:t>
              </a:r>
            </a:p>
            <a:p>
              <a:pPr algn="ctr"/>
              <a:r>
                <a:rPr lang="en-US" sz="1000" dirty="0">
                  <a:solidFill>
                    <a:schemeClr val="tx1">
                      <a:lumMod val="50000"/>
                    </a:schemeClr>
                  </a:solidFill>
                </a:rPr>
                <a:t>N=XX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000E27A-47FD-B3F1-E5E3-A4727E5C8F8A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>
              <a:off x="6219593" y="886524"/>
              <a:ext cx="0" cy="414453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FD81E86-596B-B48F-E011-C051323CCA71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6219593" y="1691269"/>
              <a:ext cx="9091" cy="1005004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00A833E-D697-5D9A-6B98-C5E54D57D414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6228684" y="3086565"/>
              <a:ext cx="0" cy="465563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D44274-4DFF-BA37-394A-65F530755714}"/>
                </a:ext>
              </a:extLst>
            </p:cNvPr>
            <p:cNvCxnSpPr/>
            <p:nvPr/>
          </p:nvCxnSpPr>
          <p:spPr>
            <a:xfrm>
              <a:off x="6219593" y="1037063"/>
              <a:ext cx="844705" cy="0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E471146-D47E-1C61-C5AC-63437377C16F}"/>
                </a:ext>
              </a:extLst>
            </p:cNvPr>
            <p:cNvSpPr/>
            <p:nvPr/>
          </p:nvSpPr>
          <p:spPr>
            <a:xfrm>
              <a:off x="7064297" y="882806"/>
              <a:ext cx="1438505" cy="722837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Excluded (N=</a:t>
              </a:r>
              <a:r>
                <a:rPr lang="en-US" sz="800">
                  <a:solidFill>
                    <a:schemeClr val="tx1">
                      <a:lumMod val="50000"/>
                    </a:schemeClr>
                  </a:solidFill>
                </a:rPr>
                <a:t>1,866)</a:t>
              </a:r>
              <a:endParaRPr lang="en-US" sz="80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Continued ≥3 weeks with 100 sequences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≥4 non-zero days each week</a:t>
              </a:r>
            </a:p>
          </p:txBody>
        </p:sp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B3F0F2AF-8F56-E2F5-257F-F7E4BB9BCEB9}"/>
                </a:ext>
              </a:extLst>
            </p:cNvPr>
            <p:cNvSpPr/>
            <p:nvPr/>
          </p:nvSpPr>
          <p:spPr>
            <a:xfrm>
              <a:off x="5544941" y="1828802"/>
              <a:ext cx="1367487" cy="634689"/>
            </a:xfrm>
            <a:prstGeom prst="diamond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1% share by epidemic waves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175C4FF-A0A0-F42A-72A9-50A8C3CE31E5}"/>
                </a:ext>
              </a:extLst>
            </p:cNvPr>
            <p:cNvSpPr/>
            <p:nvPr/>
          </p:nvSpPr>
          <p:spPr>
            <a:xfrm>
              <a:off x="7064297" y="3133958"/>
              <a:ext cx="1438505" cy="676042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Excluded (N=XX)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Variants never reached 1%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800" dirty="0">
                  <a:solidFill>
                    <a:schemeClr val="tx1">
                      <a:lumMod val="50000"/>
                    </a:schemeClr>
                  </a:solidFill>
                </a:rPr>
                <a:t>Variants reached 30% share within 30 days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5665712-DB94-B016-6E28-FED68B169460}"/>
                </a:ext>
              </a:extLst>
            </p:cNvPr>
            <p:cNvCxnSpPr/>
            <p:nvPr/>
          </p:nvCxnSpPr>
          <p:spPr>
            <a:xfrm>
              <a:off x="6219588" y="3319346"/>
              <a:ext cx="844705" cy="0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F1E22E-90DD-F0AE-00B5-91C1C5926BE6}"/>
              </a:ext>
            </a:extLst>
          </p:cNvPr>
          <p:cNvGrpSpPr/>
          <p:nvPr/>
        </p:nvGrpSpPr>
        <p:grpSpPr>
          <a:xfrm>
            <a:off x="5409627" y="55631"/>
            <a:ext cx="1725902" cy="4020024"/>
            <a:chOff x="5365730" y="450032"/>
            <a:chExt cx="1725902" cy="37722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0096205-A531-2A6E-13AB-4B26FBD4C5D1}"/>
                </a:ext>
              </a:extLst>
            </p:cNvPr>
            <p:cNvSpPr/>
            <p:nvPr/>
          </p:nvSpPr>
          <p:spPr>
            <a:xfrm>
              <a:off x="5481553" y="450032"/>
              <a:ext cx="1494259" cy="641198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>
                      <a:lumMod val="50000"/>
                    </a:schemeClr>
                  </a:solidFill>
                </a:rPr>
                <a:t>15 countries GISAID data </a:t>
              </a:r>
            </a:p>
            <a:p>
              <a:pPr algn="ctr"/>
              <a:r>
                <a:rPr lang="en-US" sz="600" dirty="0">
                  <a:solidFill>
                    <a:schemeClr val="tx1">
                      <a:lumMod val="50000"/>
                    </a:schemeClr>
                  </a:solidFill>
                </a:rPr>
                <a:t>(from 2019-12-05 to 2024-09-09)</a:t>
              </a:r>
              <a:endParaRPr lang="en-US" sz="80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ctr"/>
              <a:r>
                <a:rPr lang="en-US" altLang="zh-CN" sz="700" dirty="0">
                  <a:solidFill>
                    <a:schemeClr val="tx1">
                      <a:lumMod val="50000"/>
                    </a:schemeClr>
                  </a:solidFill>
                </a:rPr>
                <a:t>3,680</a:t>
              </a:r>
              <a:r>
                <a:rPr lang="zh-CN" altLang="en-US" sz="700" dirty="0">
                  <a:solidFill>
                    <a:schemeClr val="tx1">
                      <a:lumMod val="50000"/>
                    </a:schemeClr>
                  </a:solidFill>
                </a:rPr>
                <a:t> </a:t>
              </a:r>
              <a:r>
                <a:rPr lang="en-US" altLang="zh-CN" sz="700" dirty="0">
                  <a:solidFill>
                    <a:schemeClr val="tx1">
                      <a:lumMod val="50000"/>
                    </a:schemeClr>
                  </a:solidFill>
                </a:rPr>
                <a:t>variants</a:t>
              </a:r>
            </a:p>
            <a:p>
              <a:pPr algn="ctr"/>
              <a:r>
                <a:rPr lang="en-US" altLang="zh-CN" sz="700" dirty="0">
                  <a:solidFill>
                    <a:schemeClr val="tx1">
                      <a:lumMod val="50000"/>
                    </a:schemeClr>
                  </a:solidFill>
                </a:rPr>
                <a:t>27,555 country-variant pairs</a:t>
              </a:r>
            </a:p>
            <a:p>
              <a:pPr algn="ctr"/>
              <a:r>
                <a:rPr lang="en-US" sz="700" dirty="0">
                  <a:solidFill>
                    <a:schemeClr val="tx1">
                      <a:lumMod val="50000"/>
                    </a:schemeClr>
                  </a:solidFill>
                </a:rPr>
                <a:t>12,482,066 sequences</a:t>
              </a:r>
              <a:endParaRPr lang="en-US" sz="5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A71F8A-F74D-2447-F2AE-F5C3B08A31D4}"/>
                </a:ext>
              </a:extLst>
            </p:cNvPr>
            <p:cNvSpPr/>
            <p:nvPr/>
          </p:nvSpPr>
          <p:spPr>
            <a:xfrm>
              <a:off x="5481553" y="1279600"/>
              <a:ext cx="1494259" cy="524797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>
                      <a:lumMod val="50000"/>
                    </a:schemeClr>
                  </a:solidFill>
                </a:rPr>
                <a:t>Standardize Lineages </a:t>
              </a:r>
            </a:p>
            <a:p>
              <a:pPr algn="ctr"/>
              <a:r>
                <a:rPr lang="en-US" altLang="zh-CN" sz="700" dirty="0">
                  <a:solidFill>
                    <a:schemeClr val="tx1">
                      <a:lumMod val="50000"/>
                    </a:schemeClr>
                  </a:solidFill>
                </a:rPr>
                <a:t>3,680</a:t>
              </a:r>
              <a:r>
                <a:rPr lang="zh-CN" altLang="en-US" sz="700" dirty="0">
                  <a:solidFill>
                    <a:schemeClr val="tx1">
                      <a:lumMod val="50000"/>
                    </a:schemeClr>
                  </a:solidFill>
                </a:rPr>
                <a:t> </a:t>
              </a:r>
              <a:r>
                <a:rPr lang="en-US" altLang="zh-CN" sz="700" dirty="0">
                  <a:solidFill>
                    <a:schemeClr val="tx1">
                      <a:lumMod val="50000"/>
                    </a:schemeClr>
                  </a:solidFill>
                </a:rPr>
                <a:t>variants</a:t>
              </a:r>
            </a:p>
            <a:p>
              <a:pPr algn="ctr"/>
              <a:r>
                <a:rPr lang="en-US" altLang="zh-CN" sz="700" dirty="0">
                  <a:solidFill>
                    <a:schemeClr val="tx1">
                      <a:lumMod val="50000"/>
                    </a:schemeClr>
                  </a:solidFill>
                </a:rPr>
                <a:t>23,461 country-variant pairs</a:t>
              </a:r>
            </a:p>
            <a:p>
              <a:pPr algn="ctr"/>
              <a:r>
                <a:rPr lang="en-US" sz="700" dirty="0">
                  <a:solidFill>
                    <a:schemeClr val="tx1">
                      <a:lumMod val="50000"/>
                    </a:schemeClr>
                  </a:solidFill>
                </a:rPr>
                <a:t>12,482,066 sequences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6F2FFC5-E459-2460-340C-3D71066DDB80}"/>
                </a:ext>
              </a:extLst>
            </p:cNvPr>
            <p:cNvSpPr/>
            <p:nvPr/>
          </p:nvSpPr>
          <p:spPr>
            <a:xfrm>
              <a:off x="5365730" y="3667968"/>
              <a:ext cx="1725902" cy="554310"/>
            </a:xfrm>
            <a:prstGeom prst="rect">
              <a:avLst/>
            </a:prstGeom>
            <a:noFill/>
            <a:ln w="9525">
              <a:solidFill>
                <a:srgbClr val="00000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</a:rPr>
                <a:t>Build</a:t>
              </a:r>
              <a:r>
                <a:rPr lang="zh-CN" altLang="en-US" sz="800" dirty="0">
                  <a:solidFill>
                    <a:srgbClr val="000000"/>
                  </a:solidFill>
                </a:rPr>
                <a:t> </a:t>
              </a:r>
              <a:r>
                <a:rPr lang="en-US" altLang="zh-CN" sz="800" dirty="0">
                  <a:solidFill>
                    <a:srgbClr val="000000"/>
                  </a:solidFill>
                </a:rPr>
                <a:t>14,</a:t>
              </a:r>
              <a:r>
                <a:rPr lang="zh-CN" altLang="en-US" sz="800" dirty="0">
                  <a:solidFill>
                    <a:srgbClr val="000000"/>
                  </a:solidFill>
                </a:rPr>
                <a:t> </a:t>
              </a:r>
              <a:r>
                <a:rPr lang="en-US" altLang="zh-CN" sz="800" dirty="0">
                  <a:solidFill>
                    <a:srgbClr val="000000"/>
                  </a:solidFill>
                </a:rPr>
                <a:t>21</a:t>
              </a:r>
              <a:r>
                <a:rPr lang="zh-CN" altLang="en-US" sz="800" dirty="0">
                  <a:solidFill>
                    <a:srgbClr val="000000"/>
                  </a:solidFill>
                </a:rPr>
                <a:t> </a:t>
              </a:r>
              <a:r>
                <a:rPr lang="en-US" altLang="zh-CN" sz="800" dirty="0">
                  <a:solidFill>
                    <a:srgbClr val="000000"/>
                  </a:solidFill>
                </a:rPr>
                <a:t>and 28-day windows</a:t>
              </a:r>
            </a:p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Span ≥ window; Maximum</a:t>
              </a:r>
              <a:r>
                <a:rPr lang="zh-CN" altLang="en-US" sz="600" dirty="0">
                  <a:solidFill>
                    <a:srgbClr val="000000"/>
                  </a:solidFill>
                </a:rPr>
                <a:t> </a:t>
              </a:r>
              <a:r>
                <a:rPr lang="en-US" sz="600" dirty="0">
                  <a:solidFill>
                    <a:srgbClr val="000000"/>
                  </a:solidFill>
                </a:rPr>
                <a:t>≤</a:t>
              </a:r>
              <a:r>
                <a:rPr lang="zh-CN" altLang="en-US" sz="600" dirty="0">
                  <a:solidFill>
                    <a:srgbClr val="000000"/>
                  </a:solidFill>
                </a:rPr>
                <a:t> </a:t>
              </a:r>
              <a:r>
                <a:rPr lang="en-US" altLang="zh-CN" sz="600" dirty="0">
                  <a:solidFill>
                    <a:srgbClr val="000000"/>
                  </a:solidFill>
                </a:rPr>
                <a:t>50%</a:t>
              </a:r>
            </a:p>
            <a:p>
              <a:pPr algn="ctr"/>
              <a:r>
                <a:rPr lang="en-US" altLang="zh-CN" sz="600" dirty="0">
                  <a:solidFill>
                    <a:srgbClr val="000000"/>
                  </a:solidFill>
                </a:rPr>
                <a:t>14d: 2,016 pairs | 21d: 2,002 pairs | </a:t>
              </a:r>
            </a:p>
            <a:p>
              <a:pPr algn="ctr"/>
              <a:r>
                <a:rPr lang="en-US" sz="600" dirty="0">
                  <a:solidFill>
                    <a:srgbClr val="000000"/>
                  </a:solidFill>
                </a:rPr>
                <a:t>28d: 1,985 pairs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7D0729D-DBE4-601A-D2BB-9447A1815677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>
              <a:off x="6228683" y="1091230"/>
              <a:ext cx="0" cy="188370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9AECA06-5F57-0476-AEFD-79075DE55E4A}"/>
                </a:ext>
              </a:extLst>
            </p:cNvPr>
            <p:cNvCxnSpPr>
              <a:cxnSpLocks/>
              <a:stCxn id="17" idx="2"/>
              <a:endCxn id="64" idx="0"/>
            </p:cNvCxnSpPr>
            <p:nvPr/>
          </p:nvCxnSpPr>
          <p:spPr>
            <a:xfrm flipH="1">
              <a:off x="6228681" y="1804397"/>
              <a:ext cx="2" cy="1080435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B762C33-C8BA-222D-C394-7984729277C1}"/>
                </a:ext>
              </a:extLst>
            </p:cNvPr>
            <p:cNvCxnSpPr>
              <a:cxnSpLocks/>
              <a:stCxn id="64" idx="2"/>
              <a:endCxn id="19" idx="0"/>
            </p:cNvCxnSpPr>
            <p:nvPr/>
          </p:nvCxnSpPr>
          <p:spPr>
            <a:xfrm>
              <a:off x="6228681" y="3439143"/>
              <a:ext cx="0" cy="228825"/>
            </a:xfrm>
            <a:prstGeom prst="straightConnector1">
              <a:avLst/>
            </a:prstGeom>
            <a:ln w="9525">
              <a:solidFill>
                <a:srgbClr val="0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iamond 24">
              <a:extLst>
                <a:ext uri="{FF2B5EF4-FFF2-40B4-BE49-F238E27FC236}">
                  <a16:creationId xmlns:a16="http://schemas.microsoft.com/office/drawing/2014/main" id="{776E7DE7-4077-4444-446A-0DF21AEF2F2B}"/>
                </a:ext>
              </a:extLst>
            </p:cNvPr>
            <p:cNvSpPr/>
            <p:nvPr/>
          </p:nvSpPr>
          <p:spPr>
            <a:xfrm>
              <a:off x="5469007" y="1982128"/>
              <a:ext cx="1519349" cy="634689"/>
            </a:xfrm>
            <a:prstGeom prst="diamond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Share &gt; 1% for ≥ 7 consecutive days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D58D4189-C1D2-9F92-5CF9-D12DC11EDAC7}"/>
              </a:ext>
            </a:extLst>
          </p:cNvPr>
          <p:cNvSpPr txBox="1"/>
          <p:nvPr/>
        </p:nvSpPr>
        <p:spPr>
          <a:xfrm>
            <a:off x="6263485" y="2380329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Yes</a:t>
            </a:r>
            <a:endParaRPr lang="en-US" sz="1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51E096-F113-2EAA-44FC-893B5784D811}"/>
              </a:ext>
            </a:extLst>
          </p:cNvPr>
          <p:cNvSpPr txBox="1"/>
          <p:nvPr/>
        </p:nvSpPr>
        <p:spPr>
          <a:xfrm>
            <a:off x="7041348" y="1847546"/>
            <a:ext cx="29848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No</a:t>
            </a:r>
            <a:endParaRPr lang="en-US" sz="12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63AE805-B72E-E4A0-BDCC-22173831ACBF}"/>
              </a:ext>
            </a:extLst>
          </p:cNvPr>
          <p:cNvCxnSpPr>
            <a:cxnSpLocks/>
            <a:stCxn id="25" idx="3"/>
            <a:endCxn id="55" idx="1"/>
          </p:cNvCxnSpPr>
          <p:nvPr/>
        </p:nvCxnSpPr>
        <p:spPr>
          <a:xfrm>
            <a:off x="7032253" y="2026550"/>
            <a:ext cx="348176" cy="0"/>
          </a:xfrm>
          <a:prstGeom prst="straightConnector1">
            <a:avLst/>
          </a:prstGeom>
          <a:ln w="952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60679AE1-F26E-82E3-FBAC-F5FB7E6B5963}"/>
              </a:ext>
            </a:extLst>
          </p:cNvPr>
          <p:cNvSpPr/>
          <p:nvPr/>
        </p:nvSpPr>
        <p:spPr>
          <a:xfrm>
            <a:off x="7380429" y="1801166"/>
            <a:ext cx="1291720" cy="450767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50000"/>
                  </a:schemeClr>
                </a:solidFill>
              </a:rPr>
              <a:t>Excluded</a:t>
            </a:r>
          </a:p>
          <a:p>
            <a:pPr algn="ctr"/>
            <a:r>
              <a:rPr lang="en-US" altLang="zh-CN" sz="700" dirty="0">
                <a:solidFill>
                  <a:schemeClr val="tx1">
                    <a:lumMod val="50000"/>
                  </a:schemeClr>
                </a:solidFill>
              </a:rPr>
              <a:t>21,379 country-variant pairs</a:t>
            </a:r>
            <a:endParaRPr lang="en-US" altLang="zh-CN" sz="500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sz="700" dirty="0">
                <a:solidFill>
                  <a:schemeClr val="tx1">
                    <a:lumMod val="50000"/>
                  </a:schemeClr>
                </a:solidFill>
              </a:rPr>
              <a:t>1,432,770 sequences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4C2E85F-2DD1-B566-6648-9F212AF25046}"/>
              </a:ext>
            </a:extLst>
          </p:cNvPr>
          <p:cNvSpPr/>
          <p:nvPr/>
        </p:nvSpPr>
        <p:spPr>
          <a:xfrm>
            <a:off x="5626718" y="2650360"/>
            <a:ext cx="1291720" cy="59072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50000"/>
                  </a:schemeClr>
                </a:solidFill>
              </a:rPr>
              <a:t>Eligible</a:t>
            </a:r>
            <a:r>
              <a:rPr lang="zh-CN" altLang="en-US" sz="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800" b="1" dirty="0">
                <a:solidFill>
                  <a:schemeClr val="tx1">
                    <a:lumMod val="50000"/>
                  </a:schemeClr>
                </a:solidFill>
              </a:rPr>
              <a:t>Trajectories</a:t>
            </a:r>
            <a:endParaRPr lang="en-US" sz="800" b="1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en-US" altLang="zh-CN" sz="700" dirty="0">
                <a:solidFill>
                  <a:schemeClr val="tx1">
                    <a:lumMod val="50000"/>
                  </a:schemeClr>
                </a:solidFill>
              </a:rPr>
              <a:t>795</a:t>
            </a:r>
            <a:r>
              <a:rPr lang="zh-CN" altLang="en-US" sz="7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700" dirty="0">
                <a:solidFill>
                  <a:schemeClr val="tx1">
                    <a:lumMod val="50000"/>
                  </a:schemeClr>
                </a:solidFill>
              </a:rPr>
              <a:t>variants</a:t>
            </a:r>
          </a:p>
          <a:p>
            <a:pPr algn="ctr"/>
            <a:r>
              <a:rPr lang="en-US" altLang="zh-CN" sz="700" dirty="0">
                <a:solidFill>
                  <a:schemeClr val="tx1">
                    <a:lumMod val="50000"/>
                  </a:schemeClr>
                </a:solidFill>
              </a:rPr>
              <a:t>2,082 country-variant pairs</a:t>
            </a:r>
          </a:p>
          <a:p>
            <a:pPr algn="ctr"/>
            <a:r>
              <a:rPr lang="en-US" sz="7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en-US" altLang="zh-CN" sz="700" dirty="0">
                <a:solidFill>
                  <a:schemeClr val="tx1">
                    <a:lumMod val="50000"/>
                  </a:schemeClr>
                </a:solidFill>
              </a:rPr>
              <a:t>0</a:t>
            </a:r>
            <a:r>
              <a:rPr lang="en-US" sz="700" dirty="0">
                <a:solidFill>
                  <a:schemeClr val="tx1">
                    <a:lumMod val="50000"/>
                  </a:schemeClr>
                </a:solidFill>
              </a:rPr>
              <a:t>,</a:t>
            </a:r>
            <a:r>
              <a:rPr lang="en-US" altLang="zh-CN" sz="700" dirty="0">
                <a:solidFill>
                  <a:schemeClr val="tx1">
                    <a:lumMod val="50000"/>
                  </a:schemeClr>
                </a:solidFill>
              </a:rPr>
              <a:t>739</a:t>
            </a:r>
            <a:r>
              <a:rPr lang="en-US" sz="700" dirty="0">
                <a:solidFill>
                  <a:schemeClr val="tx1">
                    <a:lumMod val="50000"/>
                  </a:schemeClr>
                </a:solidFill>
              </a:rPr>
              <a:t>,</a:t>
            </a:r>
            <a:r>
              <a:rPr lang="en-US" altLang="zh-CN" sz="700" dirty="0">
                <a:solidFill>
                  <a:schemeClr val="tx1">
                    <a:lumMod val="50000"/>
                  </a:schemeClr>
                </a:solidFill>
              </a:rPr>
              <a:t>941</a:t>
            </a:r>
            <a:r>
              <a:rPr lang="en-US" sz="700" dirty="0">
                <a:solidFill>
                  <a:schemeClr val="tx1">
                    <a:lumMod val="50000"/>
                  </a:schemeClr>
                </a:solidFill>
              </a:rPr>
              <a:t> sequences</a:t>
            </a: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C22877D5-B7C9-85E3-0D3A-E030A3C3D987}"/>
              </a:ext>
            </a:extLst>
          </p:cNvPr>
          <p:cNvSpPr/>
          <p:nvPr/>
        </p:nvSpPr>
        <p:spPr>
          <a:xfrm>
            <a:off x="6016487" y="4319510"/>
            <a:ext cx="1519349" cy="450761"/>
          </a:xfrm>
          <a:prstGeom prst="diamond">
            <a:avLst/>
          </a:prstGeom>
          <a:solidFill>
            <a:schemeClr val="bg1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Start before 2023-05-05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44EB74E-64AC-4BC0-CA6E-3B11E7FE374D}"/>
              </a:ext>
            </a:extLst>
          </p:cNvPr>
          <p:cNvCxnSpPr>
            <a:cxnSpLocks/>
            <a:stCxn id="80" idx="1"/>
            <a:endCxn id="99" idx="3"/>
          </p:cNvCxnSpPr>
          <p:nvPr/>
        </p:nvCxnSpPr>
        <p:spPr>
          <a:xfrm flipH="1" flipV="1">
            <a:off x="5791200" y="4544888"/>
            <a:ext cx="225287" cy="3"/>
          </a:xfrm>
          <a:prstGeom prst="straightConnector1">
            <a:avLst/>
          </a:prstGeom>
          <a:ln w="952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F9E597A-7C34-C274-B3EC-1A256F11DC78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7535836" y="4544891"/>
            <a:ext cx="225287" cy="0"/>
          </a:xfrm>
          <a:prstGeom prst="straightConnector1">
            <a:avLst/>
          </a:prstGeom>
          <a:ln w="952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F9E85838-A0D1-4B3C-A650-4A29C0E3D0E3}"/>
              </a:ext>
            </a:extLst>
          </p:cNvPr>
          <p:cNvCxnSpPr>
            <a:cxnSpLocks/>
            <a:stCxn id="19" idx="2"/>
            <a:endCxn id="80" idx="0"/>
          </p:cNvCxnSpPr>
          <p:nvPr/>
        </p:nvCxnSpPr>
        <p:spPr>
          <a:xfrm rot="16200000" flipH="1">
            <a:off x="6402443" y="3945790"/>
            <a:ext cx="243855" cy="503584"/>
          </a:xfrm>
          <a:prstGeom prst="bent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A58809B1-12BE-BC74-C1DA-0D1CFC592C47}"/>
              </a:ext>
            </a:extLst>
          </p:cNvPr>
          <p:cNvSpPr/>
          <p:nvPr/>
        </p:nvSpPr>
        <p:spPr>
          <a:xfrm>
            <a:off x="4499480" y="4319504"/>
            <a:ext cx="1291720" cy="450767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50000"/>
                  </a:schemeClr>
                </a:solidFill>
              </a:rPr>
              <a:t>Train</a:t>
            </a:r>
          </a:p>
          <a:p>
            <a:pPr algn="ctr"/>
            <a:r>
              <a:rPr lang="en-US" altLang="zh-CN" sz="700" dirty="0">
                <a:solidFill>
                  <a:srgbClr val="000000"/>
                </a:solidFill>
              </a:rPr>
              <a:t>14d: 1,471 pairs</a:t>
            </a:r>
          </a:p>
          <a:p>
            <a:pPr algn="ctr"/>
            <a:r>
              <a:rPr lang="en-US" altLang="zh-CN" sz="700" dirty="0">
                <a:solidFill>
                  <a:srgbClr val="000000"/>
                </a:solidFill>
              </a:rPr>
              <a:t>21d: 1,466 pairs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</a:rPr>
              <a:t>28d: 1,455 pairs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160F2C7-2653-6DBD-D345-8A2E7C60B060}"/>
              </a:ext>
            </a:extLst>
          </p:cNvPr>
          <p:cNvSpPr/>
          <p:nvPr/>
        </p:nvSpPr>
        <p:spPr>
          <a:xfrm>
            <a:off x="7761123" y="4319503"/>
            <a:ext cx="1291720" cy="450767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>
                    <a:lumMod val="50000"/>
                  </a:schemeClr>
                </a:solidFill>
              </a:rPr>
              <a:t>Test</a:t>
            </a:r>
          </a:p>
          <a:p>
            <a:pPr algn="ctr"/>
            <a:r>
              <a:rPr lang="en-US" altLang="zh-CN" sz="700" dirty="0">
                <a:solidFill>
                  <a:srgbClr val="000000"/>
                </a:solidFill>
              </a:rPr>
              <a:t>14d: 545 pairs</a:t>
            </a:r>
          </a:p>
          <a:p>
            <a:pPr algn="ctr"/>
            <a:r>
              <a:rPr lang="en-US" altLang="zh-CN" sz="700" dirty="0">
                <a:solidFill>
                  <a:srgbClr val="000000"/>
                </a:solidFill>
              </a:rPr>
              <a:t>21d: 536 pairs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</a:rPr>
              <a:t>28d: 530 pairs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881B64-D942-6D7C-D5AD-82D6D7E9C44B}"/>
              </a:ext>
            </a:extLst>
          </p:cNvPr>
          <p:cNvSpPr txBox="1"/>
          <p:nvPr/>
        </p:nvSpPr>
        <p:spPr>
          <a:xfrm>
            <a:off x="5472441" y="20967"/>
            <a:ext cx="2439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A</a:t>
            </a:r>
            <a:endParaRPr lang="en-US" sz="12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8A91936-716E-0050-8F1C-EC5378D1B4F5}"/>
              </a:ext>
            </a:extLst>
          </p:cNvPr>
          <p:cNvSpPr txBox="1"/>
          <p:nvPr/>
        </p:nvSpPr>
        <p:spPr>
          <a:xfrm>
            <a:off x="5472441" y="913572"/>
            <a:ext cx="24397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B</a:t>
            </a:r>
            <a:endParaRPr lang="en-US" sz="1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C9D519A-8241-22A9-5763-7584012E71E2}"/>
              </a:ext>
            </a:extLst>
          </p:cNvPr>
          <p:cNvSpPr txBox="1"/>
          <p:nvPr/>
        </p:nvSpPr>
        <p:spPr>
          <a:xfrm>
            <a:off x="5585084" y="2617037"/>
            <a:ext cx="2487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C</a:t>
            </a:r>
            <a:endParaRPr lang="en-US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083575B-97A4-EBDE-AB6B-4FA781D571EE}"/>
              </a:ext>
            </a:extLst>
          </p:cNvPr>
          <p:cNvSpPr txBox="1"/>
          <p:nvPr/>
        </p:nvSpPr>
        <p:spPr>
          <a:xfrm>
            <a:off x="7346568" y="1767815"/>
            <a:ext cx="2487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919777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Conference Style Presentation By Slidesgo">
  <a:themeElements>
    <a:clrScheme name="Simple Light">
      <a:dk1>
        <a:srgbClr val="5C5948"/>
      </a:dk1>
      <a:lt1>
        <a:srgbClr val="FFFFFF"/>
      </a:lt1>
      <a:dk2>
        <a:srgbClr val="C0B39D"/>
      </a:dk2>
      <a:lt2>
        <a:srgbClr val="C1BFA8"/>
      </a:lt2>
      <a:accent1>
        <a:srgbClr val="CEC2C0"/>
      </a:accent1>
      <a:accent2>
        <a:srgbClr val="E0CC9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C59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</TotalTime>
  <Words>189</Words>
  <Application>Microsoft Macintosh PowerPoint</Application>
  <PresentationFormat>On-screen Show (16:9)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Raleway</vt:lpstr>
      <vt:lpstr>Montserrat SemiBold</vt:lpstr>
      <vt:lpstr>Arial</vt:lpstr>
      <vt:lpstr>Questrial</vt:lpstr>
      <vt:lpstr>Simple Conference Style Presentation By Slidesgo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Franky Zhang</cp:lastModifiedBy>
  <cp:revision>43</cp:revision>
  <dcterms:modified xsi:type="dcterms:W3CDTF">2026-08-31T13:19:48Z</dcterms:modified>
</cp:coreProperties>
</file>