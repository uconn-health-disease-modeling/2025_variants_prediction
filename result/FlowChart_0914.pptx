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8" r:id="rId2"/>
    <p:sldId id="261" r:id="rId3"/>
    <p:sldId id="256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760E7C-47BC-6849-88A8-33E02720CFA9}" v="21" dt="2025-11-24T20:45:55.8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33"/>
    <p:restoredTop sz="94737"/>
  </p:normalViewPr>
  <p:slideViewPr>
    <p:cSldViewPr snapToGrid="0">
      <p:cViewPr varScale="1">
        <p:scale>
          <a:sx n="126" d="100"/>
          <a:sy n="126" d="100"/>
        </p:scale>
        <p:origin x="216" y="2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ng, Franky" userId="6ce4719b-7f4a-4549-8832-a74568dd27a3" providerId="ADAL" clId="{20760E7C-47BC-6849-88A8-33E02720CFA9}"/>
    <pc:docChg chg="undo custSel addSld modSld">
      <pc:chgData name="Zhang, Franky" userId="6ce4719b-7f4a-4549-8832-a74568dd27a3" providerId="ADAL" clId="{20760E7C-47BC-6849-88A8-33E02720CFA9}" dt="2025-11-24T20:47:30.996" v="252" actId="20577"/>
      <pc:docMkLst>
        <pc:docMk/>
      </pc:docMkLst>
      <pc:sldChg chg="mod modShow">
        <pc:chgData name="Zhang, Franky" userId="6ce4719b-7f4a-4549-8832-a74568dd27a3" providerId="ADAL" clId="{20760E7C-47BC-6849-88A8-33E02720CFA9}" dt="2025-11-17T21:37:40.891" v="1" actId="729"/>
        <pc:sldMkLst>
          <pc:docMk/>
          <pc:sldMk cId="2014747055" sldId="258"/>
        </pc:sldMkLst>
      </pc:sldChg>
      <pc:sldChg chg="addSp delSp modSp mod">
        <pc:chgData name="Zhang, Franky" userId="6ce4719b-7f4a-4549-8832-a74568dd27a3" providerId="ADAL" clId="{20760E7C-47BC-6849-88A8-33E02720CFA9}" dt="2025-11-24T20:47:30.996" v="252" actId="20577"/>
        <pc:sldMkLst>
          <pc:docMk/>
          <pc:sldMk cId="4170294701" sldId="260"/>
        </pc:sldMkLst>
        <pc:spChg chg="mod">
          <ac:chgData name="Zhang, Franky" userId="6ce4719b-7f4a-4549-8832-a74568dd27a3" providerId="ADAL" clId="{20760E7C-47BC-6849-88A8-33E02720CFA9}" dt="2025-11-24T20:45:27.397" v="233" actId="113"/>
          <ac:spMkLst>
            <pc:docMk/>
            <pc:sldMk cId="4170294701" sldId="260"/>
            <ac:spMk id="4" creationId="{FC93A649-C5FE-9ED2-AA17-AB782B8AB92D}"/>
          </ac:spMkLst>
        </pc:spChg>
        <pc:spChg chg="mod">
          <ac:chgData name="Zhang, Franky" userId="6ce4719b-7f4a-4549-8832-a74568dd27a3" providerId="ADAL" clId="{20760E7C-47BC-6849-88A8-33E02720CFA9}" dt="2025-11-24T20:47:30.996" v="252" actId="20577"/>
          <ac:spMkLst>
            <pc:docMk/>
            <pc:sldMk cId="4170294701" sldId="260"/>
            <ac:spMk id="8" creationId="{72D8BF8C-E718-B816-4381-3397EBEF1BB7}"/>
          </ac:spMkLst>
        </pc:spChg>
        <pc:spChg chg="mod">
          <ac:chgData name="Zhang, Franky" userId="6ce4719b-7f4a-4549-8832-a74568dd27a3" providerId="ADAL" clId="{20760E7C-47BC-6849-88A8-33E02720CFA9}" dt="2025-11-24T20:45:10.338" v="228" actId="1076"/>
          <ac:spMkLst>
            <pc:docMk/>
            <pc:sldMk cId="4170294701" sldId="260"/>
            <ac:spMk id="9" creationId="{21092DD5-E3EA-8851-D09C-F40C9632CC84}"/>
          </ac:spMkLst>
        </pc:spChg>
        <pc:spChg chg="mod">
          <ac:chgData name="Zhang, Franky" userId="6ce4719b-7f4a-4549-8832-a74568dd27a3" providerId="ADAL" clId="{20760E7C-47BC-6849-88A8-33E02720CFA9}" dt="2025-11-24T20:45:45.886" v="239" actId="1076"/>
          <ac:spMkLst>
            <pc:docMk/>
            <pc:sldMk cId="4170294701" sldId="260"/>
            <ac:spMk id="21" creationId="{25A33179-64D9-E78B-EFC5-2BC5586B986C}"/>
          </ac:spMkLst>
        </pc:spChg>
        <pc:spChg chg="add del mod">
          <ac:chgData name="Zhang, Franky" userId="6ce4719b-7f4a-4549-8832-a74568dd27a3" providerId="ADAL" clId="{20760E7C-47BC-6849-88A8-33E02720CFA9}" dt="2025-11-24T20:45:57.202" v="244" actId="478"/>
          <ac:spMkLst>
            <pc:docMk/>
            <pc:sldMk cId="4170294701" sldId="260"/>
            <ac:spMk id="27" creationId="{C196D2B0-4D37-3DC2-9362-EFB7A3EBE27F}"/>
          </ac:spMkLst>
        </pc:spChg>
        <pc:spChg chg="mod">
          <ac:chgData name="Zhang, Franky" userId="6ce4719b-7f4a-4549-8832-a74568dd27a3" providerId="ADAL" clId="{20760E7C-47BC-6849-88A8-33E02720CFA9}" dt="2025-11-24T20:45:19.863" v="230" actId="113"/>
          <ac:spMkLst>
            <pc:docMk/>
            <pc:sldMk cId="4170294701" sldId="260"/>
            <ac:spMk id="32" creationId="{3FC49B04-C2B7-F76C-6A56-C39973DB3721}"/>
          </ac:spMkLst>
        </pc:spChg>
        <pc:spChg chg="mod">
          <ac:chgData name="Zhang, Franky" userId="6ce4719b-7f4a-4549-8832-a74568dd27a3" providerId="ADAL" clId="{20760E7C-47BC-6849-88A8-33E02720CFA9}" dt="2025-11-24T20:45:10.338" v="228" actId="1076"/>
          <ac:spMkLst>
            <pc:docMk/>
            <pc:sldMk cId="4170294701" sldId="260"/>
            <ac:spMk id="37" creationId="{89F57C97-CBE5-5FD0-145D-736FC7434258}"/>
          </ac:spMkLst>
        </pc:spChg>
        <pc:spChg chg="mod">
          <ac:chgData name="Zhang, Franky" userId="6ce4719b-7f4a-4549-8832-a74568dd27a3" providerId="ADAL" clId="{20760E7C-47BC-6849-88A8-33E02720CFA9}" dt="2025-11-24T20:45:10.338" v="228" actId="1076"/>
          <ac:spMkLst>
            <pc:docMk/>
            <pc:sldMk cId="4170294701" sldId="260"/>
            <ac:spMk id="41" creationId="{F4872A0A-9DEE-B1AE-12AC-FA716F51BA1A}"/>
          </ac:spMkLst>
        </pc:spChg>
        <pc:spChg chg="mod">
          <ac:chgData name="Zhang, Franky" userId="6ce4719b-7f4a-4549-8832-a74568dd27a3" providerId="ADAL" clId="{20760E7C-47BC-6849-88A8-33E02720CFA9}" dt="2025-11-24T20:45:10.338" v="228" actId="1076"/>
          <ac:spMkLst>
            <pc:docMk/>
            <pc:sldMk cId="4170294701" sldId="260"/>
            <ac:spMk id="42" creationId="{65CDDA0B-9227-7372-264A-2E2C6A31ACDA}"/>
          </ac:spMkLst>
        </pc:spChg>
        <pc:spChg chg="mod">
          <ac:chgData name="Zhang, Franky" userId="6ce4719b-7f4a-4549-8832-a74568dd27a3" providerId="ADAL" clId="{20760E7C-47BC-6849-88A8-33E02720CFA9}" dt="2025-11-24T20:45:10.338" v="228" actId="1076"/>
          <ac:spMkLst>
            <pc:docMk/>
            <pc:sldMk cId="4170294701" sldId="260"/>
            <ac:spMk id="46" creationId="{93D6BFF3-9995-FE79-8CF3-D68283FA796E}"/>
          </ac:spMkLst>
        </pc:spChg>
        <pc:spChg chg="mod">
          <ac:chgData name="Zhang, Franky" userId="6ce4719b-7f4a-4549-8832-a74568dd27a3" providerId="ADAL" clId="{20760E7C-47BC-6849-88A8-33E02720CFA9}" dt="2025-11-24T20:45:10.338" v="228" actId="1076"/>
          <ac:spMkLst>
            <pc:docMk/>
            <pc:sldMk cId="4170294701" sldId="260"/>
            <ac:spMk id="57" creationId="{6D68A880-B6BF-1743-AC05-A39658136485}"/>
          </ac:spMkLst>
        </pc:spChg>
        <pc:spChg chg="mod">
          <ac:chgData name="Zhang, Franky" userId="6ce4719b-7f4a-4549-8832-a74568dd27a3" providerId="ADAL" clId="{20760E7C-47BC-6849-88A8-33E02720CFA9}" dt="2025-11-24T20:46:32.814" v="249" actId="14100"/>
          <ac:spMkLst>
            <pc:docMk/>
            <pc:sldMk cId="4170294701" sldId="260"/>
            <ac:spMk id="62" creationId="{32710D0F-65B4-C8C4-CBB2-EA5F94C162A3}"/>
          </ac:spMkLst>
        </pc:spChg>
        <pc:spChg chg="add mod">
          <ac:chgData name="Zhang, Franky" userId="6ce4719b-7f4a-4549-8832-a74568dd27a3" providerId="ADAL" clId="{20760E7C-47BC-6849-88A8-33E02720CFA9}" dt="2025-11-24T20:46:05.029" v="245" actId="1076"/>
          <ac:spMkLst>
            <pc:docMk/>
            <pc:sldMk cId="4170294701" sldId="260"/>
            <ac:spMk id="68" creationId="{02725FA5-A63F-4D81-DD67-09A2A264C1EA}"/>
          </ac:spMkLst>
        </pc:spChg>
        <pc:spChg chg="mod">
          <ac:chgData name="Zhang, Franky" userId="6ce4719b-7f4a-4549-8832-a74568dd27a3" providerId="ADAL" clId="{20760E7C-47BC-6849-88A8-33E02720CFA9}" dt="2025-11-24T20:45:10.338" v="228" actId="1076"/>
          <ac:spMkLst>
            <pc:docMk/>
            <pc:sldMk cId="4170294701" sldId="260"/>
            <ac:spMk id="75" creationId="{2A58F10A-B3DF-F460-50C5-9185F0AD1FEF}"/>
          </ac:spMkLst>
        </pc:spChg>
        <pc:cxnChg chg="add mod">
          <ac:chgData name="Zhang, Franky" userId="6ce4719b-7f4a-4549-8832-a74568dd27a3" providerId="ADAL" clId="{20760E7C-47BC-6849-88A8-33E02720CFA9}" dt="2025-11-24T20:42:25.738" v="198" actId="692"/>
          <ac:cxnSpMkLst>
            <pc:docMk/>
            <pc:sldMk cId="4170294701" sldId="260"/>
            <ac:cxnSpMk id="6" creationId="{D10188D5-DBD9-3C62-5F96-53A5A989FAAC}"/>
          </ac:cxnSpMkLst>
        </pc:cxnChg>
        <pc:cxnChg chg="mod">
          <ac:chgData name="Zhang, Franky" userId="6ce4719b-7f4a-4549-8832-a74568dd27a3" providerId="ADAL" clId="{20760E7C-47BC-6849-88A8-33E02720CFA9}" dt="2025-11-24T20:42:42.573" v="209" actId="692"/>
          <ac:cxnSpMkLst>
            <pc:docMk/>
            <pc:sldMk cId="4170294701" sldId="260"/>
            <ac:cxnSpMk id="13" creationId="{8C3598BB-1943-0541-D259-BB2662298097}"/>
          </ac:cxnSpMkLst>
        </pc:cxnChg>
        <pc:cxnChg chg="add mod">
          <ac:chgData name="Zhang, Franky" userId="6ce4719b-7f4a-4549-8832-a74568dd27a3" providerId="ADAL" clId="{20760E7C-47BC-6849-88A8-33E02720CFA9}" dt="2025-11-24T20:44:50.589" v="227" actId="1076"/>
          <ac:cxnSpMkLst>
            <pc:docMk/>
            <pc:sldMk cId="4170294701" sldId="260"/>
            <ac:cxnSpMk id="14" creationId="{05B3411B-6057-AB9D-B051-5A864313B299}"/>
          </ac:cxnSpMkLst>
        </pc:cxnChg>
        <pc:cxnChg chg="mod">
          <ac:chgData name="Zhang, Franky" userId="6ce4719b-7f4a-4549-8832-a74568dd27a3" providerId="ADAL" clId="{20760E7C-47BC-6849-88A8-33E02720CFA9}" dt="2025-11-24T20:45:10.338" v="228" actId="1076"/>
          <ac:cxnSpMkLst>
            <pc:docMk/>
            <pc:sldMk cId="4170294701" sldId="260"/>
            <ac:cxnSpMk id="15" creationId="{355FAE11-3292-C29E-42E9-56CBCED27F0E}"/>
          </ac:cxnSpMkLst>
        </pc:cxnChg>
        <pc:cxnChg chg="add del mod">
          <ac:chgData name="Zhang, Franky" userId="6ce4719b-7f4a-4549-8832-a74568dd27a3" providerId="ADAL" clId="{20760E7C-47BC-6849-88A8-33E02720CFA9}" dt="2025-11-24T20:38:08.321" v="147" actId="478"/>
          <ac:cxnSpMkLst>
            <pc:docMk/>
            <pc:sldMk cId="4170294701" sldId="260"/>
            <ac:cxnSpMk id="24" creationId="{DBEF4861-53B3-F520-B905-44E22AEE5E23}"/>
          </ac:cxnSpMkLst>
        </pc:cxnChg>
        <pc:cxnChg chg="add mod">
          <ac:chgData name="Zhang, Franky" userId="6ce4719b-7f4a-4549-8832-a74568dd27a3" providerId="ADAL" clId="{20760E7C-47BC-6849-88A8-33E02720CFA9}" dt="2025-11-24T20:46:32.814" v="249" actId="14100"/>
          <ac:cxnSpMkLst>
            <pc:docMk/>
            <pc:sldMk cId="4170294701" sldId="260"/>
            <ac:cxnSpMk id="29" creationId="{7C3D821A-195C-9429-30AC-A8705051E2FC}"/>
          </ac:cxnSpMkLst>
        </pc:cxnChg>
        <pc:cxnChg chg="mod">
          <ac:chgData name="Zhang, Franky" userId="6ce4719b-7f4a-4549-8832-a74568dd27a3" providerId="ADAL" clId="{20760E7C-47BC-6849-88A8-33E02720CFA9}" dt="2025-11-24T20:45:45.886" v="239" actId="1076"/>
          <ac:cxnSpMkLst>
            <pc:docMk/>
            <pc:sldMk cId="4170294701" sldId="260"/>
            <ac:cxnSpMk id="30" creationId="{008C19D4-FE97-2D7F-A9FC-06020D33A3D6}"/>
          </ac:cxnSpMkLst>
        </pc:cxnChg>
        <pc:cxnChg chg="mod">
          <ac:chgData name="Zhang, Franky" userId="6ce4719b-7f4a-4549-8832-a74568dd27a3" providerId="ADAL" clId="{20760E7C-47BC-6849-88A8-33E02720CFA9}" dt="2025-11-24T20:45:45.886" v="239" actId="1076"/>
          <ac:cxnSpMkLst>
            <pc:docMk/>
            <pc:sldMk cId="4170294701" sldId="260"/>
            <ac:cxnSpMk id="31" creationId="{1B84B01B-E34F-BB76-EC4D-63AB654E872A}"/>
          </ac:cxnSpMkLst>
        </pc:cxnChg>
        <pc:cxnChg chg="del mod">
          <ac:chgData name="Zhang, Franky" userId="6ce4719b-7f4a-4549-8832-a74568dd27a3" providerId="ADAL" clId="{20760E7C-47BC-6849-88A8-33E02720CFA9}" dt="2025-11-24T20:36:14.244" v="117" actId="478"/>
          <ac:cxnSpMkLst>
            <pc:docMk/>
            <pc:sldMk cId="4170294701" sldId="260"/>
            <ac:cxnSpMk id="35" creationId="{6F3E0CC9-B1CD-79B1-9AF2-CB4238AE7D70}"/>
          </ac:cxnSpMkLst>
        </pc:cxnChg>
        <pc:cxnChg chg="add mod">
          <ac:chgData name="Zhang, Franky" userId="6ce4719b-7f4a-4549-8832-a74568dd27a3" providerId="ADAL" clId="{20760E7C-47BC-6849-88A8-33E02720CFA9}" dt="2025-11-24T20:45:57.202" v="244" actId="478"/>
          <ac:cxnSpMkLst>
            <pc:docMk/>
            <pc:sldMk cId="4170294701" sldId="260"/>
            <ac:cxnSpMk id="36" creationId="{8C427207-6486-96B8-F569-8B9BFA39989F}"/>
          </ac:cxnSpMkLst>
        </pc:cxnChg>
        <pc:cxnChg chg="mod">
          <ac:chgData name="Zhang, Franky" userId="6ce4719b-7f4a-4549-8832-a74568dd27a3" providerId="ADAL" clId="{20760E7C-47BC-6849-88A8-33E02720CFA9}" dt="2025-11-24T20:42:23.594" v="196" actId="692"/>
          <ac:cxnSpMkLst>
            <pc:docMk/>
            <pc:sldMk cId="4170294701" sldId="260"/>
            <ac:cxnSpMk id="49" creationId="{47D6344B-9EEF-C007-8C26-41908698DC9A}"/>
          </ac:cxnSpMkLst>
        </pc:cxnChg>
        <pc:cxnChg chg="mod">
          <ac:chgData name="Zhang, Franky" userId="6ce4719b-7f4a-4549-8832-a74568dd27a3" providerId="ADAL" clId="{20760E7C-47BC-6849-88A8-33E02720CFA9}" dt="2025-11-24T20:42:21.464" v="194" actId="692"/>
          <ac:cxnSpMkLst>
            <pc:docMk/>
            <pc:sldMk cId="4170294701" sldId="260"/>
            <ac:cxnSpMk id="51" creationId="{050E50E9-E9AE-A4DB-9545-EBF9F51808C4}"/>
          </ac:cxnSpMkLst>
        </pc:cxnChg>
        <pc:cxnChg chg="mod">
          <ac:chgData name="Zhang, Franky" userId="6ce4719b-7f4a-4549-8832-a74568dd27a3" providerId="ADAL" clId="{20760E7C-47BC-6849-88A8-33E02720CFA9}" dt="2025-11-24T20:42:27.778" v="200" actId="692"/>
          <ac:cxnSpMkLst>
            <pc:docMk/>
            <pc:sldMk cId="4170294701" sldId="260"/>
            <ac:cxnSpMk id="53" creationId="{390F1F64-E97D-22CE-1C6D-01FBE90722EC}"/>
          </ac:cxnSpMkLst>
        </pc:cxnChg>
        <pc:cxnChg chg="del mod">
          <ac:chgData name="Zhang, Franky" userId="6ce4719b-7f4a-4549-8832-a74568dd27a3" providerId="ADAL" clId="{20760E7C-47BC-6849-88A8-33E02720CFA9}" dt="2025-11-24T20:36:16.326" v="118" actId="478"/>
          <ac:cxnSpMkLst>
            <pc:docMk/>
            <pc:sldMk cId="4170294701" sldId="260"/>
            <ac:cxnSpMk id="55" creationId="{A659B386-C0E2-990C-8476-253BDEF32455}"/>
          </ac:cxnSpMkLst>
        </pc:cxnChg>
        <pc:cxnChg chg="mod">
          <ac:chgData name="Zhang, Franky" userId="6ce4719b-7f4a-4549-8832-a74568dd27a3" providerId="ADAL" clId="{20760E7C-47BC-6849-88A8-33E02720CFA9}" dt="2025-11-24T20:46:32.814" v="249" actId="14100"/>
          <ac:cxnSpMkLst>
            <pc:docMk/>
            <pc:sldMk cId="4170294701" sldId="260"/>
            <ac:cxnSpMk id="60" creationId="{B928AE35-2D61-FF6F-5FDB-A17B718BAB85}"/>
          </ac:cxnSpMkLst>
        </pc:cxnChg>
        <pc:cxnChg chg="del mod">
          <ac:chgData name="Zhang, Franky" userId="6ce4719b-7f4a-4549-8832-a74568dd27a3" providerId="ADAL" clId="{20760E7C-47BC-6849-88A8-33E02720CFA9}" dt="2025-11-24T20:36:29.505" v="123" actId="478"/>
          <ac:cxnSpMkLst>
            <pc:docMk/>
            <pc:sldMk cId="4170294701" sldId="260"/>
            <ac:cxnSpMk id="65" creationId="{B1793450-9C43-E654-2C98-75A0DD1A1FBD}"/>
          </ac:cxnSpMkLst>
        </pc:cxnChg>
        <pc:cxnChg chg="mod">
          <ac:chgData name="Zhang, Franky" userId="6ce4719b-7f4a-4549-8832-a74568dd27a3" providerId="ADAL" clId="{20760E7C-47BC-6849-88A8-33E02720CFA9}" dt="2025-11-24T20:46:32.814" v="249" actId="14100"/>
          <ac:cxnSpMkLst>
            <pc:docMk/>
            <pc:sldMk cId="4170294701" sldId="260"/>
            <ac:cxnSpMk id="74" creationId="{867A8AC5-2FE3-FA9A-ECA7-307C4613250D}"/>
          </ac:cxnSpMkLst>
        </pc:cxnChg>
      </pc:sldChg>
      <pc:sldChg chg="modSp add mod">
        <pc:chgData name="Zhang, Franky" userId="6ce4719b-7f4a-4549-8832-a74568dd27a3" providerId="ADAL" clId="{20760E7C-47BC-6849-88A8-33E02720CFA9}" dt="2025-11-17T22:58:36.874" v="37" actId="20577"/>
        <pc:sldMkLst>
          <pc:docMk/>
          <pc:sldMk cId="3293263194" sldId="261"/>
        </pc:sldMkLst>
        <pc:spChg chg="mod">
          <ac:chgData name="Zhang, Franky" userId="6ce4719b-7f4a-4549-8832-a74568dd27a3" providerId="ADAL" clId="{20760E7C-47BC-6849-88A8-33E02720CFA9}" dt="2025-11-17T22:58:36.874" v="37" actId="20577"/>
          <ac:spMkLst>
            <pc:docMk/>
            <pc:sldMk cId="3293263194" sldId="261"/>
            <ac:spMk id="17" creationId="{8727DBF4-7A81-381E-7FFE-1662E9191902}"/>
          </ac:spMkLst>
        </pc:spChg>
      </pc:sldChg>
    </pc:docChg>
  </pc:docChgLst>
  <pc:docChgLst>
    <pc:chgData name="Zhang, Franky" userId="6ce4719b-7f4a-4549-8832-a74568dd27a3" providerId="ADAL" clId="{E0DAB467-F047-554E-AAF0-EC6C0BCD6C78}"/>
    <pc:docChg chg="undo custSel addSld delSld modSld sldOrd">
      <pc:chgData name="Zhang, Franky" userId="6ce4719b-7f4a-4549-8832-a74568dd27a3" providerId="ADAL" clId="{E0DAB467-F047-554E-AAF0-EC6C0BCD6C78}" dt="2025-10-07T20:16:49.191" v="2908" actId="1076"/>
      <pc:docMkLst>
        <pc:docMk/>
      </pc:docMkLst>
      <pc:sldChg chg="addSp delSp modSp mod">
        <pc:chgData name="Zhang, Franky" userId="6ce4719b-7f4a-4549-8832-a74568dd27a3" providerId="ADAL" clId="{E0DAB467-F047-554E-AAF0-EC6C0BCD6C78}" dt="2025-09-14T19:21:32.615" v="664" actId="478"/>
        <pc:sldMkLst>
          <pc:docMk/>
          <pc:sldMk cId="1546100800" sldId="256"/>
        </pc:sldMkLst>
        <pc:spChg chg="add mod">
          <ac:chgData name="Zhang, Franky" userId="6ce4719b-7f4a-4549-8832-a74568dd27a3" providerId="ADAL" clId="{E0DAB467-F047-554E-AAF0-EC6C0BCD6C78}" dt="2025-09-07T19:00:23.257" v="510" actId="693"/>
          <ac:spMkLst>
            <pc:docMk/>
            <pc:sldMk cId="1546100800" sldId="256"/>
            <ac:spMk id="2" creationId="{A0D55C75-3578-46DB-171F-FBBD600F4321}"/>
          </ac:spMkLst>
        </pc:spChg>
        <pc:spChg chg="mod">
          <ac:chgData name="Zhang, Franky" userId="6ce4719b-7f4a-4549-8832-a74568dd27a3" providerId="ADAL" clId="{E0DAB467-F047-554E-AAF0-EC6C0BCD6C78}" dt="2025-09-07T18:24:11.419" v="136" actId="1076"/>
          <ac:spMkLst>
            <pc:docMk/>
            <pc:sldMk cId="1546100800" sldId="256"/>
            <ac:spMk id="4" creationId="{E2516FF9-027F-A0BE-FB84-8535D8638E4C}"/>
          </ac:spMkLst>
        </pc:spChg>
        <pc:spChg chg="mod">
          <ac:chgData name="Zhang, Franky" userId="6ce4719b-7f4a-4549-8832-a74568dd27a3" providerId="ADAL" clId="{E0DAB467-F047-554E-AAF0-EC6C0BCD6C78}" dt="2025-09-07T19:06:56.005" v="523" actId="1076"/>
          <ac:spMkLst>
            <pc:docMk/>
            <pc:sldMk cId="1546100800" sldId="256"/>
            <ac:spMk id="6" creationId="{EBF9E11C-78EE-62F2-86AC-FC787231291B}"/>
          </ac:spMkLst>
        </pc:spChg>
        <pc:spChg chg="mod">
          <ac:chgData name="Zhang, Franky" userId="6ce4719b-7f4a-4549-8832-a74568dd27a3" providerId="ADAL" clId="{E0DAB467-F047-554E-AAF0-EC6C0BCD6C78}" dt="2025-09-07T19:06:56.005" v="523" actId="1076"/>
          <ac:spMkLst>
            <pc:docMk/>
            <pc:sldMk cId="1546100800" sldId="256"/>
            <ac:spMk id="7" creationId="{F8F2C9D7-B198-44A6-5052-7B629340BE68}"/>
          </ac:spMkLst>
        </pc:spChg>
        <pc:spChg chg="mod">
          <ac:chgData name="Zhang, Franky" userId="6ce4719b-7f4a-4549-8832-a74568dd27a3" providerId="ADAL" clId="{E0DAB467-F047-554E-AAF0-EC6C0BCD6C78}" dt="2025-09-07T21:18:05.126" v="531" actId="20577"/>
          <ac:spMkLst>
            <pc:docMk/>
            <pc:sldMk cId="1546100800" sldId="256"/>
            <ac:spMk id="18" creationId="{A57F6AD6-9AC4-9FB3-5452-5043988B4685}"/>
          </ac:spMkLst>
        </pc:spChg>
        <pc:spChg chg="add del mod">
          <ac:chgData name="Zhang, Franky" userId="6ce4719b-7f4a-4549-8832-a74568dd27a3" providerId="ADAL" clId="{E0DAB467-F047-554E-AAF0-EC6C0BCD6C78}" dt="2025-09-14T19:21:32.615" v="664" actId="478"/>
          <ac:spMkLst>
            <pc:docMk/>
            <pc:sldMk cId="1546100800" sldId="256"/>
            <ac:spMk id="22" creationId="{F8233B4E-F5E1-F0DF-0D15-B68EE5A38671}"/>
          </ac:spMkLst>
        </pc:spChg>
        <pc:spChg chg="mod">
          <ac:chgData name="Zhang, Franky" userId="6ce4719b-7f4a-4549-8832-a74568dd27a3" providerId="ADAL" clId="{E0DAB467-F047-554E-AAF0-EC6C0BCD6C78}" dt="2025-09-12T01:58:14.353" v="535" actId="1076"/>
          <ac:spMkLst>
            <pc:docMk/>
            <pc:sldMk cId="1546100800" sldId="256"/>
            <ac:spMk id="33" creationId="{D808D5E9-6AC2-D985-CE5E-848E60B5B3FE}"/>
          </ac:spMkLst>
        </pc:spChg>
        <pc:spChg chg="add mod">
          <ac:chgData name="Zhang, Franky" userId="6ce4719b-7f4a-4549-8832-a74568dd27a3" providerId="ADAL" clId="{E0DAB467-F047-554E-AAF0-EC6C0BCD6C78}" dt="2025-09-07T19:06:56.005" v="523" actId="1076"/>
          <ac:spMkLst>
            <pc:docMk/>
            <pc:sldMk cId="1546100800" sldId="256"/>
            <ac:spMk id="37" creationId="{7CB469CA-F5E6-CC82-ABAF-5108550C5B5B}"/>
          </ac:spMkLst>
        </pc:spChg>
        <pc:spChg chg="mod">
          <ac:chgData name="Zhang, Franky" userId="6ce4719b-7f4a-4549-8832-a74568dd27a3" providerId="ADAL" clId="{E0DAB467-F047-554E-AAF0-EC6C0BCD6C78}" dt="2025-09-12T14:07:45.190" v="607" actId="20577"/>
          <ac:spMkLst>
            <pc:docMk/>
            <pc:sldMk cId="1546100800" sldId="256"/>
            <ac:spMk id="40" creationId="{15C545BC-E07C-8953-9A0F-F5FE24430510}"/>
          </ac:spMkLst>
        </pc:spChg>
        <pc:spChg chg="mod">
          <ac:chgData name="Zhang, Franky" userId="6ce4719b-7f4a-4549-8832-a74568dd27a3" providerId="ADAL" clId="{E0DAB467-F047-554E-AAF0-EC6C0BCD6C78}" dt="2025-09-07T19:06:56.005" v="523" actId="1076"/>
          <ac:spMkLst>
            <pc:docMk/>
            <pc:sldMk cId="1546100800" sldId="256"/>
            <ac:spMk id="45" creationId="{600E4E60-4F1E-E90C-0DCE-F2D33917FA00}"/>
          </ac:spMkLst>
        </pc:spChg>
        <pc:spChg chg="add del mod">
          <ac:chgData name="Zhang, Franky" userId="6ce4719b-7f4a-4549-8832-a74568dd27a3" providerId="ADAL" clId="{E0DAB467-F047-554E-AAF0-EC6C0BCD6C78}" dt="2025-09-14T19:21:32.615" v="664" actId="478"/>
          <ac:spMkLst>
            <pc:docMk/>
            <pc:sldMk cId="1546100800" sldId="256"/>
            <ac:spMk id="53" creationId="{C65630DB-947C-1A57-C4AE-9BA4EB65AECB}"/>
          </ac:spMkLst>
        </pc:spChg>
        <pc:spChg chg="add mod">
          <ac:chgData name="Zhang, Franky" userId="6ce4719b-7f4a-4549-8832-a74568dd27a3" providerId="ADAL" clId="{E0DAB467-F047-554E-AAF0-EC6C0BCD6C78}" dt="2025-09-07T19:06:56.005" v="523" actId="1076"/>
          <ac:spMkLst>
            <pc:docMk/>
            <pc:sldMk cId="1546100800" sldId="256"/>
            <ac:spMk id="56" creationId="{2D8989F0-CC66-7295-CAEA-8E8E2975A81E}"/>
          </ac:spMkLst>
        </pc:spChg>
        <pc:cxnChg chg="mod">
          <ac:chgData name="Zhang, Franky" userId="6ce4719b-7f4a-4549-8832-a74568dd27a3" providerId="ADAL" clId="{E0DAB467-F047-554E-AAF0-EC6C0BCD6C78}" dt="2025-09-07T18:24:11.419" v="136" actId="1076"/>
          <ac:cxnSpMkLst>
            <pc:docMk/>
            <pc:sldMk cId="1546100800" sldId="256"/>
            <ac:cxnSpMk id="11" creationId="{4220FF8F-7FBC-FB3B-784C-EE0B4E620793}"/>
          </ac:cxnSpMkLst>
        </pc:cxnChg>
        <pc:cxnChg chg="mod">
          <ac:chgData name="Zhang, Franky" userId="6ce4719b-7f4a-4549-8832-a74568dd27a3" providerId="ADAL" clId="{E0DAB467-F047-554E-AAF0-EC6C0BCD6C78}" dt="2025-09-07T18:24:11.419" v="136" actId="1076"/>
          <ac:cxnSpMkLst>
            <pc:docMk/>
            <pc:sldMk cId="1546100800" sldId="256"/>
            <ac:cxnSpMk id="13" creationId="{B00DBBC8-35BF-BF10-86A8-942D95920EFA}"/>
          </ac:cxnSpMkLst>
        </pc:cxnChg>
        <pc:cxnChg chg="mod">
          <ac:chgData name="Zhang, Franky" userId="6ce4719b-7f4a-4549-8832-a74568dd27a3" providerId="ADAL" clId="{E0DAB467-F047-554E-AAF0-EC6C0BCD6C78}" dt="2025-09-07T19:06:17.542" v="520" actId="692"/>
          <ac:cxnSpMkLst>
            <pc:docMk/>
            <pc:sldMk cId="1546100800" sldId="256"/>
            <ac:cxnSpMk id="21" creationId="{4B01FB77-3E66-22E4-6532-3BFFB01D30AB}"/>
          </ac:cxnSpMkLst>
        </pc:cxnChg>
        <pc:cxnChg chg="mod">
          <ac:chgData name="Zhang, Franky" userId="6ce4719b-7f4a-4549-8832-a74568dd27a3" providerId="ADAL" clId="{E0DAB467-F047-554E-AAF0-EC6C0BCD6C78}" dt="2025-09-12T01:58:08.735" v="534" actId="14100"/>
          <ac:cxnSpMkLst>
            <pc:docMk/>
            <pc:sldMk cId="1546100800" sldId="256"/>
            <ac:cxnSpMk id="42" creationId="{E872499C-BB46-0979-E293-49EDBB791E42}"/>
          </ac:cxnSpMkLst>
        </pc:cxnChg>
        <pc:cxnChg chg="mod">
          <ac:chgData name="Zhang, Franky" userId="6ce4719b-7f4a-4549-8832-a74568dd27a3" providerId="ADAL" clId="{E0DAB467-F047-554E-AAF0-EC6C0BCD6C78}" dt="2025-09-07T19:06:14.262" v="519" actId="692"/>
          <ac:cxnSpMkLst>
            <pc:docMk/>
            <pc:sldMk cId="1546100800" sldId="256"/>
            <ac:cxnSpMk id="47" creationId="{8F2B7250-B0B7-0785-26F5-6FE819A06BEB}"/>
          </ac:cxnSpMkLst>
        </pc:cxnChg>
        <pc:cxnChg chg="add del mod">
          <ac:chgData name="Zhang, Franky" userId="6ce4719b-7f4a-4549-8832-a74568dd27a3" providerId="ADAL" clId="{E0DAB467-F047-554E-AAF0-EC6C0BCD6C78}" dt="2025-09-14T19:21:32.615" v="664" actId="478"/>
          <ac:cxnSpMkLst>
            <pc:docMk/>
            <pc:sldMk cId="1546100800" sldId="256"/>
            <ac:cxnSpMk id="55" creationId="{DB238531-215B-3A18-DF9D-4B775C6EFC4A}"/>
          </ac:cxnSpMkLst>
        </pc:cxnChg>
        <pc:cxnChg chg="add mod">
          <ac:chgData name="Zhang, Franky" userId="6ce4719b-7f4a-4549-8832-a74568dd27a3" providerId="ADAL" clId="{E0DAB467-F047-554E-AAF0-EC6C0BCD6C78}" dt="2025-09-07T19:04:52.201" v="513" actId="1076"/>
          <ac:cxnSpMkLst>
            <pc:docMk/>
            <pc:sldMk cId="1546100800" sldId="256"/>
            <ac:cxnSpMk id="58" creationId="{D4F0B5C4-0A1E-DFAF-40F2-603EA79C4BD1}"/>
          </ac:cxnSpMkLst>
        </pc:cxnChg>
        <pc:cxnChg chg="add mod">
          <ac:chgData name="Zhang, Franky" userId="6ce4719b-7f4a-4549-8832-a74568dd27a3" providerId="ADAL" clId="{E0DAB467-F047-554E-AAF0-EC6C0BCD6C78}" dt="2025-09-14T19:21:32.615" v="664" actId="478"/>
          <ac:cxnSpMkLst>
            <pc:docMk/>
            <pc:sldMk cId="1546100800" sldId="256"/>
            <ac:cxnSpMk id="61" creationId="{892E22B7-D34F-F3C7-1A89-BD2316F55ECE}"/>
          </ac:cxnSpMkLst>
        </pc:cxnChg>
        <pc:cxnChg chg="add mod">
          <ac:chgData name="Zhang, Franky" userId="6ce4719b-7f4a-4549-8832-a74568dd27a3" providerId="ADAL" clId="{E0DAB467-F047-554E-AAF0-EC6C0BCD6C78}" dt="2025-09-07T19:00:29.634" v="511" actId="693"/>
          <ac:cxnSpMkLst>
            <pc:docMk/>
            <pc:sldMk cId="1546100800" sldId="256"/>
            <ac:cxnSpMk id="67" creationId="{1E73F6E1-E396-B148-1077-F88393CC9D29}"/>
          </ac:cxnSpMkLst>
        </pc:cxnChg>
        <pc:cxnChg chg="add mod">
          <ac:chgData name="Zhang, Franky" userId="6ce4719b-7f4a-4549-8832-a74568dd27a3" providerId="ADAL" clId="{E0DAB467-F047-554E-AAF0-EC6C0BCD6C78}" dt="2025-09-07T19:06:34.707" v="522" actId="692"/>
          <ac:cxnSpMkLst>
            <pc:docMk/>
            <pc:sldMk cId="1546100800" sldId="256"/>
            <ac:cxnSpMk id="71" creationId="{635B6F79-E263-78FC-7B79-14F51B707F5F}"/>
          </ac:cxnSpMkLst>
        </pc:cxnChg>
      </pc:sldChg>
      <pc:sldChg chg="addSp delSp modSp add del mod">
        <pc:chgData name="Zhang, Franky" userId="6ce4719b-7f4a-4549-8832-a74568dd27a3" providerId="ADAL" clId="{E0DAB467-F047-554E-AAF0-EC6C0BCD6C78}" dt="2025-09-14T21:31:22.947" v="1201" actId="2696"/>
        <pc:sldMkLst>
          <pc:docMk/>
          <pc:sldMk cId="2423355390" sldId="257"/>
        </pc:sldMkLst>
      </pc:sldChg>
      <pc:sldChg chg="addSp delSp modSp new mod ord">
        <pc:chgData name="Zhang, Franky" userId="6ce4719b-7f4a-4549-8832-a74568dd27a3" providerId="ADAL" clId="{E0DAB467-F047-554E-AAF0-EC6C0BCD6C78}" dt="2025-10-07T20:16:49.191" v="2908" actId="1076"/>
        <pc:sldMkLst>
          <pc:docMk/>
          <pc:sldMk cId="2014747055" sldId="258"/>
        </pc:sldMkLst>
        <pc:spChg chg="add mod">
          <ac:chgData name="Zhang, Franky" userId="6ce4719b-7f4a-4549-8832-a74568dd27a3" providerId="ADAL" clId="{E0DAB467-F047-554E-AAF0-EC6C0BCD6C78}" dt="2025-10-07T01:08:28.001" v="2635" actId="14100"/>
          <ac:spMkLst>
            <pc:docMk/>
            <pc:sldMk cId="2014747055" sldId="258"/>
            <ac:spMk id="2" creationId="{20DCB61F-40AD-05B3-9175-2ADC3A50C49A}"/>
          </ac:spMkLst>
        </pc:spChg>
        <pc:spChg chg="add mod">
          <ac:chgData name="Zhang, Franky" userId="6ce4719b-7f4a-4549-8832-a74568dd27a3" providerId="ADAL" clId="{E0DAB467-F047-554E-AAF0-EC6C0BCD6C78}" dt="2025-10-07T01:08:33.489" v="2636" actId="14100"/>
          <ac:spMkLst>
            <pc:docMk/>
            <pc:sldMk cId="2014747055" sldId="258"/>
            <ac:spMk id="3" creationId="{A79BEC2C-09B1-EECF-5811-8AEA4621522D}"/>
          </ac:spMkLst>
        </pc:spChg>
        <pc:spChg chg="add del mod">
          <ac:chgData name="Zhang, Franky" userId="6ce4719b-7f4a-4549-8832-a74568dd27a3" providerId="ADAL" clId="{E0DAB467-F047-554E-AAF0-EC6C0BCD6C78}" dt="2025-10-07T00:58:53.320" v="2498" actId="1076"/>
          <ac:spMkLst>
            <pc:docMk/>
            <pc:sldMk cId="2014747055" sldId="258"/>
            <ac:spMk id="4" creationId="{E8A1F754-C1F0-7C5B-94BC-8CCFDBA04786}"/>
          </ac:spMkLst>
        </pc:spChg>
        <pc:spChg chg="add mod">
          <ac:chgData name="Zhang, Franky" userId="6ce4719b-7f4a-4549-8832-a74568dd27a3" providerId="ADAL" clId="{E0DAB467-F047-554E-AAF0-EC6C0BCD6C78}" dt="2025-10-07T00:59:21.812" v="2500" actId="1076"/>
          <ac:spMkLst>
            <pc:docMk/>
            <pc:sldMk cId="2014747055" sldId="258"/>
            <ac:spMk id="5" creationId="{1154B904-0A7C-6733-B47F-19328FA997B8}"/>
          </ac:spMkLst>
        </pc:spChg>
        <pc:spChg chg="add mod">
          <ac:chgData name="Zhang, Franky" userId="6ce4719b-7f4a-4549-8832-a74568dd27a3" providerId="ADAL" clId="{E0DAB467-F047-554E-AAF0-EC6C0BCD6C78}" dt="2025-10-07T01:08:08.946" v="2632" actId="14100"/>
          <ac:spMkLst>
            <pc:docMk/>
            <pc:sldMk cId="2014747055" sldId="258"/>
            <ac:spMk id="6" creationId="{C52181D4-CBE9-8391-EE11-4E5FD51AE0B6}"/>
          </ac:spMkLst>
        </pc:spChg>
        <pc:spChg chg="add mod">
          <ac:chgData name="Zhang, Franky" userId="6ce4719b-7f4a-4549-8832-a74568dd27a3" providerId="ADAL" clId="{E0DAB467-F047-554E-AAF0-EC6C0BCD6C78}" dt="2025-10-07T01:08:39.325" v="2637" actId="14100"/>
          <ac:spMkLst>
            <pc:docMk/>
            <pc:sldMk cId="2014747055" sldId="258"/>
            <ac:spMk id="7" creationId="{AC7B1AE4-A77A-40CF-5F62-678BCA5F33E2}"/>
          </ac:spMkLst>
        </pc:spChg>
        <pc:spChg chg="add mod">
          <ac:chgData name="Zhang, Franky" userId="6ce4719b-7f4a-4549-8832-a74568dd27a3" providerId="ADAL" clId="{E0DAB467-F047-554E-AAF0-EC6C0BCD6C78}" dt="2025-10-07T20:15:36.719" v="2905" actId="20577"/>
          <ac:spMkLst>
            <pc:docMk/>
            <pc:sldMk cId="2014747055" sldId="258"/>
            <ac:spMk id="8" creationId="{857229F9-A4DF-B502-1B0A-59E68BE6BC44}"/>
          </ac:spMkLst>
        </pc:spChg>
        <pc:spChg chg="add mod">
          <ac:chgData name="Zhang, Franky" userId="6ce4719b-7f4a-4549-8832-a74568dd27a3" providerId="ADAL" clId="{E0DAB467-F047-554E-AAF0-EC6C0BCD6C78}" dt="2025-10-07T16:41:57.880" v="2794" actId="20577"/>
          <ac:spMkLst>
            <pc:docMk/>
            <pc:sldMk cId="2014747055" sldId="258"/>
            <ac:spMk id="9" creationId="{B2B051B8-EA00-C52B-5B33-48CA58D712FA}"/>
          </ac:spMkLst>
        </pc:spChg>
        <pc:spChg chg="add mod">
          <ac:chgData name="Zhang, Franky" userId="6ce4719b-7f4a-4549-8832-a74568dd27a3" providerId="ADAL" clId="{E0DAB467-F047-554E-AAF0-EC6C0BCD6C78}" dt="2025-10-07T20:16:49.191" v="2908" actId="1076"/>
          <ac:spMkLst>
            <pc:docMk/>
            <pc:sldMk cId="2014747055" sldId="258"/>
            <ac:spMk id="10" creationId="{A76DAD5F-8F5D-4CBB-5371-0916A439C357}"/>
          </ac:spMkLst>
        </pc:spChg>
        <pc:spChg chg="add mod">
          <ac:chgData name="Zhang, Franky" userId="6ce4719b-7f4a-4549-8832-a74568dd27a3" providerId="ADAL" clId="{E0DAB467-F047-554E-AAF0-EC6C0BCD6C78}" dt="2025-10-07T01:08:22.877" v="2634" actId="14100"/>
          <ac:spMkLst>
            <pc:docMk/>
            <pc:sldMk cId="2014747055" sldId="258"/>
            <ac:spMk id="11" creationId="{A1A3DDBE-55E4-6C2D-4BB1-40C4C0499A8E}"/>
          </ac:spMkLst>
        </pc:spChg>
        <pc:spChg chg="add mod">
          <ac:chgData name="Zhang, Franky" userId="6ce4719b-7f4a-4549-8832-a74568dd27a3" providerId="ADAL" clId="{E0DAB467-F047-554E-AAF0-EC6C0BCD6C78}" dt="2025-10-07T01:10:39.068" v="2665" actId="1076"/>
          <ac:spMkLst>
            <pc:docMk/>
            <pc:sldMk cId="2014747055" sldId="258"/>
            <ac:spMk id="12" creationId="{88DA4C83-203F-4CC0-4C7C-C4286FA55158}"/>
          </ac:spMkLst>
        </pc:spChg>
        <pc:spChg chg="add mod">
          <ac:chgData name="Zhang, Franky" userId="6ce4719b-7f4a-4549-8832-a74568dd27a3" providerId="ADAL" clId="{E0DAB467-F047-554E-AAF0-EC6C0BCD6C78}" dt="2025-10-07T20:09:15.699" v="2903" actId="20577"/>
          <ac:spMkLst>
            <pc:docMk/>
            <pc:sldMk cId="2014747055" sldId="258"/>
            <ac:spMk id="17" creationId="{C3925263-ACB3-619C-D49F-A5F389FBDB5C}"/>
          </ac:spMkLst>
        </pc:spChg>
        <pc:spChg chg="add mod">
          <ac:chgData name="Zhang, Franky" userId="6ce4719b-7f4a-4549-8832-a74568dd27a3" providerId="ADAL" clId="{E0DAB467-F047-554E-AAF0-EC6C0BCD6C78}" dt="2025-10-07T01:08:08.946" v="2632" actId="14100"/>
          <ac:spMkLst>
            <pc:docMk/>
            <pc:sldMk cId="2014747055" sldId="258"/>
            <ac:spMk id="21" creationId="{C2EE1D9E-1A49-4E50-25C2-1E0A3A2F93F0}"/>
          </ac:spMkLst>
        </pc:spChg>
        <pc:spChg chg="add mod">
          <ac:chgData name="Zhang, Franky" userId="6ce4719b-7f4a-4549-8832-a74568dd27a3" providerId="ADAL" clId="{E0DAB467-F047-554E-AAF0-EC6C0BCD6C78}" dt="2025-10-07T16:30:47.519" v="2709" actId="20577"/>
          <ac:spMkLst>
            <pc:docMk/>
            <pc:sldMk cId="2014747055" sldId="258"/>
            <ac:spMk id="37" creationId="{24140D3F-4344-5A42-BD2F-F3C16B49BFA2}"/>
          </ac:spMkLst>
        </pc:spChg>
        <pc:spChg chg="add mod">
          <ac:chgData name="Zhang, Franky" userId="6ce4719b-7f4a-4549-8832-a74568dd27a3" providerId="ADAL" clId="{E0DAB467-F047-554E-AAF0-EC6C0BCD6C78}" dt="2025-10-07T01:08:08.946" v="2632" actId="14100"/>
          <ac:spMkLst>
            <pc:docMk/>
            <pc:sldMk cId="2014747055" sldId="258"/>
            <ac:spMk id="49" creationId="{F054BC1E-35FD-E9CB-39A9-33FD8837A007}"/>
          </ac:spMkLst>
        </pc:spChg>
        <pc:cxnChg chg="add mod">
          <ac:chgData name="Zhang, Franky" userId="6ce4719b-7f4a-4549-8832-a74568dd27a3" providerId="ADAL" clId="{E0DAB467-F047-554E-AAF0-EC6C0BCD6C78}" dt="2025-10-07T01:07:30.673" v="2627" actId="1076"/>
          <ac:cxnSpMkLst>
            <pc:docMk/>
            <pc:sldMk cId="2014747055" sldId="258"/>
            <ac:cxnSpMk id="23" creationId="{667EBED4-F23D-47F2-672C-885DF92029FB}"/>
          </ac:cxnSpMkLst>
        </pc:cxnChg>
        <pc:cxnChg chg="add mod">
          <ac:chgData name="Zhang, Franky" userId="6ce4719b-7f4a-4549-8832-a74568dd27a3" providerId="ADAL" clId="{E0DAB467-F047-554E-AAF0-EC6C0BCD6C78}" dt="2025-10-07T01:07:30.673" v="2627" actId="1076"/>
          <ac:cxnSpMkLst>
            <pc:docMk/>
            <pc:sldMk cId="2014747055" sldId="258"/>
            <ac:cxnSpMk id="27" creationId="{A5A91025-54EF-A0A7-060A-8E9BC09F0BA3}"/>
          </ac:cxnSpMkLst>
        </pc:cxnChg>
        <pc:cxnChg chg="add mod">
          <ac:chgData name="Zhang, Franky" userId="6ce4719b-7f4a-4549-8832-a74568dd27a3" providerId="ADAL" clId="{E0DAB467-F047-554E-AAF0-EC6C0BCD6C78}" dt="2025-10-07T01:07:30.673" v="2627" actId="1076"/>
          <ac:cxnSpMkLst>
            <pc:docMk/>
            <pc:sldMk cId="2014747055" sldId="258"/>
            <ac:cxnSpMk id="29" creationId="{B6C7A765-50CE-5F91-7E56-30F65CB2B72A}"/>
          </ac:cxnSpMkLst>
        </pc:cxnChg>
        <pc:cxnChg chg="add mod">
          <ac:chgData name="Zhang, Franky" userId="6ce4719b-7f4a-4549-8832-a74568dd27a3" providerId="ADAL" clId="{E0DAB467-F047-554E-AAF0-EC6C0BCD6C78}" dt="2025-10-07T00:58:01.343" v="2492" actId="1076"/>
          <ac:cxnSpMkLst>
            <pc:docMk/>
            <pc:sldMk cId="2014747055" sldId="258"/>
            <ac:cxnSpMk id="40" creationId="{D7A489E0-277E-BF9F-1C91-E5480F950FD7}"/>
          </ac:cxnSpMkLst>
        </pc:cxnChg>
        <pc:cxnChg chg="add mod">
          <ac:chgData name="Zhang, Franky" userId="6ce4719b-7f4a-4549-8832-a74568dd27a3" providerId="ADAL" clId="{E0DAB467-F047-554E-AAF0-EC6C0BCD6C78}" dt="2025-10-07T00:59:21.812" v="2500" actId="1076"/>
          <ac:cxnSpMkLst>
            <pc:docMk/>
            <pc:sldMk cId="2014747055" sldId="258"/>
            <ac:cxnSpMk id="43" creationId="{3C1EFE6F-B1C5-E652-A205-43707988B8F9}"/>
          </ac:cxnSpMkLst>
        </pc:cxnChg>
        <pc:cxnChg chg="add mod">
          <ac:chgData name="Zhang, Franky" userId="6ce4719b-7f4a-4549-8832-a74568dd27a3" providerId="ADAL" clId="{E0DAB467-F047-554E-AAF0-EC6C0BCD6C78}" dt="2025-10-07T01:00:04.917" v="2501" actId="1076"/>
          <ac:cxnSpMkLst>
            <pc:docMk/>
            <pc:sldMk cId="2014747055" sldId="258"/>
            <ac:cxnSpMk id="48" creationId="{8AB5C9DB-FFA7-5412-1245-59002A66171A}"/>
          </ac:cxnSpMkLst>
        </pc:cxnChg>
      </pc:sldChg>
      <pc:sldChg chg="addSp delSp modSp new del mod">
        <pc:chgData name="Zhang, Franky" userId="6ce4719b-7f4a-4549-8832-a74568dd27a3" providerId="ADAL" clId="{E0DAB467-F047-554E-AAF0-EC6C0BCD6C78}" dt="2025-09-14T19:37:13.001" v="827" actId="2696"/>
        <pc:sldMkLst>
          <pc:docMk/>
          <pc:sldMk cId="3165471202" sldId="258"/>
        </pc:sldMkLst>
      </pc:sldChg>
      <pc:sldChg chg="add">
        <pc:chgData name="Zhang, Franky" userId="6ce4719b-7f4a-4549-8832-a74568dd27a3" providerId="ADAL" clId="{E0DAB467-F047-554E-AAF0-EC6C0BCD6C78}" dt="2025-09-14T21:32:55.590" v="1202"/>
        <pc:sldMkLst>
          <pc:docMk/>
          <pc:sldMk cId="1157097934" sldId="259"/>
        </pc:sldMkLst>
      </pc:sldChg>
      <pc:sldChg chg="addSp delSp modSp new mod">
        <pc:chgData name="Zhang, Franky" userId="6ce4719b-7f4a-4549-8832-a74568dd27a3" providerId="ADAL" clId="{E0DAB467-F047-554E-AAF0-EC6C0BCD6C78}" dt="2025-09-20T02:56:09.981" v="2228" actId="2711"/>
        <pc:sldMkLst>
          <pc:docMk/>
          <pc:sldMk cId="4170294701" sldId="260"/>
        </pc:sldMkLst>
        <pc:spChg chg="add del mod">
          <ac:chgData name="Zhang, Franky" userId="6ce4719b-7f4a-4549-8832-a74568dd27a3" providerId="ADAL" clId="{E0DAB467-F047-554E-AAF0-EC6C0BCD6C78}" dt="2025-09-14T22:55:52.561" v="2124" actId="113"/>
          <ac:spMkLst>
            <pc:docMk/>
            <pc:sldMk cId="4170294701" sldId="260"/>
            <ac:spMk id="4" creationId="{FC93A649-C5FE-9ED2-AA17-AB782B8AB92D}"/>
          </ac:spMkLst>
        </pc:spChg>
        <pc:spChg chg="add mod">
          <ac:chgData name="Zhang, Franky" userId="6ce4719b-7f4a-4549-8832-a74568dd27a3" providerId="ADAL" clId="{E0DAB467-F047-554E-AAF0-EC6C0BCD6C78}" dt="2025-09-14T22:26:46.274" v="1532" actId="1076"/>
          <ac:spMkLst>
            <pc:docMk/>
            <pc:sldMk cId="4170294701" sldId="260"/>
            <ac:spMk id="8" creationId="{72D8BF8C-E718-B816-4381-3397EBEF1BB7}"/>
          </ac:spMkLst>
        </pc:spChg>
        <pc:spChg chg="add mod">
          <ac:chgData name="Zhang, Franky" userId="6ce4719b-7f4a-4549-8832-a74568dd27a3" providerId="ADAL" clId="{E0DAB467-F047-554E-AAF0-EC6C0BCD6C78}" dt="2025-09-14T22:49:56.085" v="2057" actId="1076"/>
          <ac:spMkLst>
            <pc:docMk/>
            <pc:sldMk cId="4170294701" sldId="260"/>
            <ac:spMk id="9" creationId="{21092DD5-E3EA-8851-D09C-F40C9632CC84}"/>
          </ac:spMkLst>
        </pc:spChg>
        <pc:spChg chg="add mod">
          <ac:chgData name="Zhang, Franky" userId="6ce4719b-7f4a-4549-8832-a74568dd27a3" providerId="ADAL" clId="{E0DAB467-F047-554E-AAF0-EC6C0BCD6C78}" dt="2025-09-14T22:27:16.594" v="1540" actId="1076"/>
          <ac:spMkLst>
            <pc:docMk/>
            <pc:sldMk cId="4170294701" sldId="260"/>
            <ac:spMk id="21" creationId="{25A33179-64D9-E78B-EFC5-2BC5586B986C}"/>
          </ac:spMkLst>
        </pc:spChg>
        <pc:spChg chg="add mod">
          <ac:chgData name="Zhang, Franky" userId="6ce4719b-7f4a-4549-8832-a74568dd27a3" providerId="ADAL" clId="{E0DAB467-F047-554E-AAF0-EC6C0BCD6C78}" dt="2025-09-14T22:34:21.367" v="1684" actId="1076"/>
          <ac:spMkLst>
            <pc:docMk/>
            <pc:sldMk cId="4170294701" sldId="260"/>
            <ac:spMk id="32" creationId="{3FC49B04-C2B7-F76C-6A56-C39973DB3721}"/>
          </ac:spMkLst>
        </pc:spChg>
        <pc:spChg chg="add mod">
          <ac:chgData name="Zhang, Franky" userId="6ce4719b-7f4a-4549-8832-a74568dd27a3" providerId="ADAL" clId="{E0DAB467-F047-554E-AAF0-EC6C0BCD6C78}" dt="2025-09-14T22:42:07.947" v="1916" actId="1076"/>
          <ac:spMkLst>
            <pc:docMk/>
            <pc:sldMk cId="4170294701" sldId="260"/>
            <ac:spMk id="37" creationId="{89F57C97-CBE5-5FD0-145D-736FC7434258}"/>
          </ac:spMkLst>
        </pc:spChg>
        <pc:spChg chg="add mod">
          <ac:chgData name="Zhang, Franky" userId="6ce4719b-7f4a-4549-8832-a74568dd27a3" providerId="ADAL" clId="{E0DAB467-F047-554E-AAF0-EC6C0BCD6C78}" dt="2025-09-14T22:42:26.371" v="1919" actId="1076"/>
          <ac:spMkLst>
            <pc:docMk/>
            <pc:sldMk cId="4170294701" sldId="260"/>
            <ac:spMk id="41" creationId="{F4872A0A-9DEE-B1AE-12AC-FA716F51BA1A}"/>
          </ac:spMkLst>
        </pc:spChg>
        <pc:spChg chg="add mod">
          <ac:chgData name="Zhang, Franky" userId="6ce4719b-7f4a-4549-8832-a74568dd27a3" providerId="ADAL" clId="{E0DAB467-F047-554E-AAF0-EC6C0BCD6C78}" dt="2025-09-14T22:42:14.704" v="1917" actId="1076"/>
          <ac:spMkLst>
            <pc:docMk/>
            <pc:sldMk cId="4170294701" sldId="260"/>
            <ac:spMk id="42" creationId="{65CDDA0B-9227-7372-264A-2E2C6A31ACDA}"/>
          </ac:spMkLst>
        </pc:spChg>
        <pc:spChg chg="add mod">
          <ac:chgData name="Zhang, Franky" userId="6ce4719b-7f4a-4549-8832-a74568dd27a3" providerId="ADAL" clId="{E0DAB467-F047-554E-AAF0-EC6C0BCD6C78}" dt="2025-09-14T22:42:19.319" v="1918" actId="1076"/>
          <ac:spMkLst>
            <pc:docMk/>
            <pc:sldMk cId="4170294701" sldId="260"/>
            <ac:spMk id="46" creationId="{93D6BFF3-9995-FE79-8CF3-D68283FA796E}"/>
          </ac:spMkLst>
        </pc:spChg>
        <pc:spChg chg="add mod">
          <ac:chgData name="Zhang, Franky" userId="6ce4719b-7f4a-4549-8832-a74568dd27a3" providerId="ADAL" clId="{E0DAB467-F047-554E-AAF0-EC6C0BCD6C78}" dt="2025-09-14T22:44:25.299" v="1959" actId="1076"/>
          <ac:spMkLst>
            <pc:docMk/>
            <pc:sldMk cId="4170294701" sldId="260"/>
            <ac:spMk id="57" creationId="{6D68A880-B6BF-1743-AC05-A39658136485}"/>
          </ac:spMkLst>
        </pc:spChg>
        <pc:spChg chg="add mod">
          <ac:chgData name="Zhang, Franky" userId="6ce4719b-7f4a-4549-8832-a74568dd27a3" providerId="ADAL" clId="{E0DAB467-F047-554E-AAF0-EC6C0BCD6C78}" dt="2025-09-20T02:56:05.193" v="2227" actId="2711"/>
          <ac:spMkLst>
            <pc:docMk/>
            <pc:sldMk cId="4170294701" sldId="260"/>
            <ac:spMk id="62" creationId="{32710D0F-65B4-C8C4-CBB2-EA5F94C162A3}"/>
          </ac:spMkLst>
        </pc:spChg>
        <pc:spChg chg="add mod">
          <ac:chgData name="Zhang, Franky" userId="6ce4719b-7f4a-4549-8832-a74568dd27a3" providerId="ADAL" clId="{E0DAB467-F047-554E-AAF0-EC6C0BCD6C78}" dt="2025-09-20T02:56:09.981" v="2228" actId="2711"/>
          <ac:spMkLst>
            <pc:docMk/>
            <pc:sldMk cId="4170294701" sldId="260"/>
            <ac:spMk id="75" creationId="{2A58F10A-B3DF-F460-50C5-9185F0AD1FEF}"/>
          </ac:spMkLst>
        </pc:spChg>
        <pc:cxnChg chg="add mod">
          <ac:chgData name="Zhang, Franky" userId="6ce4719b-7f4a-4549-8832-a74568dd27a3" providerId="ADAL" clId="{E0DAB467-F047-554E-AAF0-EC6C0BCD6C78}" dt="2025-09-14T22:26:46.274" v="1532" actId="1076"/>
          <ac:cxnSpMkLst>
            <pc:docMk/>
            <pc:sldMk cId="4170294701" sldId="260"/>
            <ac:cxnSpMk id="13" creationId="{8C3598BB-1943-0541-D259-BB2662298097}"/>
          </ac:cxnSpMkLst>
        </pc:cxnChg>
        <pc:cxnChg chg="add mod">
          <ac:chgData name="Zhang, Franky" userId="6ce4719b-7f4a-4549-8832-a74568dd27a3" providerId="ADAL" clId="{E0DAB467-F047-554E-AAF0-EC6C0BCD6C78}" dt="2025-09-14T22:49:56.085" v="2057" actId="1076"/>
          <ac:cxnSpMkLst>
            <pc:docMk/>
            <pc:sldMk cId="4170294701" sldId="260"/>
            <ac:cxnSpMk id="15" creationId="{355FAE11-3292-C29E-42E9-56CBCED27F0E}"/>
          </ac:cxnSpMkLst>
        </pc:cxnChg>
        <pc:cxnChg chg="add mod">
          <ac:chgData name="Zhang, Franky" userId="6ce4719b-7f4a-4549-8832-a74568dd27a3" providerId="ADAL" clId="{E0DAB467-F047-554E-AAF0-EC6C0BCD6C78}" dt="2025-09-14T22:29:42.995" v="1543" actId="692"/>
          <ac:cxnSpMkLst>
            <pc:docMk/>
            <pc:sldMk cId="4170294701" sldId="260"/>
            <ac:cxnSpMk id="30" creationId="{008C19D4-FE97-2D7F-A9FC-06020D33A3D6}"/>
          </ac:cxnSpMkLst>
        </pc:cxnChg>
        <pc:cxnChg chg="add mod">
          <ac:chgData name="Zhang, Franky" userId="6ce4719b-7f4a-4549-8832-a74568dd27a3" providerId="ADAL" clId="{E0DAB467-F047-554E-AAF0-EC6C0BCD6C78}" dt="2025-09-14T22:34:26.090" v="1686" actId="14100"/>
          <ac:cxnSpMkLst>
            <pc:docMk/>
            <pc:sldMk cId="4170294701" sldId="260"/>
            <ac:cxnSpMk id="31" creationId="{1B84B01B-E34F-BB76-EC4D-63AB654E872A}"/>
          </ac:cxnSpMkLst>
        </pc:cxnChg>
        <pc:cxnChg chg="add mod">
          <ac:chgData name="Zhang, Franky" userId="6ce4719b-7f4a-4549-8832-a74568dd27a3" providerId="ADAL" clId="{E0DAB467-F047-554E-AAF0-EC6C0BCD6C78}" dt="2025-09-14T22:43:06.819" v="1925" actId="692"/>
          <ac:cxnSpMkLst>
            <pc:docMk/>
            <pc:sldMk cId="4170294701" sldId="260"/>
            <ac:cxnSpMk id="49" creationId="{47D6344B-9EEF-C007-8C26-41908698DC9A}"/>
          </ac:cxnSpMkLst>
        </pc:cxnChg>
        <pc:cxnChg chg="add mod">
          <ac:chgData name="Zhang, Franky" userId="6ce4719b-7f4a-4549-8832-a74568dd27a3" providerId="ADAL" clId="{E0DAB467-F047-554E-AAF0-EC6C0BCD6C78}" dt="2025-09-14T22:43:11.004" v="1927" actId="692"/>
          <ac:cxnSpMkLst>
            <pc:docMk/>
            <pc:sldMk cId="4170294701" sldId="260"/>
            <ac:cxnSpMk id="51" creationId="{050E50E9-E9AE-A4DB-9545-EBF9F51808C4}"/>
          </ac:cxnSpMkLst>
        </pc:cxnChg>
        <pc:cxnChg chg="add mod">
          <ac:chgData name="Zhang, Franky" userId="6ce4719b-7f4a-4549-8832-a74568dd27a3" providerId="ADAL" clId="{E0DAB467-F047-554E-AAF0-EC6C0BCD6C78}" dt="2025-09-14T22:43:14.775" v="1928" actId="692"/>
          <ac:cxnSpMkLst>
            <pc:docMk/>
            <pc:sldMk cId="4170294701" sldId="260"/>
            <ac:cxnSpMk id="53" creationId="{390F1F64-E97D-22CE-1C6D-01FBE90722EC}"/>
          </ac:cxnSpMkLst>
        </pc:cxnChg>
        <pc:cxnChg chg="add mod">
          <ac:chgData name="Zhang, Franky" userId="6ce4719b-7f4a-4549-8832-a74568dd27a3" providerId="ADAL" clId="{E0DAB467-F047-554E-AAF0-EC6C0BCD6C78}" dt="2025-09-20T02:54:23.862" v="2162" actId="14100"/>
          <ac:cxnSpMkLst>
            <pc:docMk/>
            <pc:sldMk cId="4170294701" sldId="260"/>
            <ac:cxnSpMk id="60" creationId="{B928AE35-2D61-FF6F-5FDB-A17B718BAB85}"/>
          </ac:cxnSpMkLst>
        </pc:cxnChg>
        <pc:cxnChg chg="add mod">
          <ac:chgData name="Zhang, Franky" userId="6ce4719b-7f4a-4549-8832-a74568dd27a3" providerId="ADAL" clId="{E0DAB467-F047-554E-AAF0-EC6C0BCD6C78}" dt="2025-09-20T02:54:30.788" v="2163" actId="1076"/>
          <ac:cxnSpMkLst>
            <pc:docMk/>
            <pc:sldMk cId="4170294701" sldId="260"/>
            <ac:cxnSpMk id="74" creationId="{867A8AC5-2FE3-FA9A-ECA7-307C4613250D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A0196-519D-4C4E-9290-06ABD1711706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7CD95-8AF8-B14B-AE71-A76376E83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077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A0196-519D-4C4E-9290-06ABD1711706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7CD95-8AF8-B14B-AE71-A76376E83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047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A0196-519D-4C4E-9290-06ABD1711706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7CD95-8AF8-B14B-AE71-A76376E83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628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A0196-519D-4C4E-9290-06ABD1711706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7CD95-8AF8-B14B-AE71-A76376E83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541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A0196-519D-4C4E-9290-06ABD1711706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7CD95-8AF8-B14B-AE71-A76376E83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683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A0196-519D-4C4E-9290-06ABD1711706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7CD95-8AF8-B14B-AE71-A76376E83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84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A0196-519D-4C4E-9290-06ABD1711706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7CD95-8AF8-B14B-AE71-A76376E83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951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A0196-519D-4C4E-9290-06ABD1711706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7CD95-8AF8-B14B-AE71-A76376E83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595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A0196-519D-4C4E-9290-06ABD1711706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7CD95-8AF8-B14B-AE71-A76376E83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008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A0196-519D-4C4E-9290-06ABD1711706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7CD95-8AF8-B14B-AE71-A76376E83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822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A0196-519D-4C4E-9290-06ABD1711706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7CD95-8AF8-B14B-AE71-A76376E83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357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6A0196-519D-4C4E-9290-06ABD1711706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57CD95-8AF8-B14B-AE71-A76376E83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518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8A1F754-C1F0-7C5B-94BC-8CCFDBA04786}"/>
              </a:ext>
            </a:extLst>
          </p:cNvPr>
          <p:cNvSpPr/>
          <p:nvPr/>
        </p:nvSpPr>
        <p:spPr>
          <a:xfrm>
            <a:off x="2928408" y="559515"/>
            <a:ext cx="2286000" cy="64008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GISAID Data (15 Countries)</a:t>
            </a:r>
            <a:r>
              <a:rPr lang="zh-CN" alt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26,152 variants</a:t>
            </a:r>
            <a:r>
              <a:rPr lang="zh-CN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total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spanning 2019-12-05 to</a:t>
            </a:r>
            <a:r>
              <a:rPr lang="zh-CN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2024-09-09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154B904-0A7C-6733-B47F-19328FA997B8}"/>
              </a:ext>
            </a:extLst>
          </p:cNvPr>
          <p:cNvSpPr/>
          <p:nvPr/>
        </p:nvSpPr>
        <p:spPr>
          <a:xfrm>
            <a:off x="3157008" y="2692157"/>
            <a:ext cx="1828800" cy="457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Analytical Variants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24,286 variants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52181D4-CBE9-8391-EE11-4E5FD51AE0B6}"/>
              </a:ext>
            </a:extLst>
          </p:cNvPr>
          <p:cNvSpPr/>
          <p:nvPr/>
        </p:nvSpPr>
        <p:spPr>
          <a:xfrm>
            <a:off x="816485" y="2692157"/>
            <a:ext cx="1828800" cy="4572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Non-analytical Variants</a:t>
            </a:r>
          </a:p>
          <a:p>
            <a:pPr algn="ctr"/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1,866 variants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3925263-ACB3-619C-D49F-A5F389FBDB5C}"/>
              </a:ext>
            </a:extLst>
          </p:cNvPr>
          <p:cNvSpPr/>
          <p:nvPr/>
        </p:nvSpPr>
        <p:spPr>
          <a:xfrm>
            <a:off x="2699808" y="3606329"/>
            <a:ext cx="2743200" cy="548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Variants Grouping (Parent Rule Criterion)  </a:t>
            </a:r>
          </a:p>
          <a:p>
            <a:pPr algn="ctr"/>
            <a:r>
              <a:rPr lang="en-US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874 grouped variants across 15 countries. </a:t>
            </a:r>
          </a:p>
          <a:p>
            <a:r>
              <a:rPr lang="en-US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 ≥ 500 sequences in total; (2) 1% share in total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EE1D9E-1A49-4E50-25C2-1E0A3A2F93F0}"/>
              </a:ext>
            </a:extLst>
          </p:cNvPr>
          <p:cNvSpPr/>
          <p:nvPr/>
        </p:nvSpPr>
        <p:spPr>
          <a:xfrm>
            <a:off x="2654088" y="1681034"/>
            <a:ext cx="2834640" cy="548640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Constructing Analytical Periods (Country Level)</a:t>
            </a:r>
          </a:p>
          <a:p>
            <a:pPr marL="228600" indent="-228600">
              <a:buAutoNum type="arabicParenBoth"/>
            </a:pP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≥3 weeks with ≥100 sequences each</a:t>
            </a:r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28600" indent="-228600">
              <a:buAutoNum type="arabicParenBoth"/>
            </a:pP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≥4 non-zero days each week</a:t>
            </a:r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67EBED4-F23D-47F2-672C-885DF92029FB}"/>
              </a:ext>
            </a:extLst>
          </p:cNvPr>
          <p:cNvCxnSpPr>
            <a:cxnSpLocks/>
            <a:stCxn id="4" idx="2"/>
            <a:endCxn id="21" idx="0"/>
          </p:cNvCxnSpPr>
          <p:nvPr/>
        </p:nvCxnSpPr>
        <p:spPr>
          <a:xfrm>
            <a:off x="4071408" y="1199595"/>
            <a:ext cx="0" cy="48143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A5A91025-54EF-A0A7-060A-8E9BC09F0BA3}"/>
              </a:ext>
            </a:extLst>
          </p:cNvPr>
          <p:cNvCxnSpPr>
            <a:stCxn id="21" idx="2"/>
            <a:endCxn id="6" idx="0"/>
          </p:cNvCxnSpPr>
          <p:nvPr/>
        </p:nvCxnSpPr>
        <p:spPr>
          <a:xfrm rot="5400000">
            <a:off x="2669906" y="1290654"/>
            <a:ext cx="462483" cy="2340523"/>
          </a:xfrm>
          <a:prstGeom prst="bentConnector3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6C7A765-50CE-5F91-7E56-30F65CB2B72A}"/>
              </a:ext>
            </a:extLst>
          </p:cNvPr>
          <p:cNvCxnSpPr>
            <a:stCxn id="21" idx="2"/>
            <a:endCxn id="5" idx="0"/>
          </p:cNvCxnSpPr>
          <p:nvPr/>
        </p:nvCxnSpPr>
        <p:spPr>
          <a:xfrm>
            <a:off x="4071408" y="2229674"/>
            <a:ext cx="0" cy="4624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24140D3F-4344-5A42-BD2F-F3C16B49BFA2}"/>
              </a:ext>
            </a:extLst>
          </p:cNvPr>
          <p:cNvSpPr/>
          <p:nvPr/>
        </p:nvSpPr>
        <p:spPr>
          <a:xfrm>
            <a:off x="2699808" y="4543919"/>
            <a:ext cx="2743200" cy="640080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Variants Filtering Stage  </a:t>
            </a:r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AutoNum type="arabicParenBoth"/>
            </a:pP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Exclude all variant never reached 1% share</a:t>
            </a:r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28600" indent="-228600">
              <a:buAutoNum type="arabicParenBoth"/>
            </a:pP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Exclude all variant that reached 30% share within 30 days.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7A489E0-277E-BF9F-1C91-E5480F950FD7}"/>
              </a:ext>
            </a:extLst>
          </p:cNvPr>
          <p:cNvCxnSpPr>
            <a:cxnSpLocks/>
            <a:stCxn id="17" idx="2"/>
            <a:endCxn id="37" idx="0"/>
          </p:cNvCxnSpPr>
          <p:nvPr/>
        </p:nvCxnSpPr>
        <p:spPr>
          <a:xfrm>
            <a:off x="4071408" y="4154969"/>
            <a:ext cx="0" cy="38895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C1EFE6F-B1C5-E652-A205-43707988B8F9}"/>
              </a:ext>
            </a:extLst>
          </p:cNvPr>
          <p:cNvCxnSpPr>
            <a:cxnSpLocks/>
            <a:stCxn id="5" idx="2"/>
            <a:endCxn id="17" idx="0"/>
          </p:cNvCxnSpPr>
          <p:nvPr/>
        </p:nvCxnSpPr>
        <p:spPr>
          <a:xfrm>
            <a:off x="4071408" y="3149357"/>
            <a:ext cx="0" cy="45697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AB5C9DB-FFA7-5412-1245-59002A66171A}"/>
              </a:ext>
            </a:extLst>
          </p:cNvPr>
          <p:cNvCxnSpPr>
            <a:cxnSpLocks/>
            <a:stCxn id="37" idx="2"/>
            <a:endCxn id="49" idx="0"/>
          </p:cNvCxnSpPr>
          <p:nvPr/>
        </p:nvCxnSpPr>
        <p:spPr>
          <a:xfrm>
            <a:off x="4071408" y="5183999"/>
            <a:ext cx="0" cy="1899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F054BC1E-35FD-E9CB-39A9-33FD8837A007}"/>
              </a:ext>
            </a:extLst>
          </p:cNvPr>
          <p:cNvSpPr/>
          <p:nvPr/>
        </p:nvSpPr>
        <p:spPr>
          <a:xfrm>
            <a:off x="2836968" y="5373936"/>
            <a:ext cx="2468880" cy="8229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Data Generation</a:t>
            </a:r>
          </a:p>
          <a:p>
            <a:r>
              <a:rPr lang="en-US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Inputs: </a:t>
            </a:r>
            <a:r>
              <a:rPr lang="en-US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Early variant data (2, 3, 4, or 5 weeks)</a:t>
            </a:r>
          </a:p>
          <a:p>
            <a:r>
              <a:rPr lang="en-US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Outputs: </a:t>
            </a:r>
          </a:p>
          <a:p>
            <a:r>
              <a:rPr lang="en-US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Monthly Peak Share </a:t>
            </a:r>
          </a:p>
          <a:p>
            <a:r>
              <a:rPr lang="en-US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Duration &gt;10% Share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DCB61F-40AD-05B3-9175-2ADC3A50C49A}"/>
              </a:ext>
            </a:extLst>
          </p:cNvPr>
          <p:cNvSpPr/>
          <p:nvPr/>
        </p:nvSpPr>
        <p:spPr>
          <a:xfrm>
            <a:off x="560951" y="1439617"/>
            <a:ext cx="7772400" cy="1881352"/>
          </a:xfrm>
          <a:prstGeom prst="rect">
            <a:avLst/>
          </a:prstGeom>
          <a:noFill/>
          <a:ln w="25400">
            <a:solidFill>
              <a:schemeClr val="accent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9BEC2C-09B1-EECF-5811-8AEA4621522D}"/>
              </a:ext>
            </a:extLst>
          </p:cNvPr>
          <p:cNvSpPr/>
          <p:nvPr/>
        </p:nvSpPr>
        <p:spPr>
          <a:xfrm>
            <a:off x="560952" y="3474968"/>
            <a:ext cx="7772400" cy="800722"/>
          </a:xfrm>
          <a:prstGeom prst="rect">
            <a:avLst/>
          </a:prstGeom>
          <a:noFill/>
          <a:ln w="25400">
            <a:solidFill>
              <a:srgbClr val="92D05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7B1AE4-A77A-40CF-5F62-678BCA5F33E2}"/>
              </a:ext>
            </a:extLst>
          </p:cNvPr>
          <p:cNvSpPr/>
          <p:nvPr/>
        </p:nvSpPr>
        <p:spPr>
          <a:xfrm>
            <a:off x="560951" y="4410452"/>
            <a:ext cx="7772400" cy="1926968"/>
          </a:xfrm>
          <a:prstGeom prst="rect">
            <a:avLst/>
          </a:prstGeom>
          <a:noFill/>
          <a:ln w="25400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7229F9-A4DF-B502-1B0A-59E68BE6BC44}"/>
              </a:ext>
            </a:extLst>
          </p:cNvPr>
          <p:cNvSpPr txBox="1"/>
          <p:nvPr/>
        </p:nvSpPr>
        <p:spPr>
          <a:xfrm>
            <a:off x="5745180" y="2241793"/>
            <a:ext cx="23651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①: Data Cleaning</a:t>
            </a:r>
          </a:p>
          <a:p>
            <a:r>
              <a:rPr lang="en-US" sz="12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200" dirty="0">
                <a:solidFill>
                  <a:srgbClr val="3F3F3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 identify epidemiologically meaningful signals.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B051B8-EA00-C52B-5B33-48CA58D712FA}"/>
              </a:ext>
            </a:extLst>
          </p:cNvPr>
          <p:cNvSpPr txBox="1"/>
          <p:nvPr/>
        </p:nvSpPr>
        <p:spPr>
          <a:xfrm>
            <a:off x="5745180" y="3552163"/>
            <a:ext cx="2588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②: Variants Grouping</a:t>
            </a:r>
          </a:p>
          <a:p>
            <a:r>
              <a:rPr lang="en-US" sz="12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200" dirty="0">
                <a:solidFill>
                  <a:srgbClr val="3F3F3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 focus on variants with sampling power.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6DAD5F-8F5D-4CBB-5371-0916A439C357}"/>
              </a:ext>
            </a:extLst>
          </p:cNvPr>
          <p:cNvSpPr txBox="1"/>
          <p:nvPr/>
        </p:nvSpPr>
        <p:spPr>
          <a:xfrm>
            <a:off x="5745180" y="5216480"/>
            <a:ext cx="24688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③: Model Data Generation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A3DDBE-55E4-6C2D-4BB1-40C4C0499A8E}"/>
              </a:ext>
            </a:extLst>
          </p:cNvPr>
          <p:cNvSpPr/>
          <p:nvPr/>
        </p:nvSpPr>
        <p:spPr>
          <a:xfrm>
            <a:off x="560953" y="452066"/>
            <a:ext cx="7772400" cy="850392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DA4C83-203F-4CC0-4C7C-C4286FA55158}"/>
              </a:ext>
            </a:extLst>
          </p:cNvPr>
          <p:cNvSpPr txBox="1"/>
          <p:nvPr/>
        </p:nvSpPr>
        <p:spPr>
          <a:xfrm>
            <a:off x="5745181" y="733071"/>
            <a:ext cx="17972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⓪: Data Loading</a:t>
            </a:r>
          </a:p>
        </p:txBody>
      </p:sp>
    </p:spTree>
    <p:extLst>
      <p:ext uri="{BB962C8B-B14F-4D97-AF65-F5344CB8AC3E}">
        <p14:creationId xmlns:p14="http://schemas.microsoft.com/office/powerpoint/2010/main" val="2014747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1EB53-6D3E-70F0-EA0C-79FE97980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51FE9D4-9F08-CE30-8AC0-984F087676FD}"/>
              </a:ext>
            </a:extLst>
          </p:cNvPr>
          <p:cNvSpPr/>
          <p:nvPr/>
        </p:nvSpPr>
        <p:spPr>
          <a:xfrm>
            <a:off x="2928408" y="559515"/>
            <a:ext cx="2286000" cy="64008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GISAID Data (15 Countries)</a:t>
            </a:r>
            <a:r>
              <a:rPr lang="zh-CN" alt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26,152 variants</a:t>
            </a:r>
            <a:r>
              <a:rPr lang="zh-CN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total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spanning 2019-12-05 to</a:t>
            </a:r>
            <a:r>
              <a:rPr lang="zh-CN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2024-09-09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DA7405A-7CED-2D0A-7715-51A5276727E8}"/>
              </a:ext>
            </a:extLst>
          </p:cNvPr>
          <p:cNvSpPr/>
          <p:nvPr/>
        </p:nvSpPr>
        <p:spPr>
          <a:xfrm>
            <a:off x="3157008" y="2692157"/>
            <a:ext cx="1828800" cy="457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Analytical Variants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24,286 variants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07F52AB-52D4-E114-81D0-8EF0DB23F0FC}"/>
              </a:ext>
            </a:extLst>
          </p:cNvPr>
          <p:cNvSpPr/>
          <p:nvPr/>
        </p:nvSpPr>
        <p:spPr>
          <a:xfrm>
            <a:off x="816485" y="2692157"/>
            <a:ext cx="1828800" cy="4572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Non-analytical Variants</a:t>
            </a:r>
          </a:p>
          <a:p>
            <a:pPr algn="ctr"/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1,866 variants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727DBF4-7A81-381E-7FFE-1662E9191902}"/>
              </a:ext>
            </a:extLst>
          </p:cNvPr>
          <p:cNvSpPr/>
          <p:nvPr/>
        </p:nvSpPr>
        <p:spPr>
          <a:xfrm>
            <a:off x="2699808" y="3606329"/>
            <a:ext cx="2743200" cy="548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Variants Grouping (Parent Rule Criterion)  </a:t>
            </a:r>
          </a:p>
          <a:p>
            <a:pPr algn="ctr"/>
            <a:r>
              <a:rPr lang="en-US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1,040 grouped variants across 15 countries. 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Criteria: Retained if above 1% in its period</a:t>
            </a:r>
            <a:r>
              <a:rPr lang="en-US" altLang="zh-C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3928459-2FE7-1BF7-53CF-CBA78DCE3BD6}"/>
              </a:ext>
            </a:extLst>
          </p:cNvPr>
          <p:cNvSpPr/>
          <p:nvPr/>
        </p:nvSpPr>
        <p:spPr>
          <a:xfrm>
            <a:off x="2654088" y="1681034"/>
            <a:ext cx="2834640" cy="548640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Constructing Analytical Periods (Country Level)</a:t>
            </a:r>
          </a:p>
          <a:p>
            <a:pPr marL="228600" indent="-228600">
              <a:buAutoNum type="arabicParenBoth"/>
            </a:pP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≥3 weeks with ≥100 sequences each</a:t>
            </a:r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28600" indent="-228600">
              <a:buAutoNum type="arabicParenBoth"/>
            </a:pP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≥4 non-zero days each week</a:t>
            </a:r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237DA18-52D3-98E0-4D8E-989C03786998}"/>
              </a:ext>
            </a:extLst>
          </p:cNvPr>
          <p:cNvCxnSpPr>
            <a:cxnSpLocks/>
            <a:stCxn id="4" idx="2"/>
            <a:endCxn id="21" idx="0"/>
          </p:cNvCxnSpPr>
          <p:nvPr/>
        </p:nvCxnSpPr>
        <p:spPr>
          <a:xfrm>
            <a:off x="4071408" y="1199595"/>
            <a:ext cx="0" cy="48143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8877AF74-860A-4FC6-30B4-1454F90859FE}"/>
              </a:ext>
            </a:extLst>
          </p:cNvPr>
          <p:cNvCxnSpPr>
            <a:stCxn id="21" idx="2"/>
            <a:endCxn id="6" idx="0"/>
          </p:cNvCxnSpPr>
          <p:nvPr/>
        </p:nvCxnSpPr>
        <p:spPr>
          <a:xfrm rot="5400000">
            <a:off x="2669906" y="1290654"/>
            <a:ext cx="462483" cy="2340523"/>
          </a:xfrm>
          <a:prstGeom prst="bentConnector3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9E53651-A9D3-F804-16D5-1B3FA030C65C}"/>
              </a:ext>
            </a:extLst>
          </p:cNvPr>
          <p:cNvCxnSpPr>
            <a:stCxn id="21" idx="2"/>
            <a:endCxn id="5" idx="0"/>
          </p:cNvCxnSpPr>
          <p:nvPr/>
        </p:nvCxnSpPr>
        <p:spPr>
          <a:xfrm>
            <a:off x="4071408" y="2229674"/>
            <a:ext cx="0" cy="4624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A58BE01C-ABAA-08CE-8545-24C40C299489}"/>
              </a:ext>
            </a:extLst>
          </p:cNvPr>
          <p:cNvSpPr/>
          <p:nvPr/>
        </p:nvSpPr>
        <p:spPr>
          <a:xfrm>
            <a:off x="2699808" y="4543919"/>
            <a:ext cx="2743200" cy="640080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Variants Filtering Stage  </a:t>
            </a:r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AutoNum type="arabicParenBoth"/>
            </a:pP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Exclude all variant never reached 1% share</a:t>
            </a:r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28600" indent="-228600">
              <a:buAutoNum type="arabicParenBoth"/>
            </a:pP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Exclude all variant that reached 30% share within 30 days.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FCC433A-8C96-479E-FF84-37DE7C36FC77}"/>
              </a:ext>
            </a:extLst>
          </p:cNvPr>
          <p:cNvCxnSpPr>
            <a:cxnSpLocks/>
            <a:stCxn id="17" idx="2"/>
            <a:endCxn id="37" idx="0"/>
          </p:cNvCxnSpPr>
          <p:nvPr/>
        </p:nvCxnSpPr>
        <p:spPr>
          <a:xfrm>
            <a:off x="4071408" y="4154969"/>
            <a:ext cx="0" cy="38895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9468134-E842-FD5A-316D-B42DD2BF7E70}"/>
              </a:ext>
            </a:extLst>
          </p:cNvPr>
          <p:cNvCxnSpPr>
            <a:cxnSpLocks/>
            <a:stCxn id="5" idx="2"/>
            <a:endCxn id="17" idx="0"/>
          </p:cNvCxnSpPr>
          <p:nvPr/>
        </p:nvCxnSpPr>
        <p:spPr>
          <a:xfrm>
            <a:off x="4071408" y="3149357"/>
            <a:ext cx="0" cy="45697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DF6FAE6-3CD2-EE67-EE4E-073494096300}"/>
              </a:ext>
            </a:extLst>
          </p:cNvPr>
          <p:cNvCxnSpPr>
            <a:cxnSpLocks/>
            <a:stCxn id="37" idx="2"/>
            <a:endCxn id="49" idx="0"/>
          </p:cNvCxnSpPr>
          <p:nvPr/>
        </p:nvCxnSpPr>
        <p:spPr>
          <a:xfrm>
            <a:off x="4071408" y="5183999"/>
            <a:ext cx="0" cy="1899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1C49586B-1E3E-86D3-1320-81499A50CAD0}"/>
              </a:ext>
            </a:extLst>
          </p:cNvPr>
          <p:cNvSpPr/>
          <p:nvPr/>
        </p:nvSpPr>
        <p:spPr>
          <a:xfrm>
            <a:off x="2836968" y="5373936"/>
            <a:ext cx="2468880" cy="8229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Data Generation</a:t>
            </a:r>
          </a:p>
          <a:p>
            <a:r>
              <a:rPr lang="en-US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Inputs: </a:t>
            </a:r>
            <a:r>
              <a:rPr lang="en-US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Early variant data (2, 3, 4, or 5 weeks)</a:t>
            </a:r>
          </a:p>
          <a:p>
            <a:r>
              <a:rPr lang="en-US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Outputs: </a:t>
            </a:r>
          </a:p>
          <a:p>
            <a:r>
              <a:rPr lang="en-US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Monthly Peak Share </a:t>
            </a:r>
          </a:p>
          <a:p>
            <a:r>
              <a:rPr lang="en-US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Duration &gt;10% Share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A390BE-6844-3664-5694-602272209968}"/>
              </a:ext>
            </a:extLst>
          </p:cNvPr>
          <p:cNvSpPr/>
          <p:nvPr/>
        </p:nvSpPr>
        <p:spPr>
          <a:xfrm>
            <a:off x="560951" y="1439617"/>
            <a:ext cx="7772400" cy="1881352"/>
          </a:xfrm>
          <a:prstGeom prst="rect">
            <a:avLst/>
          </a:prstGeom>
          <a:noFill/>
          <a:ln w="25400">
            <a:solidFill>
              <a:schemeClr val="accent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F99990-38D8-819A-37DB-E83D051ABEBA}"/>
              </a:ext>
            </a:extLst>
          </p:cNvPr>
          <p:cNvSpPr/>
          <p:nvPr/>
        </p:nvSpPr>
        <p:spPr>
          <a:xfrm>
            <a:off x="560952" y="3474968"/>
            <a:ext cx="7772400" cy="800722"/>
          </a:xfrm>
          <a:prstGeom prst="rect">
            <a:avLst/>
          </a:prstGeom>
          <a:noFill/>
          <a:ln w="25400">
            <a:solidFill>
              <a:srgbClr val="92D05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616630-F132-0325-C21E-3CDD5AB89A88}"/>
              </a:ext>
            </a:extLst>
          </p:cNvPr>
          <p:cNvSpPr/>
          <p:nvPr/>
        </p:nvSpPr>
        <p:spPr>
          <a:xfrm>
            <a:off x="560951" y="4410452"/>
            <a:ext cx="7772400" cy="1926968"/>
          </a:xfrm>
          <a:prstGeom prst="rect">
            <a:avLst/>
          </a:prstGeom>
          <a:noFill/>
          <a:ln w="25400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E2B986-9560-177F-7AD5-1B816BA1F4EB}"/>
              </a:ext>
            </a:extLst>
          </p:cNvPr>
          <p:cNvSpPr txBox="1"/>
          <p:nvPr/>
        </p:nvSpPr>
        <p:spPr>
          <a:xfrm>
            <a:off x="5745180" y="2241793"/>
            <a:ext cx="23651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①: Data Cleaning</a:t>
            </a:r>
          </a:p>
          <a:p>
            <a:r>
              <a:rPr lang="en-US" sz="12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200" dirty="0">
                <a:solidFill>
                  <a:srgbClr val="3F3F3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 identify epidemiologically meaningful signals.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4C12B7-9871-DF02-0513-A34F6802A6AA}"/>
              </a:ext>
            </a:extLst>
          </p:cNvPr>
          <p:cNvSpPr txBox="1"/>
          <p:nvPr/>
        </p:nvSpPr>
        <p:spPr>
          <a:xfrm>
            <a:off x="5745180" y="3552163"/>
            <a:ext cx="2588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②: Variants Grouping</a:t>
            </a:r>
          </a:p>
          <a:p>
            <a:r>
              <a:rPr lang="en-US" sz="12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200" dirty="0">
                <a:solidFill>
                  <a:srgbClr val="3F3F3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 focus on variants with sampling power.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A1FDC8-C7DF-80DF-DAC4-C4EA17085F29}"/>
              </a:ext>
            </a:extLst>
          </p:cNvPr>
          <p:cNvSpPr txBox="1"/>
          <p:nvPr/>
        </p:nvSpPr>
        <p:spPr>
          <a:xfrm>
            <a:off x="5745180" y="5216480"/>
            <a:ext cx="24688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③: Model Data Generation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B251CA-94A1-7ACC-755A-148FC727D36D}"/>
              </a:ext>
            </a:extLst>
          </p:cNvPr>
          <p:cNvSpPr/>
          <p:nvPr/>
        </p:nvSpPr>
        <p:spPr>
          <a:xfrm>
            <a:off x="560953" y="452066"/>
            <a:ext cx="7772400" cy="850392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119463-2E15-1DFF-D7AF-057B48E222C9}"/>
              </a:ext>
            </a:extLst>
          </p:cNvPr>
          <p:cNvSpPr txBox="1"/>
          <p:nvPr/>
        </p:nvSpPr>
        <p:spPr>
          <a:xfrm>
            <a:off x="5745181" y="733071"/>
            <a:ext cx="17972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⓪: Data Loading</a:t>
            </a:r>
          </a:p>
        </p:txBody>
      </p:sp>
    </p:spTree>
    <p:extLst>
      <p:ext uri="{BB962C8B-B14F-4D97-AF65-F5344CB8AC3E}">
        <p14:creationId xmlns:p14="http://schemas.microsoft.com/office/powerpoint/2010/main" val="3293263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516FF9-027F-A0BE-FB84-8535D8638E4C}"/>
              </a:ext>
            </a:extLst>
          </p:cNvPr>
          <p:cNvSpPr/>
          <p:nvPr/>
        </p:nvSpPr>
        <p:spPr>
          <a:xfrm>
            <a:off x="3200400" y="191289"/>
            <a:ext cx="2743200" cy="457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GISAID Data of 15 Countries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26,152 variants in total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F9E11C-78EE-62F2-86AC-FC787231291B}"/>
              </a:ext>
            </a:extLst>
          </p:cNvPr>
          <p:cNvSpPr/>
          <p:nvPr/>
        </p:nvSpPr>
        <p:spPr>
          <a:xfrm>
            <a:off x="141889" y="1387367"/>
            <a:ext cx="2286000" cy="457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Non-analytic Variants</a:t>
            </a:r>
          </a:p>
          <a:p>
            <a:pPr algn="ctr"/>
            <a:r>
              <a:rPr lang="en-US" sz="11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1,866 variants in total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C9D7-B198-44A6-5052-7B629340BE68}"/>
              </a:ext>
            </a:extLst>
          </p:cNvPr>
          <p:cNvSpPr/>
          <p:nvPr/>
        </p:nvSpPr>
        <p:spPr>
          <a:xfrm>
            <a:off x="3429000" y="1389992"/>
            <a:ext cx="2286000" cy="457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 Variants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24,286 variants in total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20FF8F-7FBC-FB3B-784C-EE0B4E620793}"/>
              </a:ext>
            </a:extLst>
          </p:cNvPr>
          <p:cNvCxnSpPr>
            <a:stCxn id="4" idx="2"/>
            <a:endCxn id="7" idx="0"/>
          </p:cNvCxnSpPr>
          <p:nvPr/>
        </p:nvCxnSpPr>
        <p:spPr>
          <a:xfrm>
            <a:off x="4572000" y="648489"/>
            <a:ext cx="0" cy="741503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B00DBBC8-35BF-BF10-86A8-942D95920EFA}"/>
              </a:ext>
            </a:extLst>
          </p:cNvPr>
          <p:cNvCxnSpPr>
            <a:stCxn id="4" idx="2"/>
            <a:endCxn id="6" idx="0"/>
          </p:cNvCxnSpPr>
          <p:nvPr/>
        </p:nvCxnSpPr>
        <p:spPr>
          <a:xfrm rot="5400000">
            <a:off x="2559006" y="-625627"/>
            <a:ext cx="738878" cy="3287111"/>
          </a:xfrm>
          <a:prstGeom prst="bentConnector3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A57F6AD6-9AC4-9FB3-5452-5043988B4685}"/>
              </a:ext>
            </a:extLst>
          </p:cNvPr>
          <p:cNvSpPr/>
          <p:nvPr/>
        </p:nvSpPr>
        <p:spPr>
          <a:xfrm>
            <a:off x="1474336" y="2356494"/>
            <a:ext cx="22860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Variants Grouping (Parents Rule)</a:t>
            </a:r>
          </a:p>
          <a:p>
            <a:pPr algn="ctr"/>
            <a:r>
              <a:rPr lang="en-US" sz="105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874 </a:t>
            </a:r>
            <a:r>
              <a:rPr lang="en-US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variants</a:t>
            </a:r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4B01FB77-3E66-22E4-6532-3BFFB01D30AB}"/>
              </a:ext>
            </a:extLst>
          </p:cNvPr>
          <p:cNvCxnSpPr>
            <a:stCxn id="7" idx="2"/>
            <a:endCxn id="18" idx="0"/>
          </p:cNvCxnSpPr>
          <p:nvPr/>
        </p:nvCxnSpPr>
        <p:spPr>
          <a:xfrm rot="5400000">
            <a:off x="3340017" y="1124511"/>
            <a:ext cx="509302" cy="1954664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F8233B4E-F5E1-F0DF-0D15-B68EE5A38671}"/>
              </a:ext>
            </a:extLst>
          </p:cNvPr>
          <p:cNvSpPr/>
          <p:nvPr/>
        </p:nvSpPr>
        <p:spPr>
          <a:xfrm>
            <a:off x="4343400" y="5226796"/>
            <a:ext cx="2743200" cy="1371600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Country </a:t>
            </a:r>
            <a:r>
              <a:rPr lang="en-US" sz="1200" b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 Modeling</a:t>
            </a:r>
          </a:p>
          <a:p>
            <a:pPr algn="ctr"/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Input</a:t>
            </a:r>
            <a:r>
              <a:rPr lang="en-US" sz="1200" b="1" baseline="30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ctr"/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 first 2, 3, 4</a:t>
            </a:r>
            <a:r>
              <a:rPr lang="en-US" altLang="zh-CN" sz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weeks data; </a:t>
            </a:r>
          </a:p>
          <a:p>
            <a:pPr algn="ctr"/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Measurements</a:t>
            </a:r>
            <a:r>
              <a:rPr lang="en-US" sz="1200" b="1" baseline="30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ctr"/>
            <a:r>
              <a:rPr lang="en-US" sz="11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 1: Monthly Max Share; </a:t>
            </a:r>
          </a:p>
          <a:p>
            <a:pPr algn="ctr"/>
            <a:r>
              <a:rPr lang="en-US" sz="11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 2: Time over 30% Share;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808D5E9-6AC2-D985-CE5E-848E60B5B3FE}"/>
              </a:ext>
            </a:extLst>
          </p:cNvPr>
          <p:cNvSpPr txBox="1"/>
          <p:nvPr/>
        </p:nvSpPr>
        <p:spPr>
          <a:xfrm>
            <a:off x="2658194" y="1896670"/>
            <a:ext cx="14727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=500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5C545BC-E07C-8953-9A0F-F5FE24430510}"/>
              </a:ext>
            </a:extLst>
          </p:cNvPr>
          <p:cNvSpPr/>
          <p:nvPr/>
        </p:nvSpPr>
        <p:spPr>
          <a:xfrm>
            <a:off x="1245736" y="5234744"/>
            <a:ext cx="2743200" cy="1371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Model for all 15 Countries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Input</a:t>
            </a:r>
            <a:r>
              <a:rPr lang="en-US" sz="1200" b="1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 first 2, 3, 4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weeks data; 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Measurements</a:t>
            </a:r>
            <a:r>
              <a:rPr lang="en-US" sz="1200" b="1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 1: Monthly Max Share; 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 2: Time over 30% Share; 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872499C-BB46-0979-E293-49EDBB791E42}"/>
              </a:ext>
            </a:extLst>
          </p:cNvPr>
          <p:cNvCxnSpPr>
            <a:cxnSpLocks/>
            <a:stCxn id="18" idx="2"/>
            <a:endCxn id="45" idx="0"/>
          </p:cNvCxnSpPr>
          <p:nvPr/>
        </p:nvCxnSpPr>
        <p:spPr>
          <a:xfrm>
            <a:off x="2617336" y="2813694"/>
            <a:ext cx="0" cy="14462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600E4E60-4F1E-E90C-0DCE-F2D33917FA00}"/>
              </a:ext>
            </a:extLst>
          </p:cNvPr>
          <p:cNvSpPr/>
          <p:nvPr/>
        </p:nvSpPr>
        <p:spPr>
          <a:xfrm>
            <a:off x="1840096" y="4259912"/>
            <a:ext cx="155448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Excluded Prior to Reaching 1% Share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F2B7250-B0B7-0785-26F5-6FE819A06BEB}"/>
              </a:ext>
            </a:extLst>
          </p:cNvPr>
          <p:cNvCxnSpPr>
            <a:cxnSpLocks/>
            <a:stCxn id="45" idx="2"/>
            <a:endCxn id="40" idx="0"/>
          </p:cNvCxnSpPr>
          <p:nvPr/>
        </p:nvCxnSpPr>
        <p:spPr>
          <a:xfrm>
            <a:off x="2617336" y="4717112"/>
            <a:ext cx="0" cy="5176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C65630DB-947C-1A57-C4AE-9BA4EB65AECB}"/>
              </a:ext>
            </a:extLst>
          </p:cNvPr>
          <p:cNvSpPr/>
          <p:nvPr/>
        </p:nvSpPr>
        <p:spPr>
          <a:xfrm>
            <a:off x="4937760" y="4239350"/>
            <a:ext cx="1554480" cy="457200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Excluded Prior to Reaching 1% Share</a:t>
            </a:r>
            <a:endParaRPr lang="en-US" sz="105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B238531-215B-3A18-DF9D-4B775C6EFC4A}"/>
              </a:ext>
            </a:extLst>
          </p:cNvPr>
          <p:cNvCxnSpPr>
            <a:cxnSpLocks/>
            <a:stCxn id="53" idx="2"/>
            <a:endCxn id="22" idx="0"/>
          </p:cNvCxnSpPr>
          <p:nvPr/>
        </p:nvCxnSpPr>
        <p:spPr>
          <a:xfrm>
            <a:off x="5715000" y="4696550"/>
            <a:ext cx="0" cy="530246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0D55C75-3578-46DB-171F-FBBD600F4321}"/>
              </a:ext>
            </a:extLst>
          </p:cNvPr>
          <p:cNvSpPr/>
          <p:nvPr/>
        </p:nvSpPr>
        <p:spPr>
          <a:xfrm>
            <a:off x="6442845" y="789328"/>
            <a:ext cx="2286000" cy="457200"/>
          </a:xfrm>
          <a:prstGeom prst="roundRect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Analytical Periods Criteria</a:t>
            </a:r>
          </a:p>
          <a:p>
            <a:pPr algn="ctr"/>
            <a:r>
              <a:rPr lang="en-US" sz="11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(Country Level)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CB469CA-F5E6-CC82-ABAF-5108550C5B5B}"/>
              </a:ext>
            </a:extLst>
          </p:cNvPr>
          <p:cNvSpPr/>
          <p:nvPr/>
        </p:nvSpPr>
        <p:spPr>
          <a:xfrm>
            <a:off x="4709160" y="3273976"/>
            <a:ext cx="2011680" cy="457200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4 weeks above 1% share</a:t>
            </a:r>
            <a:endParaRPr lang="en-US" sz="11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05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2,214</a:t>
            </a:r>
            <a:r>
              <a:rPr lang="en-US" sz="105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variants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D8989F0-CC66-7295-CAEA-8E8E2975A81E}"/>
              </a:ext>
            </a:extLst>
          </p:cNvPr>
          <p:cNvSpPr/>
          <p:nvPr/>
        </p:nvSpPr>
        <p:spPr>
          <a:xfrm>
            <a:off x="6949439" y="3273976"/>
            <a:ext cx="2011680" cy="4572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≤ 4 weeks above 1% share</a:t>
            </a:r>
          </a:p>
          <a:p>
            <a:pPr algn="ctr"/>
            <a:r>
              <a:rPr lang="en-US" sz="105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22,072 variants</a:t>
            </a:r>
          </a:p>
        </p:txBody>
      </p: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D4F0B5C4-0A1E-DFAF-40F2-603EA79C4BD1}"/>
              </a:ext>
            </a:extLst>
          </p:cNvPr>
          <p:cNvCxnSpPr>
            <a:stCxn id="7" idx="2"/>
            <a:endCxn id="56" idx="0"/>
          </p:cNvCxnSpPr>
          <p:nvPr/>
        </p:nvCxnSpPr>
        <p:spPr>
          <a:xfrm rot="16200000" flipH="1">
            <a:off x="5550247" y="868944"/>
            <a:ext cx="1426784" cy="3383279"/>
          </a:xfrm>
          <a:prstGeom prst="bentConnector3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92E22B7-D34F-F3C7-1A89-BD2316F55ECE}"/>
              </a:ext>
            </a:extLst>
          </p:cNvPr>
          <p:cNvCxnSpPr>
            <a:cxnSpLocks/>
            <a:stCxn id="37" idx="2"/>
            <a:endCxn id="53" idx="0"/>
          </p:cNvCxnSpPr>
          <p:nvPr/>
        </p:nvCxnSpPr>
        <p:spPr>
          <a:xfrm>
            <a:off x="5715000" y="3731176"/>
            <a:ext cx="0" cy="508174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E73F6E1-E396-B148-1077-F88393CC9D29}"/>
              </a:ext>
            </a:extLst>
          </p:cNvPr>
          <p:cNvCxnSpPr>
            <a:stCxn id="2" idx="1"/>
          </p:cNvCxnSpPr>
          <p:nvPr/>
        </p:nvCxnSpPr>
        <p:spPr>
          <a:xfrm flipH="1">
            <a:off x="4571999" y="1017928"/>
            <a:ext cx="1870846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70">
            <a:extLst>
              <a:ext uri="{FF2B5EF4-FFF2-40B4-BE49-F238E27FC236}">
                <a16:creationId xmlns:a16="http://schemas.microsoft.com/office/drawing/2014/main" id="{635B6F79-E263-78FC-7B79-14F51B707F5F}"/>
              </a:ext>
            </a:extLst>
          </p:cNvPr>
          <p:cNvCxnSpPr>
            <a:stCxn id="7" idx="2"/>
            <a:endCxn id="37" idx="0"/>
          </p:cNvCxnSpPr>
          <p:nvPr/>
        </p:nvCxnSpPr>
        <p:spPr>
          <a:xfrm rot="16200000" flipH="1">
            <a:off x="4430108" y="1989084"/>
            <a:ext cx="1426784" cy="1143000"/>
          </a:xfrm>
          <a:prstGeom prst="bentConnector3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6100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Down Arrow 63">
            <a:extLst>
              <a:ext uri="{FF2B5EF4-FFF2-40B4-BE49-F238E27FC236}">
                <a16:creationId xmlns:a16="http://schemas.microsoft.com/office/drawing/2014/main" id="{58BC1CBE-2F2D-41EE-C392-051F56BC5CF2}"/>
              </a:ext>
            </a:extLst>
          </p:cNvPr>
          <p:cNvSpPr/>
          <p:nvPr/>
        </p:nvSpPr>
        <p:spPr>
          <a:xfrm rot="10800000">
            <a:off x="840538" y="4101144"/>
            <a:ext cx="78077" cy="396962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1BDCFA3-D79C-53A7-9ACF-F2C3C0021ED5}"/>
              </a:ext>
            </a:extLst>
          </p:cNvPr>
          <p:cNvSpPr txBox="1"/>
          <p:nvPr/>
        </p:nvSpPr>
        <p:spPr>
          <a:xfrm>
            <a:off x="857675" y="4219776"/>
            <a:ext cx="917185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25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 features 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0EC56C8-C9DD-4614-89C1-A0238BF7A6A8}"/>
              </a:ext>
            </a:extLst>
          </p:cNvPr>
          <p:cNvCxnSpPr>
            <a:cxnSpLocks/>
            <a:stCxn id="103" idx="3"/>
            <a:endCxn id="71" idx="1"/>
          </p:cNvCxnSpPr>
          <p:nvPr/>
        </p:nvCxnSpPr>
        <p:spPr>
          <a:xfrm>
            <a:off x="3069605" y="2736981"/>
            <a:ext cx="107573" cy="0"/>
          </a:xfrm>
          <a:prstGeom prst="line">
            <a:avLst/>
          </a:prstGeom>
          <a:ln w="254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01EEF545-1051-D010-472D-E3B525C3257B}"/>
              </a:ext>
            </a:extLst>
          </p:cNvPr>
          <p:cNvSpPr/>
          <p:nvPr/>
        </p:nvSpPr>
        <p:spPr>
          <a:xfrm>
            <a:off x="3177178" y="1982601"/>
            <a:ext cx="1508760" cy="1508760"/>
          </a:xfrm>
          <a:prstGeom prst="roundRect">
            <a:avLst/>
          </a:prstGeom>
          <a:noFill/>
          <a:ln w="254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88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42C9667-1D62-6A90-10BB-092DB6375DD8}"/>
              </a:ext>
            </a:extLst>
          </p:cNvPr>
          <p:cNvSpPr txBox="1"/>
          <p:nvPr/>
        </p:nvSpPr>
        <p:spPr>
          <a:xfrm>
            <a:off x="3417208" y="2085471"/>
            <a:ext cx="1028700" cy="21358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7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models applied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42515442-1021-F509-C17D-441D7A4B3219}"/>
              </a:ext>
            </a:extLst>
          </p:cNvPr>
          <p:cNvCxnSpPr>
            <a:cxnSpLocks/>
            <a:stCxn id="79" idx="2"/>
            <a:endCxn id="83" idx="0"/>
          </p:cNvCxnSpPr>
          <p:nvPr/>
        </p:nvCxnSpPr>
        <p:spPr>
          <a:xfrm>
            <a:off x="3931558" y="2299056"/>
            <a:ext cx="0" cy="950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E703DBB9-AF9E-4171-DA66-1BD5F53274B5}"/>
              </a:ext>
            </a:extLst>
          </p:cNvPr>
          <p:cNvSpPr txBox="1"/>
          <p:nvPr/>
        </p:nvSpPr>
        <p:spPr>
          <a:xfrm>
            <a:off x="3314338" y="2394081"/>
            <a:ext cx="1234440" cy="33483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7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LOOCV tuning parameters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D60B41DC-55C7-1516-4671-252A23780666}"/>
              </a:ext>
            </a:extLst>
          </p:cNvPr>
          <p:cNvCxnSpPr>
            <a:cxnSpLocks/>
            <a:stCxn id="83" idx="2"/>
            <a:endCxn id="89" idx="0"/>
          </p:cNvCxnSpPr>
          <p:nvPr/>
        </p:nvCxnSpPr>
        <p:spPr>
          <a:xfrm flipV="1">
            <a:off x="3931558" y="2702692"/>
            <a:ext cx="0" cy="262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21CD34FE-CC18-7B1E-F611-7415DB875DE8}"/>
                  </a:ext>
                </a:extLst>
              </p:cNvPr>
              <p:cNvSpPr txBox="1"/>
              <p:nvPr/>
            </p:nvSpPr>
            <p:spPr>
              <a:xfrm>
                <a:off x="3417208" y="2702692"/>
                <a:ext cx="1028700" cy="334835"/>
              </a:xfrm>
              <a:prstGeom prst="rect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88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LOOCV evaluations </a:t>
                </a:r>
              </a:p>
              <a:p>
                <a:pPr algn="ctr"/>
                <a:r>
                  <a:rPr lang="en-US" sz="788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(RMSE, MAE,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788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788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788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788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21CD34FE-CC18-7B1E-F611-7415DB875D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7208" y="2702692"/>
                <a:ext cx="1028700" cy="3348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Rounded Rectangle 108">
                <a:extLst>
                  <a:ext uri="{FF2B5EF4-FFF2-40B4-BE49-F238E27FC236}">
                    <a16:creationId xmlns:a16="http://schemas.microsoft.com/office/drawing/2014/main" id="{B9941507-8707-A35C-0392-BE493D7BE4E1}"/>
                  </a:ext>
                </a:extLst>
              </p:cNvPr>
              <p:cNvSpPr/>
              <p:nvPr/>
            </p:nvSpPr>
            <p:spPr>
              <a:xfrm>
                <a:off x="5131708" y="2423126"/>
                <a:ext cx="1920240" cy="20574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825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Non-d</a:t>
                </a:r>
                <a14:m>
                  <m:oMath xmlns:m="http://schemas.openxmlformats.org/officeDocument/2006/math">
                    <m:r>
                      <a:rPr lang="en-US" sz="825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𝐨𝐦𝐢𝐧𝐚𝐧𝐭</m:t>
                    </m:r>
                    <m:r>
                      <a:rPr lang="en-US" sz="825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825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𝐯𝐚𝐫𝐢𝐚𝐧𝐭𝐬</m:t>
                    </m:r>
                    <m:r>
                      <a:rPr lang="en-US" sz="825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acc>
                      <m:accPr>
                        <m:chr m:val="̂"/>
                        <m:ctrlPr>
                          <a:rPr lang="en-US" sz="825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825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825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825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𝑚𝑎𝑥</m:t>
                            </m:r>
                          </m:sub>
                        </m:sSub>
                      </m:e>
                    </m:acc>
                    <m:r>
                      <a:rPr lang="en-US" sz="825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&lt;50%</m:t>
                    </m:r>
                  </m:oMath>
                </a14:m>
                <a:endParaRPr lang="en-US" sz="825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9" name="Rounded Rectangle 108">
                <a:extLst>
                  <a:ext uri="{FF2B5EF4-FFF2-40B4-BE49-F238E27FC236}">
                    <a16:creationId xmlns:a16="http://schemas.microsoft.com/office/drawing/2014/main" id="{B9941507-8707-A35C-0392-BE493D7BE4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1708" y="2423126"/>
                <a:ext cx="1920240" cy="205740"/>
              </a:xfrm>
              <a:prstGeom prst="roundRect">
                <a:avLst/>
              </a:prstGeom>
              <a:blipFill>
                <a:blip r:embed="rId3"/>
                <a:stretch>
                  <a:fillRect t="-22222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Elbow Connector 111">
            <a:extLst>
              <a:ext uri="{FF2B5EF4-FFF2-40B4-BE49-F238E27FC236}">
                <a16:creationId xmlns:a16="http://schemas.microsoft.com/office/drawing/2014/main" id="{7B0F15A7-2FF2-7DE7-4D7D-9E0836CB4A0E}"/>
              </a:ext>
            </a:extLst>
          </p:cNvPr>
          <p:cNvCxnSpPr>
            <a:cxnSpLocks/>
            <a:stCxn id="109" idx="1"/>
            <a:endCxn id="71" idx="3"/>
          </p:cNvCxnSpPr>
          <p:nvPr/>
        </p:nvCxnSpPr>
        <p:spPr>
          <a:xfrm rot="10800000" flipV="1">
            <a:off x="4685938" y="2525996"/>
            <a:ext cx="445770" cy="21098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Elbow Connector 112">
            <a:extLst>
              <a:ext uri="{FF2B5EF4-FFF2-40B4-BE49-F238E27FC236}">
                <a16:creationId xmlns:a16="http://schemas.microsoft.com/office/drawing/2014/main" id="{73E50A52-8668-400F-39A1-F7A2B549727F}"/>
              </a:ext>
            </a:extLst>
          </p:cNvPr>
          <p:cNvCxnSpPr>
            <a:cxnSpLocks/>
            <a:stCxn id="120" idx="1"/>
            <a:endCxn id="71" idx="3"/>
          </p:cNvCxnSpPr>
          <p:nvPr/>
        </p:nvCxnSpPr>
        <p:spPr>
          <a:xfrm rot="10800000">
            <a:off x="4685938" y="2736982"/>
            <a:ext cx="445770" cy="20049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Rounded Rectangle 119">
                <a:extLst>
                  <a:ext uri="{FF2B5EF4-FFF2-40B4-BE49-F238E27FC236}">
                    <a16:creationId xmlns:a16="http://schemas.microsoft.com/office/drawing/2014/main" id="{A476248C-A9BC-938B-F704-D8D03000ACE9}"/>
                  </a:ext>
                </a:extLst>
              </p:cNvPr>
              <p:cNvSpPr/>
              <p:nvPr/>
            </p:nvSpPr>
            <p:spPr>
              <a:xfrm>
                <a:off x="5131708" y="2834606"/>
                <a:ext cx="1920240" cy="20574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825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14:m>
                  <m:oMath xmlns:m="http://schemas.openxmlformats.org/officeDocument/2006/math">
                    <m:r>
                      <a:rPr lang="en-US" sz="825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𝐨𝐦𝐢𝐧𝐚𝐧𝐭</m:t>
                    </m:r>
                    <m:r>
                      <a:rPr lang="en-US" sz="825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825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𝐯𝐚𝐫𝐢𝐚𝐧𝐭𝐬</m:t>
                    </m:r>
                    <m:r>
                      <a:rPr lang="en-US" sz="825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acc>
                      <m:accPr>
                        <m:chr m:val="̂"/>
                        <m:ctrlPr>
                          <a:rPr lang="en-US" sz="825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825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825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825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𝑚𝑎𝑥</m:t>
                            </m:r>
                          </m:sub>
                        </m:sSub>
                      </m:e>
                    </m:acc>
                    <m:r>
                      <a:rPr lang="en-US" sz="825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≥50%</m:t>
                    </m:r>
                  </m:oMath>
                </a14:m>
                <a:endParaRPr lang="en-US" sz="825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0" name="Rounded Rectangle 119">
                <a:extLst>
                  <a:ext uri="{FF2B5EF4-FFF2-40B4-BE49-F238E27FC236}">
                    <a16:creationId xmlns:a16="http://schemas.microsoft.com/office/drawing/2014/main" id="{A476248C-A9BC-938B-F704-D8D03000AC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1708" y="2834606"/>
                <a:ext cx="1920240" cy="205740"/>
              </a:xfrm>
              <a:prstGeom prst="roundRect">
                <a:avLst/>
              </a:prstGeom>
              <a:blipFill>
                <a:blip r:embed="rId4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96360478-28A9-CF8A-217A-6CF1A4B1E686}"/>
              </a:ext>
            </a:extLst>
          </p:cNvPr>
          <p:cNvCxnSpPr>
            <a:cxnSpLocks/>
            <a:stCxn id="89" idx="2"/>
            <a:endCxn id="151" idx="0"/>
          </p:cNvCxnSpPr>
          <p:nvPr/>
        </p:nvCxnSpPr>
        <p:spPr>
          <a:xfrm>
            <a:off x="3931558" y="3037527"/>
            <a:ext cx="0" cy="1109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69A242C3-861A-C54C-8944-4B6B2D778C6E}"/>
              </a:ext>
            </a:extLst>
          </p:cNvPr>
          <p:cNvSpPr txBox="1"/>
          <p:nvPr/>
        </p:nvSpPr>
        <p:spPr>
          <a:xfrm>
            <a:off x="3245758" y="3148461"/>
            <a:ext cx="1371600" cy="21358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7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Model for each country </a:t>
            </a:r>
          </a:p>
        </p:txBody>
      </p:sp>
      <p:sp>
        <p:nvSpPr>
          <p:cNvPr id="181" name="Rounded Rectangle 180">
            <a:extLst>
              <a:ext uri="{FF2B5EF4-FFF2-40B4-BE49-F238E27FC236}">
                <a16:creationId xmlns:a16="http://schemas.microsoft.com/office/drawing/2014/main" id="{754374EA-32E5-A385-4DB9-5EBF2C5C1453}"/>
              </a:ext>
            </a:extLst>
          </p:cNvPr>
          <p:cNvSpPr/>
          <p:nvPr/>
        </p:nvSpPr>
        <p:spPr>
          <a:xfrm>
            <a:off x="7289024" y="2834606"/>
            <a:ext cx="1371600" cy="205740"/>
          </a:xfrm>
          <a:prstGeom prst="roundRect">
            <a:avLst/>
          </a:prstGeom>
          <a:noFill/>
          <a:ln w="254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SzPct val="100000"/>
            </a:pPr>
            <a:r>
              <a:rPr lang="en-US" sz="8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to dominance (TTD)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911CC506-509D-4F3F-D9B8-7938F7CD9243}"/>
              </a:ext>
            </a:extLst>
          </p:cNvPr>
          <p:cNvSpPr txBox="1"/>
          <p:nvPr/>
        </p:nvSpPr>
        <p:spPr>
          <a:xfrm>
            <a:off x="2154093" y="2434660"/>
            <a:ext cx="610342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25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A38963A0-6EA6-F204-0008-C71324C75A25}"/>
                  </a:ext>
                </a:extLst>
              </p:cNvPr>
              <p:cNvSpPr/>
              <p:nvPr/>
            </p:nvSpPr>
            <p:spPr>
              <a:xfrm>
                <a:off x="261447" y="1407674"/>
                <a:ext cx="1234440" cy="205740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7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Final window share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7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7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7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b>
                    </m:sSub>
                  </m:oMath>
                </a14:m>
                <a:endParaRPr lang="en-US" sz="7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A38963A0-6EA6-F204-0008-C71324C75A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447" y="1407674"/>
                <a:ext cx="1234440" cy="20574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17D42B74-2A2C-14B7-C964-C9790857BED4}"/>
                  </a:ext>
                </a:extLst>
              </p:cNvPr>
              <p:cNvSpPr/>
              <p:nvPr/>
            </p:nvSpPr>
            <p:spPr>
              <a:xfrm>
                <a:off x="261425" y="1681994"/>
                <a:ext cx="1234440" cy="205740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7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Maximum Increase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7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75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</m:e>
                      <m:sub>
                        <m:r>
                          <a:rPr lang="en-US" sz="7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endParaRPr lang="en-US" sz="7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17D42B74-2A2C-14B7-C964-C9790857BE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425" y="1681994"/>
                <a:ext cx="1234440" cy="20574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394F7858-3065-C4CD-BF57-1D4DB6623B7A}"/>
                  </a:ext>
                </a:extLst>
              </p:cNvPr>
              <p:cNvSpPr/>
              <p:nvPr/>
            </p:nvSpPr>
            <p:spPr>
              <a:xfrm>
                <a:off x="261447" y="1956314"/>
                <a:ext cx="1234440" cy="205740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7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Variance of share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7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7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7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7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394F7858-3065-C4CD-BF57-1D4DB6623B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447" y="1956314"/>
                <a:ext cx="1234440" cy="20574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ounded Rectangle 26">
                <a:extLst>
                  <a:ext uri="{FF2B5EF4-FFF2-40B4-BE49-F238E27FC236}">
                    <a16:creationId xmlns:a16="http://schemas.microsoft.com/office/drawing/2014/main" id="{030AF66C-C66B-F1D8-B0D1-59BC3C71B6CE}"/>
                  </a:ext>
                </a:extLst>
              </p:cNvPr>
              <p:cNvSpPr/>
              <p:nvPr/>
            </p:nvSpPr>
            <p:spPr>
              <a:xfrm>
                <a:off x="261425" y="2230634"/>
                <a:ext cx="1234440" cy="205740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7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Coefficient of variation </a:t>
                </a:r>
                <a14:m>
                  <m:oMath xmlns:m="http://schemas.openxmlformats.org/officeDocument/2006/math">
                    <m:r>
                      <a:rPr lang="en-US" sz="75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𝐶𝑉</m:t>
                    </m:r>
                  </m:oMath>
                </a14:m>
                <a:endParaRPr lang="en-US" sz="7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Rounded Rectangle 26">
                <a:extLst>
                  <a:ext uri="{FF2B5EF4-FFF2-40B4-BE49-F238E27FC236}">
                    <a16:creationId xmlns:a16="http://schemas.microsoft.com/office/drawing/2014/main" id="{030AF66C-C66B-F1D8-B0D1-59BC3C71B6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425" y="2230634"/>
                <a:ext cx="1234440" cy="205740"/>
              </a:xfrm>
              <a:prstGeom prst="roundRect">
                <a:avLst/>
              </a:prstGeom>
              <a:blipFill>
                <a:blip r:embed="rId8"/>
                <a:stretch>
                  <a:fillRect t="-16667" b="-555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5AB04B08-3A69-9B20-847F-8D833BD6912E}"/>
                  </a:ext>
                </a:extLst>
              </p:cNvPr>
              <p:cNvSpPr/>
              <p:nvPr/>
            </p:nvSpPr>
            <p:spPr>
              <a:xfrm>
                <a:off x="261425" y="2504954"/>
                <a:ext cx="1234440" cy="205740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7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Maximum zero-gap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7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7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7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7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5AB04B08-3A69-9B20-847F-8D833BD691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425" y="2504954"/>
                <a:ext cx="1234440" cy="205740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ounded Rectangle 37">
                <a:extLst>
                  <a:ext uri="{FF2B5EF4-FFF2-40B4-BE49-F238E27FC236}">
                    <a16:creationId xmlns:a16="http://schemas.microsoft.com/office/drawing/2014/main" id="{C53930A4-A30B-9126-FCD0-78C13C76098D}"/>
                  </a:ext>
                </a:extLst>
              </p:cNvPr>
              <p:cNvSpPr/>
              <p:nvPr/>
            </p:nvSpPr>
            <p:spPr>
              <a:xfrm>
                <a:off x="262828" y="2779274"/>
                <a:ext cx="1234440" cy="205740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7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Early log-odds slope </a:t>
                </a:r>
                <a14:m>
                  <m:oMath xmlns:m="http://schemas.openxmlformats.org/officeDocument/2006/math">
                    <m:r>
                      <a:rPr lang="en-US" sz="75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en-US" sz="7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8" name="Rounded Rectangle 37">
                <a:extLst>
                  <a:ext uri="{FF2B5EF4-FFF2-40B4-BE49-F238E27FC236}">
                    <a16:creationId xmlns:a16="http://schemas.microsoft.com/office/drawing/2014/main" id="{C53930A4-A30B-9126-FCD0-78C13C7609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828" y="2779274"/>
                <a:ext cx="1234440" cy="205740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09EB7705-A784-96C3-8E80-7B991501F6E7}"/>
                  </a:ext>
                </a:extLst>
              </p:cNvPr>
              <p:cNvSpPr/>
              <p:nvPr/>
            </p:nvSpPr>
            <p:spPr>
              <a:xfrm>
                <a:off x="262806" y="3053594"/>
                <a:ext cx="1234440" cy="205740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7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  <a14:m>
                  <m:oMath xmlns:m="http://schemas.openxmlformats.org/officeDocument/2006/math">
                    <m:r>
                      <a:rPr lang="en-US" sz="75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75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day</m:t>
                    </m:r>
                    <m:r>
                      <a:rPr lang="en-US" sz="75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75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mean</m:t>
                    </m:r>
                    <m:r>
                      <a:rPr lang="en-US" sz="75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75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share</m:t>
                    </m:r>
                  </m:oMath>
                </a14:m>
                <a:r>
                  <a:rPr lang="en-US" sz="7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75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75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75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75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7</m:t>
                            </m:r>
                          </m:sub>
                        </m:sSub>
                      </m:e>
                    </m:acc>
                  </m:oMath>
                </a14:m>
                <a:endParaRPr lang="en-US" sz="7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09EB7705-A784-96C3-8E80-7B991501F6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806" y="3053594"/>
                <a:ext cx="1234440" cy="205740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ounded Rectangle 40">
                <a:extLst>
                  <a:ext uri="{FF2B5EF4-FFF2-40B4-BE49-F238E27FC236}">
                    <a16:creationId xmlns:a16="http://schemas.microsoft.com/office/drawing/2014/main" id="{77556DFA-24DF-C0BF-A336-DB4DD6528A23}"/>
                  </a:ext>
                </a:extLst>
              </p:cNvPr>
              <p:cNvSpPr/>
              <p:nvPr/>
            </p:nvSpPr>
            <p:spPr>
              <a:xfrm>
                <a:off x="262828" y="3327914"/>
                <a:ext cx="1234440" cy="205740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7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Cumulative-to-end ratio </a:t>
                </a:r>
                <a14:m>
                  <m:oMath xmlns:m="http://schemas.openxmlformats.org/officeDocument/2006/math">
                    <m:r>
                      <a:rPr lang="en-US" sz="75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𝜌</m:t>
                    </m:r>
                  </m:oMath>
                </a14:m>
                <a:endParaRPr lang="en-US" sz="7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" name="Rounded Rectangle 40">
                <a:extLst>
                  <a:ext uri="{FF2B5EF4-FFF2-40B4-BE49-F238E27FC236}">
                    <a16:creationId xmlns:a16="http://schemas.microsoft.com/office/drawing/2014/main" id="{77556DFA-24DF-C0BF-A336-DB4DD6528A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828" y="3327914"/>
                <a:ext cx="1234440" cy="205740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B12A13EF-1D61-DBC7-4356-F45CED9B3DA9}"/>
                  </a:ext>
                </a:extLst>
              </p:cNvPr>
              <p:cNvSpPr/>
              <p:nvPr/>
            </p:nvSpPr>
            <p:spPr>
              <a:xfrm>
                <a:off x="262806" y="3602234"/>
                <a:ext cx="1234440" cy="205740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7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Lag-1 autocorrelation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7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7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7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7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B12A13EF-1D61-DBC7-4356-F45CED9B3D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806" y="3602234"/>
                <a:ext cx="1234440" cy="205740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ounded Rectangle 43">
                <a:extLst>
                  <a:ext uri="{FF2B5EF4-FFF2-40B4-BE49-F238E27FC236}">
                    <a16:creationId xmlns:a16="http://schemas.microsoft.com/office/drawing/2014/main" id="{D29B2217-A5A9-A2C3-7731-BBFBA4028EEA}"/>
                  </a:ext>
                </a:extLst>
              </p:cNvPr>
              <p:cNvSpPr/>
              <p:nvPr/>
            </p:nvSpPr>
            <p:spPr>
              <a:xfrm>
                <a:off x="262806" y="3876554"/>
                <a:ext cx="1234440" cy="205740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7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Zero-day proportion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7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7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7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7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" name="Rounded Rectangle 43">
                <a:extLst>
                  <a:ext uri="{FF2B5EF4-FFF2-40B4-BE49-F238E27FC236}">
                    <a16:creationId xmlns:a16="http://schemas.microsoft.com/office/drawing/2014/main" id="{D29B2217-A5A9-A2C3-7731-BBFBA4028E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806" y="3876554"/>
                <a:ext cx="1234440" cy="205740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C746D831-76EF-C247-8329-F3CA343F0B35}"/>
              </a:ext>
            </a:extLst>
          </p:cNvPr>
          <p:cNvCxnSpPr>
            <a:cxnSpLocks/>
            <a:stCxn id="2" idx="3"/>
            <a:endCxn id="103" idx="1"/>
          </p:cNvCxnSpPr>
          <p:nvPr/>
        </p:nvCxnSpPr>
        <p:spPr>
          <a:xfrm>
            <a:off x="1495887" y="1510545"/>
            <a:ext cx="339278" cy="1226437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01D0AD52-D678-7BA7-5B45-C6000F68BC70}"/>
              </a:ext>
            </a:extLst>
          </p:cNvPr>
          <p:cNvCxnSpPr>
            <a:cxnSpLocks/>
            <a:stCxn id="3" idx="3"/>
            <a:endCxn id="103" idx="1"/>
          </p:cNvCxnSpPr>
          <p:nvPr/>
        </p:nvCxnSpPr>
        <p:spPr>
          <a:xfrm>
            <a:off x="1495866" y="1784865"/>
            <a:ext cx="339299" cy="952117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F0B0749E-3FE6-C1C6-CE1A-16A1A7565E9C}"/>
              </a:ext>
            </a:extLst>
          </p:cNvPr>
          <p:cNvCxnSpPr>
            <a:cxnSpLocks/>
            <a:stCxn id="5" idx="3"/>
            <a:endCxn id="103" idx="1"/>
          </p:cNvCxnSpPr>
          <p:nvPr/>
        </p:nvCxnSpPr>
        <p:spPr>
          <a:xfrm>
            <a:off x="1495887" y="2059185"/>
            <a:ext cx="339278" cy="677797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D80324B4-C101-02A5-2F7B-F9AC7A530EF3}"/>
              </a:ext>
            </a:extLst>
          </p:cNvPr>
          <p:cNvCxnSpPr>
            <a:cxnSpLocks/>
            <a:stCxn id="27" idx="3"/>
            <a:endCxn id="103" idx="1"/>
          </p:cNvCxnSpPr>
          <p:nvPr/>
        </p:nvCxnSpPr>
        <p:spPr>
          <a:xfrm>
            <a:off x="1495866" y="2333505"/>
            <a:ext cx="339299" cy="403477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26524437-F2BF-382E-5A80-4BE0E638FB28}"/>
              </a:ext>
            </a:extLst>
          </p:cNvPr>
          <p:cNvCxnSpPr>
            <a:cxnSpLocks/>
            <a:stCxn id="28" idx="3"/>
            <a:endCxn id="103" idx="1"/>
          </p:cNvCxnSpPr>
          <p:nvPr/>
        </p:nvCxnSpPr>
        <p:spPr>
          <a:xfrm>
            <a:off x="1495866" y="2607825"/>
            <a:ext cx="339299" cy="129157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6A8AA1BA-50BF-A6C6-5A5C-AD6E008805B4}"/>
              </a:ext>
            </a:extLst>
          </p:cNvPr>
          <p:cNvCxnSpPr>
            <a:cxnSpLocks/>
            <a:stCxn id="38" idx="3"/>
            <a:endCxn id="103" idx="1"/>
          </p:cNvCxnSpPr>
          <p:nvPr/>
        </p:nvCxnSpPr>
        <p:spPr>
          <a:xfrm flipV="1">
            <a:off x="1497268" y="2736982"/>
            <a:ext cx="337897" cy="14516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FFA42F61-43B1-52D2-51EF-25250B9B77F3}"/>
              </a:ext>
            </a:extLst>
          </p:cNvPr>
          <p:cNvCxnSpPr>
            <a:cxnSpLocks/>
            <a:stCxn id="39" idx="3"/>
            <a:endCxn id="103" idx="1"/>
          </p:cNvCxnSpPr>
          <p:nvPr/>
        </p:nvCxnSpPr>
        <p:spPr>
          <a:xfrm flipV="1">
            <a:off x="1497246" y="2736982"/>
            <a:ext cx="337919" cy="41948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B7ACF728-930D-E9D1-4A60-1CB46ECF6D95}"/>
              </a:ext>
            </a:extLst>
          </p:cNvPr>
          <p:cNvCxnSpPr>
            <a:cxnSpLocks/>
            <a:stCxn id="41" idx="3"/>
            <a:endCxn id="103" idx="1"/>
          </p:cNvCxnSpPr>
          <p:nvPr/>
        </p:nvCxnSpPr>
        <p:spPr>
          <a:xfrm flipV="1">
            <a:off x="1497268" y="2736982"/>
            <a:ext cx="337897" cy="69380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Elbow Connector 71">
            <a:extLst>
              <a:ext uri="{FF2B5EF4-FFF2-40B4-BE49-F238E27FC236}">
                <a16:creationId xmlns:a16="http://schemas.microsoft.com/office/drawing/2014/main" id="{69BA572B-F4DA-CDB7-9E74-DF0D2B0BB25C}"/>
              </a:ext>
            </a:extLst>
          </p:cNvPr>
          <p:cNvCxnSpPr>
            <a:cxnSpLocks/>
            <a:stCxn id="42" idx="3"/>
            <a:endCxn id="103" idx="1"/>
          </p:cNvCxnSpPr>
          <p:nvPr/>
        </p:nvCxnSpPr>
        <p:spPr>
          <a:xfrm flipV="1">
            <a:off x="1497246" y="2736982"/>
            <a:ext cx="337919" cy="96812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Elbow Connector 74">
            <a:extLst>
              <a:ext uri="{FF2B5EF4-FFF2-40B4-BE49-F238E27FC236}">
                <a16:creationId xmlns:a16="http://schemas.microsoft.com/office/drawing/2014/main" id="{C1C7A543-8690-6EBC-292D-0E1B7F486496}"/>
              </a:ext>
            </a:extLst>
          </p:cNvPr>
          <p:cNvCxnSpPr>
            <a:cxnSpLocks/>
            <a:stCxn id="44" idx="3"/>
            <a:endCxn id="103" idx="1"/>
          </p:cNvCxnSpPr>
          <p:nvPr/>
        </p:nvCxnSpPr>
        <p:spPr>
          <a:xfrm flipV="1">
            <a:off x="1497246" y="2736982"/>
            <a:ext cx="337919" cy="124244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Rounded Rectangle 102">
                <a:extLst>
                  <a:ext uri="{FF2B5EF4-FFF2-40B4-BE49-F238E27FC236}">
                    <a16:creationId xmlns:a16="http://schemas.microsoft.com/office/drawing/2014/main" id="{4E1B71B4-E227-460A-EE70-996E995920F1}"/>
                  </a:ext>
                </a:extLst>
              </p:cNvPr>
              <p:cNvSpPr/>
              <p:nvPr/>
            </p:nvSpPr>
            <p:spPr>
              <a:xfrm>
                <a:off x="1835165" y="2634111"/>
                <a:ext cx="1234440" cy="205740"/>
              </a:xfrm>
              <a:prstGeom prst="roundRect">
                <a:avLst/>
              </a:prstGeom>
              <a:ln w="254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82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Maximum of share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25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25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825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endParaRPr lang="en-US" sz="825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3" name="Rounded Rectangle 102">
                <a:extLst>
                  <a:ext uri="{FF2B5EF4-FFF2-40B4-BE49-F238E27FC236}">
                    <a16:creationId xmlns:a16="http://schemas.microsoft.com/office/drawing/2014/main" id="{4E1B71B4-E227-460A-EE70-996E995920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165" y="2634111"/>
                <a:ext cx="1234440" cy="205740"/>
              </a:xfrm>
              <a:prstGeom prst="roundRect">
                <a:avLst/>
              </a:prstGeom>
              <a:blipFill>
                <a:blip r:embed="rId15"/>
                <a:stretch>
                  <a:fillRect t="-15789" b="-15789"/>
                </a:stretch>
              </a:blipFill>
              <a:ln w="254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Rounded Rectangle 118">
                <a:extLst>
                  <a:ext uri="{FF2B5EF4-FFF2-40B4-BE49-F238E27FC236}">
                    <a16:creationId xmlns:a16="http://schemas.microsoft.com/office/drawing/2014/main" id="{8867DDD1-1856-767E-3C55-B639006A8CA7}"/>
                  </a:ext>
                </a:extLst>
              </p:cNvPr>
              <p:cNvSpPr/>
              <p:nvPr/>
            </p:nvSpPr>
            <p:spPr>
              <a:xfrm>
                <a:off x="398585" y="4516955"/>
                <a:ext cx="960120" cy="342900"/>
              </a:xfrm>
              <a:prstGeom prst="roundRect">
                <a:avLst/>
              </a:prstGeom>
              <a:ln w="25400">
                <a:solidFill>
                  <a:srgbClr val="C0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82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 </a:t>
                </a:r>
                <a14:m>
                  <m:oMath xmlns:m="http://schemas.openxmlformats.org/officeDocument/2006/math">
                    <m:r>
                      <a:rPr lang="en-US" sz="825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82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days share of each variant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25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25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825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b>
                    </m:sSub>
                  </m:oMath>
                </a14:m>
                <a:endParaRPr lang="en-US" sz="825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9" name="Rounded Rectangle 118">
                <a:extLst>
                  <a:ext uri="{FF2B5EF4-FFF2-40B4-BE49-F238E27FC236}">
                    <a16:creationId xmlns:a16="http://schemas.microsoft.com/office/drawing/2014/main" id="{8867DDD1-1856-767E-3C55-B639006A8C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585" y="4516955"/>
                <a:ext cx="960120" cy="342900"/>
              </a:xfrm>
              <a:prstGeom prst="roundRect">
                <a:avLst/>
              </a:prstGeom>
              <a:blipFill>
                <a:blip r:embed="rId16"/>
                <a:stretch>
                  <a:fillRect t="-10000" b="-20000"/>
                </a:stretch>
              </a:blipFill>
              <a:ln w="254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7" name="TextBox 126">
            <a:extLst>
              <a:ext uri="{FF2B5EF4-FFF2-40B4-BE49-F238E27FC236}">
                <a16:creationId xmlns:a16="http://schemas.microsoft.com/office/drawing/2014/main" id="{BCA62EE8-D02B-59E7-5A3A-C66A4315CED3}"/>
              </a:ext>
            </a:extLst>
          </p:cNvPr>
          <p:cNvSpPr txBox="1"/>
          <p:nvPr/>
        </p:nvSpPr>
        <p:spPr>
          <a:xfrm>
            <a:off x="3375316" y="1785322"/>
            <a:ext cx="1112484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25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Maximum Prediction </a:t>
            </a: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7DFF4F7B-81B5-D6FA-C83E-8F2401400E88}"/>
              </a:ext>
            </a:extLst>
          </p:cNvPr>
          <p:cNvCxnSpPr>
            <a:cxnSpLocks/>
            <a:stCxn id="120" idx="3"/>
            <a:endCxn id="181" idx="1"/>
          </p:cNvCxnSpPr>
          <p:nvPr/>
        </p:nvCxnSpPr>
        <p:spPr>
          <a:xfrm>
            <a:off x="7051948" y="2937476"/>
            <a:ext cx="237077" cy="0"/>
          </a:xfrm>
          <a:prstGeom prst="line">
            <a:avLst/>
          </a:prstGeom>
          <a:ln w="254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016F7D35-2884-3742-F59E-9B5EB6A3A2DC}"/>
              </a:ext>
            </a:extLst>
          </p:cNvPr>
          <p:cNvSpPr txBox="1"/>
          <p:nvPr/>
        </p:nvSpPr>
        <p:spPr>
          <a:xfrm>
            <a:off x="7669653" y="2643166"/>
            <a:ext cx="610342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25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</a:p>
        </p:txBody>
      </p:sp>
      <p:sp>
        <p:nvSpPr>
          <p:cNvPr id="147" name="Rounded Rectangle 146">
            <a:extLst>
              <a:ext uri="{FF2B5EF4-FFF2-40B4-BE49-F238E27FC236}">
                <a16:creationId xmlns:a16="http://schemas.microsoft.com/office/drawing/2014/main" id="{332BD35C-F27E-615A-DE06-7F3B299A8E88}"/>
              </a:ext>
            </a:extLst>
          </p:cNvPr>
          <p:cNvSpPr/>
          <p:nvPr/>
        </p:nvSpPr>
        <p:spPr>
          <a:xfrm>
            <a:off x="7014704" y="3293624"/>
            <a:ext cx="1920240" cy="1165860"/>
          </a:xfrm>
          <a:prstGeom prst="roundRect">
            <a:avLst/>
          </a:prstGeom>
          <a:noFill/>
          <a:ln w="254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88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798D76B0-ECB9-D17C-D0B5-E9D4FC934FF4}"/>
              </a:ext>
            </a:extLst>
          </p:cNvPr>
          <p:cNvSpPr txBox="1"/>
          <p:nvPr/>
        </p:nvSpPr>
        <p:spPr>
          <a:xfrm>
            <a:off x="7186154" y="3396495"/>
            <a:ext cx="1577340" cy="33483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7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Parametric growth curve modeling</a:t>
            </a:r>
          </a:p>
        </p:txBody>
      </p: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03CC47E3-9F2A-2BDB-7052-39BB6202754E}"/>
              </a:ext>
            </a:extLst>
          </p:cNvPr>
          <p:cNvCxnSpPr>
            <a:cxnSpLocks/>
            <a:stCxn id="148" idx="2"/>
            <a:endCxn id="154" idx="0"/>
          </p:cNvCxnSpPr>
          <p:nvPr/>
        </p:nvCxnSpPr>
        <p:spPr>
          <a:xfrm flipV="1">
            <a:off x="7974824" y="3705105"/>
            <a:ext cx="0" cy="262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32639298-506E-D491-28FD-9FC11A3CD5A8}"/>
                  </a:ext>
                </a:extLst>
              </p:cNvPr>
              <p:cNvSpPr txBox="1"/>
              <p:nvPr/>
            </p:nvSpPr>
            <p:spPr>
              <a:xfrm>
                <a:off x="7460474" y="3705105"/>
                <a:ext cx="1028700" cy="334835"/>
              </a:xfrm>
              <a:prstGeom prst="rect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88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Model evaluations </a:t>
                </a:r>
              </a:p>
              <a:p>
                <a:pPr algn="ctr"/>
                <a:r>
                  <a:rPr lang="en-US" sz="788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(RMSE, MAE,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788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788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788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788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32639298-506E-D491-28FD-9FC11A3CD5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0474" y="3705105"/>
                <a:ext cx="1028700" cy="33483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18F6AEC0-EC8D-AA57-05D6-0A585B969FBF}"/>
              </a:ext>
            </a:extLst>
          </p:cNvPr>
          <p:cNvCxnSpPr>
            <a:cxnSpLocks/>
            <a:stCxn id="154" idx="2"/>
            <a:endCxn id="156" idx="0"/>
          </p:cNvCxnSpPr>
          <p:nvPr/>
        </p:nvCxnSpPr>
        <p:spPr>
          <a:xfrm>
            <a:off x="7974824" y="4039940"/>
            <a:ext cx="0" cy="766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988F42FD-09C4-9796-A873-CB092BBBA906}"/>
              </a:ext>
            </a:extLst>
          </p:cNvPr>
          <p:cNvSpPr txBox="1"/>
          <p:nvPr/>
        </p:nvSpPr>
        <p:spPr>
          <a:xfrm>
            <a:off x="7117574" y="4116585"/>
            <a:ext cx="1714500" cy="33483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7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observation days for each country </a:t>
            </a:r>
          </a:p>
        </p:txBody>
      </p: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98E993C1-596C-4F0A-68FC-210532257F16}"/>
              </a:ext>
            </a:extLst>
          </p:cNvPr>
          <p:cNvCxnSpPr>
            <a:cxnSpLocks/>
            <a:stCxn id="147" idx="0"/>
            <a:endCxn id="181" idx="2"/>
          </p:cNvCxnSpPr>
          <p:nvPr/>
        </p:nvCxnSpPr>
        <p:spPr>
          <a:xfrm flipV="1">
            <a:off x="7974824" y="3040346"/>
            <a:ext cx="0" cy="253278"/>
          </a:xfrm>
          <a:prstGeom prst="line">
            <a:avLst/>
          </a:prstGeom>
          <a:ln w="254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5" name="TextBox 164">
            <a:extLst>
              <a:ext uri="{FF2B5EF4-FFF2-40B4-BE49-F238E27FC236}">
                <a16:creationId xmlns:a16="http://schemas.microsoft.com/office/drawing/2014/main" id="{3A16C0CD-88DE-F589-8869-1E66A5E42E0C}"/>
              </a:ext>
            </a:extLst>
          </p:cNvPr>
          <p:cNvSpPr txBox="1"/>
          <p:nvPr/>
        </p:nvSpPr>
        <p:spPr>
          <a:xfrm>
            <a:off x="7212842" y="4459485"/>
            <a:ext cx="1516363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25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TTD Prediction</a:t>
            </a:r>
          </a:p>
        </p:txBody>
      </p:sp>
    </p:spTree>
    <p:extLst>
      <p:ext uri="{BB962C8B-B14F-4D97-AF65-F5344CB8AC3E}">
        <p14:creationId xmlns:p14="http://schemas.microsoft.com/office/powerpoint/2010/main" val="1157097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FC93A649-C5FE-9ED2-AA17-AB782B8AB92D}"/>
                  </a:ext>
                </a:extLst>
              </p:cNvPr>
              <p:cNvSpPr/>
              <p:nvPr/>
            </p:nvSpPr>
            <p:spPr>
              <a:xfrm>
                <a:off x="1160310" y="1780664"/>
                <a:ext cx="1554480" cy="731520"/>
              </a:xfrm>
              <a:prstGeom prst="roundRect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Predictors: First </a:t>
                </a:r>
                <a14:m>
                  <m:oMath xmlns:m="http://schemas.openxmlformats.org/officeDocument/2006/math">
                    <m:r>
                      <a:rPr lang="en-US" sz="800" b="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 weeks share of each variant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Response: Monthly Peak Share, </a:t>
                </a:r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Duration &gt;30% Share</a:t>
                </a:r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FC93A649-C5FE-9ED2-AA17-AB782B8AB9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310" y="1780664"/>
                <a:ext cx="1554480" cy="73152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2D8BF8C-E718-B816-4381-3397EBEF1BB7}"/>
              </a:ext>
            </a:extLst>
          </p:cNvPr>
          <p:cNvSpPr/>
          <p:nvPr/>
        </p:nvSpPr>
        <p:spPr>
          <a:xfrm>
            <a:off x="2911338" y="2009264"/>
            <a:ext cx="1097280" cy="274320"/>
          </a:xfrm>
          <a:prstGeom prst="round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Train Data (</a:t>
            </a:r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50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%)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1092DD5-E3EA-8851-D09C-F40C9632CC84}"/>
              </a:ext>
            </a:extLst>
          </p:cNvPr>
          <p:cNvSpPr/>
          <p:nvPr/>
        </p:nvSpPr>
        <p:spPr>
          <a:xfrm>
            <a:off x="2911338" y="3766972"/>
            <a:ext cx="1097280" cy="274320"/>
          </a:xfrm>
          <a:prstGeom prst="round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Test Data (</a:t>
            </a:r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0%)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C3598BB-1943-0541-D259-BB2662298097}"/>
              </a:ext>
            </a:extLst>
          </p:cNvPr>
          <p:cNvCxnSpPr>
            <a:stCxn id="4" idx="3"/>
            <a:endCxn id="8" idx="1"/>
          </p:cNvCxnSpPr>
          <p:nvPr/>
        </p:nvCxnSpPr>
        <p:spPr>
          <a:xfrm>
            <a:off x="2714790" y="2146424"/>
            <a:ext cx="19654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355FAE11-3292-C29E-42E9-56CBCED27F0E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>
          <a:xfrm>
            <a:off x="2714790" y="2146424"/>
            <a:ext cx="196548" cy="175770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25A33179-64D9-E78B-EFC5-2BC5586B986C}"/>
                  </a:ext>
                </a:extLst>
              </p:cNvPr>
              <p:cNvSpPr/>
              <p:nvPr/>
            </p:nvSpPr>
            <p:spPr>
              <a:xfrm>
                <a:off x="4201423" y="1917824"/>
                <a:ext cx="1508760" cy="457200"/>
              </a:xfrm>
              <a:prstGeom prst="roundRect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Feature Extraction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 </m:t>
                    </m:r>
                  </m:oMath>
                </a14:m>
                <a:endParaRPr 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1) Manual features </a:t>
                </a:r>
              </a:p>
              <a:p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2) </a:t>
                </a:r>
                <a:r>
                  <a:rPr lang="en-US" sz="8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{Rcatch22} </a:t>
                </a:r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features</a:t>
                </a:r>
              </a:p>
            </p:txBody>
          </p:sp>
        </mc:Choice>
        <mc:Fallback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25A33179-64D9-E78B-EFC5-2BC5586B98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1423" y="1917824"/>
                <a:ext cx="1508760" cy="457200"/>
              </a:xfrm>
              <a:prstGeom prst="roundRect">
                <a:avLst/>
              </a:prstGeom>
              <a:blipFill>
                <a:blip r:embed="rId3"/>
                <a:stretch>
                  <a:fillRect b="-2632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08C19D4-FE97-2D7F-A9FC-06020D33A3D6}"/>
              </a:ext>
            </a:extLst>
          </p:cNvPr>
          <p:cNvCxnSpPr>
            <a:stCxn id="8" idx="3"/>
            <a:endCxn id="21" idx="1"/>
          </p:cNvCxnSpPr>
          <p:nvPr/>
        </p:nvCxnSpPr>
        <p:spPr>
          <a:xfrm>
            <a:off x="4008618" y="2146424"/>
            <a:ext cx="19280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B84B01B-E34F-BB76-EC4D-63AB654E872A}"/>
              </a:ext>
            </a:extLst>
          </p:cNvPr>
          <p:cNvCxnSpPr>
            <a:cxnSpLocks/>
            <a:stCxn id="21" idx="3"/>
            <a:endCxn id="32" idx="1"/>
          </p:cNvCxnSpPr>
          <p:nvPr/>
        </p:nvCxnSpPr>
        <p:spPr>
          <a:xfrm>
            <a:off x="5710183" y="2146424"/>
            <a:ext cx="3429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FC49B04-C2B7-F76C-6A56-C39973DB3721}"/>
              </a:ext>
            </a:extLst>
          </p:cNvPr>
          <p:cNvSpPr/>
          <p:nvPr/>
        </p:nvSpPr>
        <p:spPr>
          <a:xfrm>
            <a:off x="6053083" y="1963544"/>
            <a:ext cx="1371600" cy="365760"/>
          </a:xfrm>
          <a:prstGeom prst="round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Applied ML</a:t>
            </a:r>
            <a:r>
              <a:rPr lang="zh-CN" altLang="en-US" sz="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Models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9F57C97-CBE5-5FD0-145D-736FC7434258}"/>
              </a:ext>
            </a:extLst>
          </p:cNvPr>
          <p:cNvSpPr/>
          <p:nvPr/>
        </p:nvSpPr>
        <p:spPr>
          <a:xfrm>
            <a:off x="6235963" y="2512184"/>
            <a:ext cx="1005840" cy="182880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Choose CV folds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4872A0A-9DEE-B1AE-12AC-FA716F51BA1A}"/>
              </a:ext>
            </a:extLst>
          </p:cNvPr>
          <p:cNvSpPr/>
          <p:nvPr/>
        </p:nvSpPr>
        <p:spPr>
          <a:xfrm>
            <a:off x="7274720" y="2834888"/>
            <a:ext cx="685800" cy="274320"/>
          </a:xfrm>
          <a:prstGeom prst="rect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Fit model on train fold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5CDDA0B-9227-7372-264A-2E2C6A31ACDA}"/>
              </a:ext>
            </a:extLst>
          </p:cNvPr>
          <p:cNvSpPr/>
          <p:nvPr/>
        </p:nvSpPr>
        <p:spPr>
          <a:xfrm>
            <a:off x="6213103" y="3253986"/>
            <a:ext cx="1051560" cy="182880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Evaluate on Test fold 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3D6BFF3-9995-FE79-8CF3-D68283FA796E}"/>
              </a:ext>
            </a:extLst>
          </p:cNvPr>
          <p:cNvSpPr/>
          <p:nvPr/>
        </p:nvSpPr>
        <p:spPr>
          <a:xfrm>
            <a:off x="5517246" y="2832224"/>
            <a:ext cx="685800" cy="274320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Get Model Scores</a:t>
            </a:r>
          </a:p>
        </p:txBody>
      </p: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47D6344B-9EEF-C007-8C26-41908698DC9A}"/>
              </a:ext>
            </a:extLst>
          </p:cNvPr>
          <p:cNvCxnSpPr>
            <a:stCxn id="37" idx="3"/>
            <a:endCxn id="41" idx="0"/>
          </p:cNvCxnSpPr>
          <p:nvPr/>
        </p:nvCxnSpPr>
        <p:spPr>
          <a:xfrm>
            <a:off x="7241803" y="2603624"/>
            <a:ext cx="375817" cy="231264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050E50E9-E9AE-A4DB-9545-EBF9F51808C4}"/>
              </a:ext>
            </a:extLst>
          </p:cNvPr>
          <p:cNvCxnSpPr>
            <a:stCxn id="41" idx="2"/>
            <a:endCxn id="42" idx="3"/>
          </p:cNvCxnSpPr>
          <p:nvPr/>
        </p:nvCxnSpPr>
        <p:spPr>
          <a:xfrm rot="5400000">
            <a:off x="7323033" y="3050839"/>
            <a:ext cx="236218" cy="352957"/>
          </a:xfrm>
          <a:prstGeom prst="bentConnector2">
            <a:avLst/>
          </a:prstGeom>
          <a:ln w="12700">
            <a:solidFill>
              <a:schemeClr val="tx1">
                <a:alpha val="99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390F1F64-E97D-22CE-1C6D-01FBE90722EC}"/>
              </a:ext>
            </a:extLst>
          </p:cNvPr>
          <p:cNvCxnSpPr>
            <a:cxnSpLocks/>
            <a:stCxn id="42" idx="1"/>
            <a:endCxn id="46" idx="2"/>
          </p:cNvCxnSpPr>
          <p:nvPr/>
        </p:nvCxnSpPr>
        <p:spPr>
          <a:xfrm rot="10800000">
            <a:off x="5860147" y="3106544"/>
            <a:ext cx="352957" cy="23888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6D68A880-B6BF-1743-AC05-A39658136485}"/>
              </a:ext>
            </a:extLst>
          </p:cNvPr>
          <p:cNvSpPr txBox="1"/>
          <p:nvPr/>
        </p:nvSpPr>
        <p:spPr>
          <a:xfrm>
            <a:off x="6373123" y="2700748"/>
            <a:ext cx="73152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(5-fold-CV)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928AE35-2D61-FF6F-5FDB-A17B718BAB85}"/>
              </a:ext>
            </a:extLst>
          </p:cNvPr>
          <p:cNvCxnSpPr>
            <a:cxnSpLocks/>
            <a:stCxn id="42" idx="2"/>
            <a:endCxn id="62" idx="0"/>
          </p:cNvCxnSpPr>
          <p:nvPr/>
        </p:nvCxnSpPr>
        <p:spPr>
          <a:xfrm>
            <a:off x="6738883" y="3436866"/>
            <a:ext cx="0" cy="2843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32710D0F-65B4-C8C4-CBB2-EA5F94C162A3}"/>
              </a:ext>
            </a:extLst>
          </p:cNvPr>
          <p:cNvSpPr/>
          <p:nvPr/>
        </p:nvSpPr>
        <p:spPr>
          <a:xfrm>
            <a:off x="5915923" y="3721252"/>
            <a:ext cx="1645920" cy="365760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Out-of-sample Performance </a:t>
            </a:r>
          </a:p>
          <a:p>
            <a:pPr algn="ctr"/>
            <a:r>
              <a:rPr lang="en-US" sz="700" i="1" dirty="0">
                <a:latin typeface="Arial" panose="020B0604020202020204" pitchFamily="34" charset="0"/>
                <a:cs typeface="Arial" panose="020B0604020202020204" pitchFamily="34" charset="0"/>
              </a:rPr>
              <a:t>Accuracy and  Marco-F1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67A8AC5-2FE3-FA9A-ECA7-307C4613250D}"/>
              </a:ext>
            </a:extLst>
          </p:cNvPr>
          <p:cNvCxnSpPr>
            <a:cxnSpLocks/>
            <a:stCxn id="62" idx="2"/>
            <a:endCxn id="75" idx="0"/>
          </p:cNvCxnSpPr>
          <p:nvPr/>
        </p:nvCxnSpPr>
        <p:spPr>
          <a:xfrm>
            <a:off x="6738883" y="4087012"/>
            <a:ext cx="0" cy="21117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2A58F10A-B3DF-F460-50C5-9185F0AD1FEF}"/>
              </a:ext>
            </a:extLst>
          </p:cNvPr>
          <p:cNvSpPr/>
          <p:nvPr/>
        </p:nvSpPr>
        <p:spPr>
          <a:xfrm>
            <a:off x="5915923" y="4298191"/>
            <a:ext cx="1645920" cy="365760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Feature importance and SHAP analysis</a:t>
            </a:r>
          </a:p>
        </p:txBody>
      </p:sp>
      <p:cxnSp>
        <p:nvCxnSpPr>
          <p:cNvPr id="6" name="Elbow Connector 5">
            <a:extLst>
              <a:ext uri="{FF2B5EF4-FFF2-40B4-BE49-F238E27FC236}">
                <a16:creationId xmlns:a16="http://schemas.microsoft.com/office/drawing/2014/main" id="{D10188D5-DBD9-3C62-5F96-53A5A989FAAC}"/>
              </a:ext>
            </a:extLst>
          </p:cNvPr>
          <p:cNvCxnSpPr>
            <a:cxnSpLocks/>
            <a:stCxn id="46" idx="0"/>
            <a:endCxn id="37" idx="1"/>
          </p:cNvCxnSpPr>
          <p:nvPr/>
        </p:nvCxnSpPr>
        <p:spPr>
          <a:xfrm rot="5400000" flipH="1" flipV="1">
            <a:off x="5933754" y="2530016"/>
            <a:ext cx="228600" cy="375817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5B3411B-6057-AB9D-B051-5A864313B299}"/>
              </a:ext>
            </a:extLst>
          </p:cNvPr>
          <p:cNvCxnSpPr>
            <a:cxnSpLocks/>
            <a:stCxn id="32" idx="2"/>
            <a:endCxn id="37" idx="0"/>
          </p:cNvCxnSpPr>
          <p:nvPr/>
        </p:nvCxnSpPr>
        <p:spPr>
          <a:xfrm>
            <a:off x="6738883" y="2329304"/>
            <a:ext cx="0" cy="1828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C3D821A-195C-9429-30AC-A8705051E2FC}"/>
              </a:ext>
            </a:extLst>
          </p:cNvPr>
          <p:cNvCxnSpPr>
            <a:cxnSpLocks/>
            <a:endCxn id="62" idx="1"/>
          </p:cNvCxnSpPr>
          <p:nvPr/>
        </p:nvCxnSpPr>
        <p:spPr>
          <a:xfrm>
            <a:off x="5713926" y="3904132"/>
            <a:ext cx="20199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C427207-6486-96B8-F569-8B9BFA39989F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4008618" y="3904132"/>
            <a:ext cx="19654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8" name="Rounded Rectangle 67">
                <a:extLst>
                  <a:ext uri="{FF2B5EF4-FFF2-40B4-BE49-F238E27FC236}">
                    <a16:creationId xmlns:a16="http://schemas.microsoft.com/office/drawing/2014/main" id="{02725FA5-A63F-4D81-DD67-09A2A264C1EA}"/>
                  </a:ext>
                </a:extLst>
              </p:cNvPr>
              <p:cNvSpPr/>
              <p:nvPr/>
            </p:nvSpPr>
            <p:spPr>
              <a:xfrm>
                <a:off x="4210615" y="3675532"/>
                <a:ext cx="1508760" cy="457200"/>
              </a:xfrm>
              <a:prstGeom prst="roundRect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Feature Extraction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 </m:t>
                    </m:r>
                  </m:oMath>
                </a14:m>
                <a:endParaRPr 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1) Manual features </a:t>
                </a:r>
              </a:p>
              <a:p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2) </a:t>
                </a:r>
                <a:r>
                  <a:rPr lang="en-US" sz="8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{Rcatch22} </a:t>
                </a:r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features</a:t>
                </a:r>
              </a:p>
            </p:txBody>
          </p:sp>
        </mc:Choice>
        <mc:Fallback>
          <p:sp>
            <p:nvSpPr>
              <p:cNvPr id="68" name="Rounded Rectangle 67">
                <a:extLst>
                  <a:ext uri="{FF2B5EF4-FFF2-40B4-BE49-F238E27FC236}">
                    <a16:creationId xmlns:a16="http://schemas.microsoft.com/office/drawing/2014/main" id="{02725FA5-A63F-4D81-DD67-09A2A264C1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0615" y="3675532"/>
                <a:ext cx="1508760" cy="457200"/>
              </a:xfrm>
              <a:prstGeom prst="roundRect">
                <a:avLst/>
              </a:prstGeom>
              <a:blipFill>
                <a:blip r:embed="rId4"/>
                <a:stretch>
                  <a:fillRect b="-526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0294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491</TotalTime>
  <Words>692</Words>
  <Application>Microsoft Macintosh PowerPoint</Application>
  <PresentationFormat>On-screen Show (4:3)</PresentationFormat>
  <Paragraphs>129</Paragraphs>
  <Slides>5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Zhang, Franky</dc:creator>
  <cp:lastModifiedBy>Zhang, Franky</cp:lastModifiedBy>
  <cp:revision>1</cp:revision>
  <dcterms:created xsi:type="dcterms:W3CDTF">2025-09-05T17:23:29Z</dcterms:created>
  <dcterms:modified xsi:type="dcterms:W3CDTF">2025-11-24T20:47:40Z</dcterms:modified>
</cp:coreProperties>
</file>